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2"/>
  </p:notesMasterIdLst>
  <p:sldIdLst>
    <p:sldId id="256" r:id="rId2"/>
    <p:sldId id="284" r:id="rId3"/>
    <p:sldId id="257" r:id="rId4"/>
    <p:sldId id="283" r:id="rId5"/>
    <p:sldId id="286" r:id="rId6"/>
    <p:sldId id="260" r:id="rId7"/>
    <p:sldId id="273" r:id="rId8"/>
    <p:sldId id="274" r:id="rId9"/>
    <p:sldId id="275" r:id="rId10"/>
    <p:sldId id="276" r:id="rId11"/>
    <p:sldId id="277" r:id="rId12"/>
    <p:sldId id="278" r:id="rId13"/>
    <p:sldId id="279" r:id="rId14"/>
    <p:sldId id="280" r:id="rId15"/>
    <p:sldId id="281" r:id="rId16"/>
    <p:sldId id="282" r:id="rId17"/>
    <p:sldId id="285" r:id="rId18"/>
    <p:sldId id="258" r:id="rId19"/>
    <p:sldId id="272" r:id="rId20"/>
    <p:sldId id="267" r:id="rId21"/>
  </p:sldIdLst>
  <p:sldSz cx="18288000" cy="10287000"/>
  <p:notesSz cx="6858000" cy="9144000"/>
  <p:embeddedFontLst>
    <p:embeddedFont>
      <p:font typeface="Dosis" pitchFamily="2" charset="0"/>
      <p:regular r:id="rId23"/>
      <p:bold r:id="rId24"/>
    </p:embeddedFont>
    <p:embeddedFont>
      <p:font typeface="Dosis ExtraBold" pitchFamily="2" charset="0"/>
      <p:bold r:id="rId25"/>
    </p:embeddedFont>
    <p:embeddedFont>
      <p:font typeface="Montserrat" panose="00000500000000000000" pitchFamily="2" charset="0"/>
      <p:regular r:id="rId26"/>
      <p:bold r:id="rId27"/>
    </p:embeddedFont>
    <p:embeddedFont>
      <p:font typeface="Segoe UI" panose="020B0502040204020203" pitchFamily="34"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5" autoAdjust="0"/>
    <p:restoredTop sz="94660"/>
  </p:normalViewPr>
  <p:slideViewPr>
    <p:cSldViewPr snapToGrid="0">
      <p:cViewPr varScale="1">
        <p:scale>
          <a:sx n="44" d="100"/>
          <a:sy n="44" d="100"/>
        </p:scale>
        <p:origin x="816" y="5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3" name="Google Shape;24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5" name="Google Shape;25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6C96BFC2-9628-5C02-44D3-2EE32B59DF98}"/>
            </a:ext>
          </a:extLst>
        </p:cNvPr>
        <p:cNvGrpSpPr/>
        <p:nvPr/>
      </p:nvGrpSpPr>
      <p:grpSpPr>
        <a:xfrm>
          <a:off x="0" y="0"/>
          <a:ext cx="0" cy="0"/>
          <a:chOff x="0" y="0"/>
          <a:chExt cx="0" cy="0"/>
        </a:xfrm>
      </p:grpSpPr>
      <p:sp>
        <p:nvSpPr>
          <p:cNvPr id="334" name="Google Shape;334;p5:notes">
            <a:extLst>
              <a:ext uri="{FF2B5EF4-FFF2-40B4-BE49-F238E27FC236}">
                <a16:creationId xmlns:a16="http://schemas.microsoft.com/office/drawing/2014/main" id="{E2AD004B-4221-4125-77C1-B5129102FCE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5:notes">
            <a:extLst>
              <a:ext uri="{FF2B5EF4-FFF2-40B4-BE49-F238E27FC236}">
                <a16:creationId xmlns:a16="http://schemas.microsoft.com/office/drawing/2014/main" id="{24361A8B-DAEC-91D3-3C98-F270018A25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565038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589A85E8-178D-3FA4-209E-EEE118A0DCBB}"/>
            </a:ext>
          </a:extLst>
        </p:cNvPr>
        <p:cNvGrpSpPr/>
        <p:nvPr/>
      </p:nvGrpSpPr>
      <p:grpSpPr>
        <a:xfrm>
          <a:off x="0" y="0"/>
          <a:ext cx="0" cy="0"/>
          <a:chOff x="0" y="0"/>
          <a:chExt cx="0" cy="0"/>
        </a:xfrm>
      </p:grpSpPr>
      <p:sp>
        <p:nvSpPr>
          <p:cNvPr id="334" name="Google Shape;334;p5:notes">
            <a:extLst>
              <a:ext uri="{FF2B5EF4-FFF2-40B4-BE49-F238E27FC236}">
                <a16:creationId xmlns:a16="http://schemas.microsoft.com/office/drawing/2014/main" id="{D70C6923-3423-2175-D520-626B27ED8EE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5:notes">
            <a:extLst>
              <a:ext uri="{FF2B5EF4-FFF2-40B4-BE49-F238E27FC236}">
                <a16:creationId xmlns:a16="http://schemas.microsoft.com/office/drawing/2014/main" id="{EA21A3B5-4C8F-1464-84E3-53FF74BC0F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407178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99BA495A-2AE8-0472-8BD8-B2AFDB67E565}"/>
            </a:ext>
          </a:extLst>
        </p:cNvPr>
        <p:cNvGrpSpPr/>
        <p:nvPr/>
      </p:nvGrpSpPr>
      <p:grpSpPr>
        <a:xfrm>
          <a:off x="0" y="0"/>
          <a:ext cx="0" cy="0"/>
          <a:chOff x="0" y="0"/>
          <a:chExt cx="0" cy="0"/>
        </a:xfrm>
      </p:grpSpPr>
      <p:sp>
        <p:nvSpPr>
          <p:cNvPr id="334" name="Google Shape;334;p5:notes">
            <a:extLst>
              <a:ext uri="{FF2B5EF4-FFF2-40B4-BE49-F238E27FC236}">
                <a16:creationId xmlns:a16="http://schemas.microsoft.com/office/drawing/2014/main" id="{A2C736DB-6EEC-B306-637A-AF133FC1287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5:notes">
            <a:extLst>
              <a:ext uri="{FF2B5EF4-FFF2-40B4-BE49-F238E27FC236}">
                <a16:creationId xmlns:a16="http://schemas.microsoft.com/office/drawing/2014/main" id="{4E9EEC22-DA75-325B-2D34-28A495C866D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496605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2DDC305D-C3F1-DB6C-DA98-CA4FFE09BAD9}"/>
            </a:ext>
          </a:extLst>
        </p:cNvPr>
        <p:cNvGrpSpPr/>
        <p:nvPr/>
      </p:nvGrpSpPr>
      <p:grpSpPr>
        <a:xfrm>
          <a:off x="0" y="0"/>
          <a:ext cx="0" cy="0"/>
          <a:chOff x="0" y="0"/>
          <a:chExt cx="0" cy="0"/>
        </a:xfrm>
      </p:grpSpPr>
      <p:sp>
        <p:nvSpPr>
          <p:cNvPr id="334" name="Google Shape;334;p5:notes">
            <a:extLst>
              <a:ext uri="{FF2B5EF4-FFF2-40B4-BE49-F238E27FC236}">
                <a16:creationId xmlns:a16="http://schemas.microsoft.com/office/drawing/2014/main" id="{8FE1CD71-62CD-665F-33DC-D06FCB8583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5:notes">
            <a:extLst>
              <a:ext uri="{FF2B5EF4-FFF2-40B4-BE49-F238E27FC236}">
                <a16:creationId xmlns:a16="http://schemas.microsoft.com/office/drawing/2014/main" id="{A714096D-A255-FBBA-D83A-E684B24344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132875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BA95DD2A-39B7-FD50-FB24-5433682F552A}"/>
            </a:ext>
          </a:extLst>
        </p:cNvPr>
        <p:cNvGrpSpPr/>
        <p:nvPr/>
      </p:nvGrpSpPr>
      <p:grpSpPr>
        <a:xfrm>
          <a:off x="0" y="0"/>
          <a:ext cx="0" cy="0"/>
          <a:chOff x="0" y="0"/>
          <a:chExt cx="0" cy="0"/>
        </a:xfrm>
      </p:grpSpPr>
      <p:sp>
        <p:nvSpPr>
          <p:cNvPr id="334" name="Google Shape;334;p5:notes">
            <a:extLst>
              <a:ext uri="{FF2B5EF4-FFF2-40B4-BE49-F238E27FC236}">
                <a16:creationId xmlns:a16="http://schemas.microsoft.com/office/drawing/2014/main" id="{51F12D5F-319F-2706-F6E8-A2D38E5AE25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5:notes">
            <a:extLst>
              <a:ext uri="{FF2B5EF4-FFF2-40B4-BE49-F238E27FC236}">
                <a16:creationId xmlns:a16="http://schemas.microsoft.com/office/drawing/2014/main" id="{08D3AA05-F63D-0F2B-3B48-A27E9686A1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159709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2C87D2E2-CA7F-6104-B2F8-F7E2B08FCBB6}"/>
            </a:ext>
          </a:extLst>
        </p:cNvPr>
        <p:cNvGrpSpPr/>
        <p:nvPr/>
      </p:nvGrpSpPr>
      <p:grpSpPr>
        <a:xfrm>
          <a:off x="0" y="0"/>
          <a:ext cx="0" cy="0"/>
          <a:chOff x="0" y="0"/>
          <a:chExt cx="0" cy="0"/>
        </a:xfrm>
      </p:grpSpPr>
      <p:sp>
        <p:nvSpPr>
          <p:cNvPr id="334" name="Google Shape;334;p5:notes">
            <a:extLst>
              <a:ext uri="{FF2B5EF4-FFF2-40B4-BE49-F238E27FC236}">
                <a16:creationId xmlns:a16="http://schemas.microsoft.com/office/drawing/2014/main" id="{76690F01-F5B7-F597-24D2-9AD2CD70641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5:notes">
            <a:extLst>
              <a:ext uri="{FF2B5EF4-FFF2-40B4-BE49-F238E27FC236}">
                <a16:creationId xmlns:a16="http://schemas.microsoft.com/office/drawing/2014/main" id="{A1279D83-9E2F-66F6-5620-46F723B694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108761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FDB37086-D495-DE34-2ADA-D611D57AD8E2}"/>
            </a:ext>
          </a:extLst>
        </p:cNvPr>
        <p:cNvGrpSpPr/>
        <p:nvPr/>
      </p:nvGrpSpPr>
      <p:grpSpPr>
        <a:xfrm>
          <a:off x="0" y="0"/>
          <a:ext cx="0" cy="0"/>
          <a:chOff x="0" y="0"/>
          <a:chExt cx="0" cy="0"/>
        </a:xfrm>
      </p:grpSpPr>
      <p:sp>
        <p:nvSpPr>
          <p:cNvPr id="334" name="Google Shape;334;p5:notes">
            <a:extLst>
              <a:ext uri="{FF2B5EF4-FFF2-40B4-BE49-F238E27FC236}">
                <a16:creationId xmlns:a16="http://schemas.microsoft.com/office/drawing/2014/main" id="{2F08D8F9-C4E9-7F54-35E9-43776DBDE2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5:notes">
            <a:extLst>
              <a:ext uri="{FF2B5EF4-FFF2-40B4-BE49-F238E27FC236}">
                <a16:creationId xmlns:a16="http://schemas.microsoft.com/office/drawing/2014/main" id="{A5C29933-206D-4CA5-2848-9F326369B26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194335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B56AEC04-CE0F-E7DF-FF65-AD6C99900BC3}"/>
            </a:ext>
          </a:extLst>
        </p:cNvPr>
        <p:cNvGrpSpPr/>
        <p:nvPr/>
      </p:nvGrpSpPr>
      <p:grpSpPr>
        <a:xfrm>
          <a:off x="0" y="0"/>
          <a:ext cx="0" cy="0"/>
          <a:chOff x="0" y="0"/>
          <a:chExt cx="0" cy="0"/>
        </a:xfrm>
      </p:grpSpPr>
      <p:sp>
        <p:nvSpPr>
          <p:cNvPr id="334" name="Google Shape;334;p5:notes">
            <a:extLst>
              <a:ext uri="{FF2B5EF4-FFF2-40B4-BE49-F238E27FC236}">
                <a16:creationId xmlns:a16="http://schemas.microsoft.com/office/drawing/2014/main" id="{370F54F2-060B-A332-DAFA-506C4222946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5:notes">
            <a:extLst>
              <a:ext uri="{FF2B5EF4-FFF2-40B4-BE49-F238E27FC236}">
                <a16:creationId xmlns:a16="http://schemas.microsoft.com/office/drawing/2014/main" id="{8454CB2A-25BC-D9F0-365E-7ECEC032256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744177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423CDF3D-F0F3-AFCB-D837-CC812EC44210}"/>
            </a:ext>
          </a:extLst>
        </p:cNvPr>
        <p:cNvGrpSpPr/>
        <p:nvPr/>
      </p:nvGrpSpPr>
      <p:grpSpPr>
        <a:xfrm>
          <a:off x="0" y="0"/>
          <a:ext cx="0" cy="0"/>
          <a:chOff x="0" y="0"/>
          <a:chExt cx="0" cy="0"/>
        </a:xfrm>
      </p:grpSpPr>
      <p:sp>
        <p:nvSpPr>
          <p:cNvPr id="334" name="Google Shape;334;p5:notes">
            <a:extLst>
              <a:ext uri="{FF2B5EF4-FFF2-40B4-BE49-F238E27FC236}">
                <a16:creationId xmlns:a16="http://schemas.microsoft.com/office/drawing/2014/main" id="{9C4CB569-3391-7622-C08F-1739504218F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5:notes">
            <a:extLst>
              <a:ext uri="{FF2B5EF4-FFF2-40B4-BE49-F238E27FC236}">
                <a16:creationId xmlns:a16="http://schemas.microsoft.com/office/drawing/2014/main" id="{2FD2EEEC-91B5-60B2-350B-389E04B6FA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182088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A192BF70-8D55-745F-05AA-57A3C1CF4C71}"/>
            </a:ext>
          </a:extLst>
        </p:cNvPr>
        <p:cNvGrpSpPr/>
        <p:nvPr/>
      </p:nvGrpSpPr>
      <p:grpSpPr>
        <a:xfrm>
          <a:off x="0" y="0"/>
          <a:ext cx="0" cy="0"/>
          <a:chOff x="0" y="0"/>
          <a:chExt cx="0" cy="0"/>
        </a:xfrm>
      </p:grpSpPr>
      <p:sp>
        <p:nvSpPr>
          <p:cNvPr id="334" name="Google Shape;334;p5:notes">
            <a:extLst>
              <a:ext uri="{FF2B5EF4-FFF2-40B4-BE49-F238E27FC236}">
                <a16:creationId xmlns:a16="http://schemas.microsoft.com/office/drawing/2014/main" id="{0B1DFF5F-D821-2F67-335D-C7511A390AD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5:notes">
            <a:extLst>
              <a:ext uri="{FF2B5EF4-FFF2-40B4-BE49-F238E27FC236}">
                <a16:creationId xmlns:a16="http://schemas.microsoft.com/office/drawing/2014/main" id="{CC8E6DDD-99CB-A791-2032-0BC485BDF1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536862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a:extLst>
            <a:ext uri="{FF2B5EF4-FFF2-40B4-BE49-F238E27FC236}">
              <a16:creationId xmlns:a16="http://schemas.microsoft.com/office/drawing/2014/main" id="{F8E66B96-F177-BFA0-6C5A-B0475FBE014D}"/>
            </a:ext>
          </a:extLst>
        </p:cNvPr>
        <p:cNvGrpSpPr/>
        <p:nvPr/>
      </p:nvGrpSpPr>
      <p:grpSpPr>
        <a:xfrm>
          <a:off x="0" y="0"/>
          <a:ext cx="0" cy="0"/>
          <a:chOff x="0" y="0"/>
          <a:chExt cx="0" cy="0"/>
        </a:xfrm>
      </p:grpSpPr>
      <p:sp>
        <p:nvSpPr>
          <p:cNvPr id="334" name="Google Shape;334;p5:notes">
            <a:extLst>
              <a:ext uri="{FF2B5EF4-FFF2-40B4-BE49-F238E27FC236}">
                <a16:creationId xmlns:a16="http://schemas.microsoft.com/office/drawing/2014/main" id="{46F4C375-6DB8-E387-DF03-C143F92E4A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5:notes">
            <a:extLst>
              <a:ext uri="{FF2B5EF4-FFF2-40B4-BE49-F238E27FC236}">
                <a16:creationId xmlns:a16="http://schemas.microsoft.com/office/drawing/2014/main" id="{17CE1C23-36BA-E340-7C47-39FF248717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305376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0" name="Google Shape;27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a:extLst>
            <a:ext uri="{FF2B5EF4-FFF2-40B4-BE49-F238E27FC236}">
              <a16:creationId xmlns:a16="http://schemas.microsoft.com/office/drawing/2014/main" id="{7D8B9BD2-FE02-7792-CB7C-B930CCABD858}"/>
            </a:ext>
          </a:extLst>
        </p:cNvPr>
        <p:cNvGrpSpPr/>
        <p:nvPr/>
      </p:nvGrpSpPr>
      <p:grpSpPr>
        <a:xfrm>
          <a:off x="0" y="0"/>
          <a:ext cx="0" cy="0"/>
          <a:chOff x="0" y="0"/>
          <a:chExt cx="0" cy="0"/>
        </a:xfrm>
      </p:grpSpPr>
      <p:sp>
        <p:nvSpPr>
          <p:cNvPr id="348" name="Google Shape;348;p6:notes">
            <a:extLst>
              <a:ext uri="{FF2B5EF4-FFF2-40B4-BE49-F238E27FC236}">
                <a16:creationId xmlns:a16="http://schemas.microsoft.com/office/drawing/2014/main" id="{38F510CE-DB7E-CDCA-FBD7-3BF1CBE906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9" name="Google Shape;349;p6:notes">
            <a:extLst>
              <a:ext uri="{FF2B5EF4-FFF2-40B4-BE49-F238E27FC236}">
                <a16:creationId xmlns:a16="http://schemas.microsoft.com/office/drawing/2014/main" id="{07ABC4A0-F4CB-0626-FC4D-46C694136F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544130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3" name="Google Shape;583;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7"/>
        <p:cNvGrpSpPr/>
        <p:nvPr/>
      </p:nvGrpSpPr>
      <p:grpSpPr>
        <a:xfrm>
          <a:off x="0" y="0"/>
          <a:ext cx="0" cy="0"/>
          <a:chOff x="0" y="0"/>
          <a:chExt cx="0" cy="0"/>
        </a:xfrm>
      </p:grpSpPr>
      <p:sp>
        <p:nvSpPr>
          <p:cNvPr id="18" name="Google Shape;18;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ustom Layout 1">
  <p:cSld name="CUSTOM">
    <p:spTree>
      <p:nvGrpSpPr>
        <p:cNvPr id="1" name="Shape 21"/>
        <p:cNvGrpSpPr/>
        <p:nvPr/>
      </p:nvGrpSpPr>
      <p:grpSpPr>
        <a:xfrm>
          <a:off x="0" y="0"/>
          <a:ext cx="0" cy="0"/>
          <a:chOff x="0" y="0"/>
          <a:chExt cx="0" cy="0"/>
        </a:xfrm>
      </p:grpSpPr>
      <p:sp>
        <p:nvSpPr>
          <p:cNvPr id="22" name="Google Shape;22;p3"/>
          <p:cNvSpPr>
            <a:spLocks noGrp="1"/>
          </p:cNvSpPr>
          <p:nvPr>
            <p:ph type="pic" idx="2"/>
          </p:nvPr>
        </p:nvSpPr>
        <p:spPr>
          <a:xfrm>
            <a:off x="0" y="-900"/>
            <a:ext cx="18288000" cy="10288800"/>
          </a:xfrm>
          <a:prstGeom prst="rect">
            <a:avLst/>
          </a:prstGeom>
          <a:noFill/>
          <a:ln>
            <a:noFill/>
          </a:ln>
        </p:spPr>
      </p:sp>
      <p:sp>
        <p:nvSpPr>
          <p:cNvPr id="23" name="Google Shape;23;p3"/>
          <p:cNvSpPr/>
          <p:nvPr/>
        </p:nvSpPr>
        <p:spPr>
          <a:xfrm>
            <a:off x="-1500" y="-850"/>
            <a:ext cx="18291008" cy="10288692"/>
          </a:xfrm>
          <a:custGeom>
            <a:avLst/>
            <a:gdLst/>
            <a:ahLst/>
            <a:cxnLst/>
            <a:rect l="l" t="t" r="r" b="b"/>
            <a:pathLst>
              <a:path w="4816592" h="2709333" extrusionOk="0">
                <a:moveTo>
                  <a:pt x="0" y="0"/>
                </a:moveTo>
                <a:lnTo>
                  <a:pt x="4816592" y="0"/>
                </a:lnTo>
                <a:lnTo>
                  <a:pt x="4816592" y="2709333"/>
                </a:lnTo>
                <a:lnTo>
                  <a:pt x="0" y="2709333"/>
                </a:lnTo>
                <a:close/>
              </a:path>
            </a:pathLst>
          </a:custGeom>
          <a:gradFill>
            <a:gsLst>
              <a:gs pos="0">
                <a:srgbClr val="5C24CC">
                  <a:alpha val="60000"/>
                </a:srgbClr>
              </a:gs>
              <a:gs pos="50000">
                <a:srgbClr val="8C52FF">
                  <a:alpha val="60000"/>
                </a:srgbClr>
              </a:gs>
              <a:gs pos="100000">
                <a:srgbClr val="EDCDFF">
                  <a:alpha val="60000"/>
                </a:srgbClr>
              </a:gs>
            </a:gsLst>
            <a:lin ang="2700006" scaled="0"/>
          </a:gradFill>
          <a:ln>
            <a:noFill/>
          </a:ln>
        </p:spPr>
      </p:sp>
      <p:grpSp>
        <p:nvGrpSpPr>
          <p:cNvPr id="24" name="Google Shape;24;p3"/>
          <p:cNvGrpSpPr/>
          <p:nvPr/>
        </p:nvGrpSpPr>
        <p:grpSpPr>
          <a:xfrm>
            <a:off x="15394414" y="884038"/>
            <a:ext cx="1864897" cy="2503866"/>
            <a:chOff x="0" y="-38100"/>
            <a:chExt cx="491163" cy="659450"/>
          </a:xfrm>
        </p:grpSpPr>
        <p:sp>
          <p:nvSpPr>
            <p:cNvPr id="25" name="Google Shape;25;p3"/>
            <p:cNvSpPr/>
            <p:nvPr/>
          </p:nvSpPr>
          <p:spPr>
            <a:xfrm>
              <a:off x="0" y="0"/>
              <a:ext cx="491163" cy="621350"/>
            </a:xfrm>
            <a:custGeom>
              <a:avLst/>
              <a:gdLst/>
              <a:ahLst/>
              <a:cxnLst/>
              <a:rect l="l" t="t" r="r" b="b"/>
              <a:pathLst>
                <a:path w="491163" h="621350" extrusionOk="0">
                  <a:moveTo>
                    <a:pt x="83028" y="0"/>
                  </a:moveTo>
                  <a:lnTo>
                    <a:pt x="408135" y="0"/>
                  </a:lnTo>
                  <a:cubicBezTo>
                    <a:pt x="430155" y="0"/>
                    <a:pt x="451274" y="8748"/>
                    <a:pt x="466845" y="24318"/>
                  </a:cubicBezTo>
                  <a:cubicBezTo>
                    <a:pt x="482416" y="39889"/>
                    <a:pt x="491163" y="61008"/>
                    <a:pt x="491163" y="83028"/>
                  </a:cubicBezTo>
                  <a:lnTo>
                    <a:pt x="491163" y="538321"/>
                  </a:lnTo>
                  <a:cubicBezTo>
                    <a:pt x="491163" y="584177"/>
                    <a:pt x="453990" y="621350"/>
                    <a:pt x="408135" y="621350"/>
                  </a:cubicBezTo>
                  <a:lnTo>
                    <a:pt x="83028" y="621350"/>
                  </a:lnTo>
                  <a:cubicBezTo>
                    <a:pt x="61008" y="621350"/>
                    <a:pt x="39889" y="612602"/>
                    <a:pt x="24318" y="597031"/>
                  </a:cubicBezTo>
                  <a:cubicBezTo>
                    <a:pt x="8748" y="581460"/>
                    <a:pt x="0" y="560342"/>
                    <a:pt x="0" y="538321"/>
                  </a:cubicBezTo>
                  <a:lnTo>
                    <a:pt x="0" y="83028"/>
                  </a:lnTo>
                  <a:cubicBezTo>
                    <a:pt x="0" y="61008"/>
                    <a:pt x="8748" y="39889"/>
                    <a:pt x="24318" y="24318"/>
                  </a:cubicBezTo>
                  <a:cubicBezTo>
                    <a:pt x="39889" y="8748"/>
                    <a:pt x="61008" y="0"/>
                    <a:pt x="83028" y="0"/>
                  </a:cubicBezTo>
                  <a:close/>
                </a:path>
              </a:pathLst>
            </a:custGeom>
            <a:solidFill>
              <a:srgbClr val="000000">
                <a:alpha val="0"/>
              </a:srgbClr>
            </a:solidFill>
            <a:ln w="114300" cap="sq" cmpd="sng">
              <a:solidFill>
                <a:srgbClr val="FFFFFF"/>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txBox="1"/>
            <p:nvPr/>
          </p:nvSpPr>
          <p:spPr>
            <a:xfrm>
              <a:off x="0" y="-38100"/>
              <a:ext cx="491100" cy="659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7" name="Google Shape;27;p3"/>
          <p:cNvSpPr txBox="1"/>
          <p:nvPr/>
        </p:nvSpPr>
        <p:spPr>
          <a:xfrm>
            <a:off x="15622457" y="1105632"/>
            <a:ext cx="1408800" cy="22131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7189" b="1" i="0" u="none" strike="noStrike" cap="none">
                <a:solidFill>
                  <a:srgbClr val="FFFFFF"/>
                </a:solidFill>
                <a:latin typeface="Dosis"/>
                <a:ea typeface="Dosis"/>
                <a:cs typeface="Dosis"/>
                <a:sym typeface="Dosis"/>
              </a:rPr>
              <a:t>2024</a:t>
            </a:r>
            <a:endParaRPr b="1">
              <a:latin typeface="Dosis"/>
              <a:ea typeface="Dosis"/>
              <a:cs typeface="Dosis"/>
              <a:sym typeface="Dosis"/>
            </a:endParaRPr>
          </a:p>
        </p:txBody>
      </p:sp>
      <p:sp>
        <p:nvSpPr>
          <p:cNvPr id="28" name="Google Shape;28;p3"/>
          <p:cNvSpPr txBox="1">
            <a:spLocks noGrp="1"/>
          </p:cNvSpPr>
          <p:nvPr>
            <p:ph type="title"/>
          </p:nvPr>
        </p:nvSpPr>
        <p:spPr>
          <a:xfrm>
            <a:off x="708250" y="6056925"/>
            <a:ext cx="14238600" cy="3419100"/>
          </a:xfrm>
          <a:prstGeom prst="rect">
            <a:avLst/>
          </a:prstGeom>
        </p:spPr>
        <p:txBody>
          <a:bodyPr spcFirstLastPara="1" wrap="square" lIns="0" tIns="0" rIns="0" bIns="0" anchor="t" anchorCtr="0">
            <a:noAutofit/>
          </a:bodyPr>
          <a:lstStyle>
            <a:lvl1pPr lvl="0" algn="l">
              <a:spcBef>
                <a:spcPts val="0"/>
              </a:spcBef>
              <a:spcAft>
                <a:spcPts val="0"/>
              </a:spcAft>
              <a:buClr>
                <a:schemeClr val="lt1"/>
              </a:buClr>
              <a:buSzPts val="12000"/>
              <a:buNone/>
              <a:defRPr sz="12000">
                <a:solidFill>
                  <a:schemeClr val="lt1"/>
                </a:solidFill>
              </a:defRPr>
            </a:lvl1pPr>
            <a:lvl2pPr lvl="1">
              <a:spcBef>
                <a:spcPts val="0"/>
              </a:spcBef>
              <a:spcAft>
                <a:spcPts val="0"/>
              </a:spcAft>
              <a:buSzPts val="8000"/>
              <a:buNone/>
              <a:defRPr/>
            </a:lvl2pPr>
            <a:lvl3pPr lvl="2">
              <a:spcBef>
                <a:spcPts val="0"/>
              </a:spcBef>
              <a:spcAft>
                <a:spcPts val="0"/>
              </a:spcAft>
              <a:buSzPts val="8000"/>
              <a:buNone/>
              <a:defRPr/>
            </a:lvl3pPr>
            <a:lvl4pPr lvl="3">
              <a:spcBef>
                <a:spcPts val="0"/>
              </a:spcBef>
              <a:spcAft>
                <a:spcPts val="0"/>
              </a:spcAft>
              <a:buSzPts val="8000"/>
              <a:buNone/>
              <a:defRPr/>
            </a:lvl4pPr>
            <a:lvl5pPr lvl="4">
              <a:spcBef>
                <a:spcPts val="0"/>
              </a:spcBef>
              <a:spcAft>
                <a:spcPts val="0"/>
              </a:spcAft>
              <a:buSzPts val="8000"/>
              <a:buNone/>
              <a:defRPr/>
            </a:lvl5pPr>
            <a:lvl6pPr lvl="5">
              <a:spcBef>
                <a:spcPts val="0"/>
              </a:spcBef>
              <a:spcAft>
                <a:spcPts val="0"/>
              </a:spcAft>
              <a:buSzPts val="8000"/>
              <a:buNone/>
              <a:defRPr/>
            </a:lvl6pPr>
            <a:lvl7pPr lvl="6">
              <a:spcBef>
                <a:spcPts val="0"/>
              </a:spcBef>
              <a:spcAft>
                <a:spcPts val="0"/>
              </a:spcAft>
              <a:buSzPts val="8000"/>
              <a:buNone/>
              <a:defRPr/>
            </a:lvl7pPr>
            <a:lvl8pPr lvl="7">
              <a:spcBef>
                <a:spcPts val="0"/>
              </a:spcBef>
              <a:spcAft>
                <a:spcPts val="0"/>
              </a:spcAft>
              <a:buSzPts val="8000"/>
              <a:buNone/>
              <a:defRPr/>
            </a:lvl8pPr>
            <a:lvl9pPr lvl="8">
              <a:spcBef>
                <a:spcPts val="0"/>
              </a:spcBef>
              <a:spcAft>
                <a:spcPts val="0"/>
              </a:spcAft>
              <a:buSzPts val="80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ustom Layout 2">
  <p:cSld name="CUSTOM_1">
    <p:spTree>
      <p:nvGrpSpPr>
        <p:cNvPr id="1" name="Shape 29"/>
        <p:cNvGrpSpPr/>
        <p:nvPr/>
      </p:nvGrpSpPr>
      <p:grpSpPr>
        <a:xfrm>
          <a:off x="0" y="0"/>
          <a:ext cx="0" cy="0"/>
          <a:chOff x="0" y="0"/>
          <a:chExt cx="0" cy="0"/>
        </a:xfrm>
      </p:grpSpPr>
      <p:sp>
        <p:nvSpPr>
          <p:cNvPr id="30" name="Google Shape;30;p4"/>
          <p:cNvSpPr>
            <a:spLocks noGrp="1"/>
          </p:cNvSpPr>
          <p:nvPr>
            <p:ph type="pic" idx="2"/>
          </p:nvPr>
        </p:nvSpPr>
        <p:spPr>
          <a:xfrm>
            <a:off x="9156300" y="30725"/>
            <a:ext cx="9144000" cy="10287000"/>
          </a:xfrm>
          <a:prstGeom prst="rect">
            <a:avLst/>
          </a:prstGeom>
          <a:noFill/>
          <a:ln>
            <a:noFill/>
          </a:ln>
        </p:spPr>
      </p:sp>
      <p:sp>
        <p:nvSpPr>
          <p:cNvPr id="31" name="Google Shape;31;p4"/>
          <p:cNvSpPr>
            <a:spLocks noGrp="1"/>
          </p:cNvSpPr>
          <p:nvPr>
            <p:ph type="pic" idx="3"/>
          </p:nvPr>
        </p:nvSpPr>
        <p:spPr>
          <a:xfrm>
            <a:off x="7453025" y="5926875"/>
            <a:ext cx="3365100" cy="3287100"/>
          </a:xfrm>
          <a:prstGeom prst="rect">
            <a:avLst/>
          </a:prstGeom>
          <a:noFill/>
          <a:ln>
            <a:noFill/>
          </a:ln>
        </p:spPr>
      </p:sp>
      <p:sp>
        <p:nvSpPr>
          <p:cNvPr id="32" name="Google Shape;32;p4"/>
          <p:cNvSpPr>
            <a:spLocks noGrp="1"/>
          </p:cNvSpPr>
          <p:nvPr>
            <p:ph type="pic" idx="4"/>
          </p:nvPr>
        </p:nvSpPr>
        <p:spPr>
          <a:xfrm>
            <a:off x="11525450" y="5926875"/>
            <a:ext cx="4380600" cy="3287100"/>
          </a:xfrm>
          <a:prstGeom prst="rect">
            <a:avLst/>
          </a:prstGeom>
          <a:noFill/>
          <a:ln>
            <a:noFill/>
          </a:ln>
        </p:spPr>
      </p:sp>
      <p:sp>
        <p:nvSpPr>
          <p:cNvPr id="33" name="Google Shape;33;p4"/>
          <p:cNvSpPr txBox="1">
            <a:spLocks noGrp="1"/>
          </p:cNvSpPr>
          <p:nvPr>
            <p:ph type="title"/>
          </p:nvPr>
        </p:nvSpPr>
        <p:spPr>
          <a:xfrm>
            <a:off x="1028700" y="2366925"/>
            <a:ext cx="7205700" cy="1143000"/>
          </a:xfrm>
          <a:prstGeom prst="rect">
            <a:avLst/>
          </a:prstGeom>
        </p:spPr>
        <p:txBody>
          <a:bodyPr spcFirstLastPara="1" wrap="square" lIns="0" tIns="0" rIns="0" bIns="0" anchor="t" anchorCtr="0">
            <a:noAutofit/>
          </a:bodyPr>
          <a:lstStyle>
            <a:lvl1pPr lvl="0" algn="l">
              <a:spcBef>
                <a:spcPts val="0"/>
              </a:spcBef>
              <a:spcAft>
                <a:spcPts val="0"/>
              </a:spcAft>
              <a:buSzPts val="8000"/>
              <a:buNone/>
              <a:defRPr/>
            </a:lvl1pPr>
            <a:lvl2pPr lvl="1">
              <a:spcBef>
                <a:spcPts val="0"/>
              </a:spcBef>
              <a:spcAft>
                <a:spcPts val="0"/>
              </a:spcAft>
              <a:buSzPts val="8000"/>
              <a:buNone/>
              <a:defRPr/>
            </a:lvl2pPr>
            <a:lvl3pPr lvl="2">
              <a:spcBef>
                <a:spcPts val="0"/>
              </a:spcBef>
              <a:spcAft>
                <a:spcPts val="0"/>
              </a:spcAft>
              <a:buSzPts val="8000"/>
              <a:buNone/>
              <a:defRPr/>
            </a:lvl3pPr>
            <a:lvl4pPr lvl="3">
              <a:spcBef>
                <a:spcPts val="0"/>
              </a:spcBef>
              <a:spcAft>
                <a:spcPts val="0"/>
              </a:spcAft>
              <a:buSzPts val="8000"/>
              <a:buNone/>
              <a:defRPr/>
            </a:lvl4pPr>
            <a:lvl5pPr lvl="4">
              <a:spcBef>
                <a:spcPts val="0"/>
              </a:spcBef>
              <a:spcAft>
                <a:spcPts val="0"/>
              </a:spcAft>
              <a:buSzPts val="8000"/>
              <a:buNone/>
              <a:defRPr/>
            </a:lvl5pPr>
            <a:lvl6pPr lvl="5">
              <a:spcBef>
                <a:spcPts val="0"/>
              </a:spcBef>
              <a:spcAft>
                <a:spcPts val="0"/>
              </a:spcAft>
              <a:buSzPts val="8000"/>
              <a:buNone/>
              <a:defRPr/>
            </a:lvl6pPr>
            <a:lvl7pPr lvl="6">
              <a:spcBef>
                <a:spcPts val="0"/>
              </a:spcBef>
              <a:spcAft>
                <a:spcPts val="0"/>
              </a:spcAft>
              <a:buSzPts val="8000"/>
              <a:buNone/>
              <a:defRPr/>
            </a:lvl7pPr>
            <a:lvl8pPr lvl="7">
              <a:spcBef>
                <a:spcPts val="0"/>
              </a:spcBef>
              <a:spcAft>
                <a:spcPts val="0"/>
              </a:spcAft>
              <a:buSzPts val="8000"/>
              <a:buNone/>
              <a:defRPr/>
            </a:lvl8pPr>
            <a:lvl9pPr lvl="8">
              <a:spcBef>
                <a:spcPts val="0"/>
              </a:spcBef>
              <a:spcAft>
                <a:spcPts val="0"/>
              </a:spcAft>
              <a:buSzPts val="8000"/>
              <a:buNone/>
              <a:defRPr/>
            </a:lvl9pPr>
          </a:lstStyle>
          <a:p>
            <a:endParaRPr/>
          </a:p>
        </p:txBody>
      </p:sp>
      <p:grpSp>
        <p:nvGrpSpPr>
          <p:cNvPr id="34" name="Google Shape;34;p4"/>
          <p:cNvGrpSpPr/>
          <p:nvPr/>
        </p:nvGrpSpPr>
        <p:grpSpPr>
          <a:xfrm>
            <a:off x="16620919" y="966798"/>
            <a:ext cx="638517" cy="889537"/>
            <a:chOff x="0" y="-82536"/>
            <a:chExt cx="851356" cy="1186049"/>
          </a:xfrm>
        </p:grpSpPr>
        <p:grpSp>
          <p:nvGrpSpPr>
            <p:cNvPr id="35" name="Google Shape;35;p4"/>
            <p:cNvGrpSpPr/>
            <p:nvPr/>
          </p:nvGrpSpPr>
          <p:grpSpPr>
            <a:xfrm>
              <a:off x="0" y="-82536"/>
              <a:ext cx="851356" cy="1186049"/>
              <a:chOff x="0" y="-38100"/>
              <a:chExt cx="393000" cy="547500"/>
            </a:xfrm>
          </p:grpSpPr>
          <p:sp>
            <p:nvSpPr>
              <p:cNvPr id="36" name="Google Shape;36;p4"/>
              <p:cNvSpPr/>
              <p:nvPr/>
            </p:nvSpPr>
            <p:spPr>
              <a:xfrm>
                <a:off x="0" y="0"/>
                <a:ext cx="392916" cy="509331"/>
              </a:xfrm>
              <a:custGeom>
                <a:avLst/>
                <a:gdLst/>
                <a:ahLst/>
                <a:cxnLst/>
                <a:rect l="l" t="t" r="r" b="b"/>
                <a:pathLst>
                  <a:path w="392916" h="509331" extrusionOk="0">
                    <a:moveTo>
                      <a:pt x="72765" y="0"/>
                    </a:moveTo>
                    <a:lnTo>
                      <a:pt x="320151" y="0"/>
                    </a:lnTo>
                    <a:cubicBezTo>
                      <a:pt x="339450" y="0"/>
                      <a:pt x="357958" y="7666"/>
                      <a:pt x="371604" y="21312"/>
                    </a:cubicBezTo>
                    <a:cubicBezTo>
                      <a:pt x="385250" y="34958"/>
                      <a:pt x="392916" y="53466"/>
                      <a:pt x="392916" y="72765"/>
                    </a:cubicBezTo>
                    <a:lnTo>
                      <a:pt x="392916" y="436566"/>
                    </a:lnTo>
                    <a:cubicBezTo>
                      <a:pt x="392916" y="476753"/>
                      <a:pt x="360338" y="509331"/>
                      <a:pt x="320151" y="509331"/>
                    </a:cubicBezTo>
                    <a:lnTo>
                      <a:pt x="72765" y="509331"/>
                    </a:lnTo>
                    <a:cubicBezTo>
                      <a:pt x="32578" y="509331"/>
                      <a:pt x="0" y="476753"/>
                      <a:pt x="0" y="436566"/>
                    </a:cubicBezTo>
                    <a:lnTo>
                      <a:pt x="0" y="72765"/>
                    </a:lnTo>
                    <a:cubicBezTo>
                      <a:pt x="0" y="32578"/>
                      <a:pt x="32578" y="0"/>
                      <a:pt x="72765" y="0"/>
                    </a:cubicBezTo>
                    <a:close/>
                  </a:path>
                </a:pathLst>
              </a:custGeom>
              <a:solidFill>
                <a:srgbClr val="000000">
                  <a:alpha val="0"/>
                </a:srgbClr>
              </a:solidFill>
              <a:ln w="38100" cap="sq" cmpd="sng">
                <a:solidFill>
                  <a:srgbClr val="FFFFFF"/>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4"/>
              <p:cNvSpPr txBox="1"/>
              <p:nvPr/>
            </p:nvSpPr>
            <p:spPr>
              <a:xfrm>
                <a:off x="0" y="-38100"/>
                <a:ext cx="393000" cy="547500"/>
              </a:xfrm>
              <a:prstGeom prst="rect">
                <a:avLst/>
              </a:prstGeom>
              <a:noFill/>
              <a:ln>
                <a:noFill/>
              </a:ln>
            </p:spPr>
            <p:txBody>
              <a:bodyPr spcFirstLastPara="1" wrap="square" lIns="39325" tIns="39325" rIns="39325" bIns="39325"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8" name="Google Shape;38;p4"/>
            <p:cNvSpPr txBox="1"/>
            <p:nvPr/>
          </p:nvSpPr>
          <p:spPr>
            <a:xfrm>
              <a:off x="172540" y="59383"/>
              <a:ext cx="506100" cy="984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2399" b="1" i="0" u="none" strike="noStrike" cap="none">
                  <a:solidFill>
                    <a:srgbClr val="FFFFFF"/>
                  </a:solidFill>
                  <a:latin typeface="Dosis"/>
                  <a:ea typeface="Dosis"/>
                  <a:cs typeface="Dosis"/>
                  <a:sym typeface="Dosis"/>
                </a:rPr>
                <a:t>2024</a:t>
              </a:r>
              <a:endParaRPr>
                <a:latin typeface="Dosis"/>
                <a:ea typeface="Dosis"/>
                <a:cs typeface="Dosis"/>
                <a:sym typeface="Dosis"/>
              </a:endParaRPr>
            </a:p>
          </p:txBody>
        </p:sp>
      </p:grpSp>
      <p:sp>
        <p:nvSpPr>
          <p:cNvPr id="39" name="Google Shape;39;p4"/>
          <p:cNvSpPr txBox="1">
            <a:spLocks noGrp="1"/>
          </p:cNvSpPr>
          <p:nvPr>
            <p:ph type="body" idx="1"/>
          </p:nvPr>
        </p:nvSpPr>
        <p:spPr>
          <a:xfrm>
            <a:off x="1075400" y="4455250"/>
            <a:ext cx="5670300" cy="3625500"/>
          </a:xfrm>
          <a:prstGeom prst="rect">
            <a:avLst/>
          </a:prstGeom>
        </p:spPr>
        <p:txBody>
          <a:bodyPr spcFirstLastPara="1" wrap="square" lIns="0" tIns="0" rIns="0" bIns="0" anchor="t" anchorCtr="0">
            <a:noAutofit/>
          </a:bodyPr>
          <a:lstStyle>
            <a:lvl1pPr marL="457200" lvl="0" indent="-361950">
              <a:spcBef>
                <a:spcPts val="640"/>
              </a:spcBef>
              <a:spcAft>
                <a:spcPts val="0"/>
              </a:spcAft>
              <a:buSzPts val="2100"/>
              <a:buChar char="•"/>
              <a:defRPr/>
            </a:lvl1pPr>
            <a:lvl2pPr marL="914400" lvl="1" indent="-361950">
              <a:spcBef>
                <a:spcPts val="560"/>
              </a:spcBef>
              <a:spcAft>
                <a:spcPts val="0"/>
              </a:spcAft>
              <a:buSzPts val="2100"/>
              <a:buChar char="–"/>
              <a:defRPr/>
            </a:lvl2pPr>
            <a:lvl3pPr marL="1371600" lvl="2" indent="-361950">
              <a:spcBef>
                <a:spcPts val="480"/>
              </a:spcBef>
              <a:spcAft>
                <a:spcPts val="0"/>
              </a:spcAft>
              <a:buSzPts val="2100"/>
              <a:buChar char="•"/>
              <a:defRPr/>
            </a:lvl3pPr>
            <a:lvl4pPr marL="1828800" lvl="3" indent="-361950">
              <a:spcBef>
                <a:spcPts val="400"/>
              </a:spcBef>
              <a:spcAft>
                <a:spcPts val="0"/>
              </a:spcAft>
              <a:buSzPts val="2100"/>
              <a:buChar char="–"/>
              <a:defRPr/>
            </a:lvl4pPr>
            <a:lvl5pPr marL="2286000" lvl="4" indent="-361950">
              <a:spcBef>
                <a:spcPts val="400"/>
              </a:spcBef>
              <a:spcAft>
                <a:spcPts val="0"/>
              </a:spcAft>
              <a:buSzPts val="2100"/>
              <a:buChar char="»"/>
              <a:defRPr/>
            </a:lvl5pPr>
            <a:lvl6pPr marL="2743200" lvl="5" indent="-361950">
              <a:spcBef>
                <a:spcPts val="400"/>
              </a:spcBef>
              <a:spcAft>
                <a:spcPts val="0"/>
              </a:spcAft>
              <a:buSzPts val="2100"/>
              <a:buChar char="•"/>
              <a:defRPr/>
            </a:lvl6pPr>
            <a:lvl7pPr marL="3200400" lvl="6" indent="-361950">
              <a:spcBef>
                <a:spcPts val="400"/>
              </a:spcBef>
              <a:spcAft>
                <a:spcPts val="0"/>
              </a:spcAft>
              <a:buSzPts val="2100"/>
              <a:buChar char="•"/>
              <a:defRPr/>
            </a:lvl7pPr>
            <a:lvl8pPr marL="3657600" lvl="7" indent="-361950">
              <a:spcBef>
                <a:spcPts val="400"/>
              </a:spcBef>
              <a:spcAft>
                <a:spcPts val="0"/>
              </a:spcAft>
              <a:buSzPts val="2100"/>
              <a:buChar char="•"/>
              <a:defRPr/>
            </a:lvl8pPr>
            <a:lvl9pPr marL="4114800" lvl="8" indent="-361950">
              <a:spcBef>
                <a:spcPts val="400"/>
              </a:spcBef>
              <a:spcAft>
                <a:spcPts val="0"/>
              </a:spcAft>
              <a:buSzPts val="21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ustom Layout 3">
  <p:cSld name="CUSTOM_2">
    <p:spTree>
      <p:nvGrpSpPr>
        <p:cNvPr id="1" name="Shape 40"/>
        <p:cNvGrpSpPr/>
        <p:nvPr/>
      </p:nvGrpSpPr>
      <p:grpSpPr>
        <a:xfrm>
          <a:off x="0" y="0"/>
          <a:ext cx="0" cy="0"/>
          <a:chOff x="0" y="0"/>
          <a:chExt cx="0" cy="0"/>
        </a:xfrm>
      </p:grpSpPr>
      <p:sp>
        <p:nvSpPr>
          <p:cNvPr id="41" name="Google Shape;41;p5"/>
          <p:cNvSpPr txBox="1">
            <a:spLocks noGrp="1"/>
          </p:cNvSpPr>
          <p:nvPr>
            <p:ph type="title"/>
          </p:nvPr>
        </p:nvSpPr>
        <p:spPr>
          <a:xfrm>
            <a:off x="764450" y="1272000"/>
            <a:ext cx="3998100" cy="1143000"/>
          </a:xfrm>
          <a:prstGeom prst="rect">
            <a:avLst/>
          </a:prstGeom>
        </p:spPr>
        <p:txBody>
          <a:bodyPr spcFirstLastPara="1" wrap="square" lIns="0" tIns="0" rIns="0" bIns="0" anchor="t" anchorCtr="0">
            <a:noAutofit/>
          </a:bodyPr>
          <a:lstStyle>
            <a:lvl1pPr lvl="0">
              <a:spcBef>
                <a:spcPts val="0"/>
              </a:spcBef>
              <a:spcAft>
                <a:spcPts val="0"/>
              </a:spcAft>
              <a:buSzPts val="8000"/>
              <a:buNone/>
              <a:defRPr/>
            </a:lvl1pPr>
            <a:lvl2pPr lvl="1">
              <a:spcBef>
                <a:spcPts val="0"/>
              </a:spcBef>
              <a:spcAft>
                <a:spcPts val="0"/>
              </a:spcAft>
              <a:buSzPts val="8000"/>
              <a:buNone/>
              <a:defRPr/>
            </a:lvl2pPr>
            <a:lvl3pPr lvl="2">
              <a:spcBef>
                <a:spcPts val="0"/>
              </a:spcBef>
              <a:spcAft>
                <a:spcPts val="0"/>
              </a:spcAft>
              <a:buSzPts val="8000"/>
              <a:buNone/>
              <a:defRPr/>
            </a:lvl3pPr>
            <a:lvl4pPr lvl="3">
              <a:spcBef>
                <a:spcPts val="0"/>
              </a:spcBef>
              <a:spcAft>
                <a:spcPts val="0"/>
              </a:spcAft>
              <a:buSzPts val="8000"/>
              <a:buNone/>
              <a:defRPr/>
            </a:lvl4pPr>
            <a:lvl5pPr lvl="4">
              <a:spcBef>
                <a:spcPts val="0"/>
              </a:spcBef>
              <a:spcAft>
                <a:spcPts val="0"/>
              </a:spcAft>
              <a:buSzPts val="8000"/>
              <a:buNone/>
              <a:defRPr/>
            </a:lvl5pPr>
            <a:lvl6pPr lvl="5">
              <a:spcBef>
                <a:spcPts val="0"/>
              </a:spcBef>
              <a:spcAft>
                <a:spcPts val="0"/>
              </a:spcAft>
              <a:buSzPts val="8000"/>
              <a:buNone/>
              <a:defRPr/>
            </a:lvl6pPr>
            <a:lvl7pPr lvl="6">
              <a:spcBef>
                <a:spcPts val="0"/>
              </a:spcBef>
              <a:spcAft>
                <a:spcPts val="0"/>
              </a:spcAft>
              <a:buSzPts val="8000"/>
              <a:buNone/>
              <a:defRPr/>
            </a:lvl7pPr>
            <a:lvl8pPr lvl="7">
              <a:spcBef>
                <a:spcPts val="0"/>
              </a:spcBef>
              <a:spcAft>
                <a:spcPts val="0"/>
              </a:spcAft>
              <a:buSzPts val="8000"/>
              <a:buNone/>
              <a:defRPr/>
            </a:lvl8pPr>
            <a:lvl9pPr lvl="8">
              <a:spcBef>
                <a:spcPts val="0"/>
              </a:spcBef>
              <a:spcAft>
                <a:spcPts val="0"/>
              </a:spcAft>
              <a:buSzPts val="8000"/>
              <a:buNone/>
              <a:defRPr/>
            </a:lvl9pPr>
          </a:lstStyle>
          <a:p>
            <a:endParaRPr/>
          </a:p>
        </p:txBody>
      </p:sp>
      <p:cxnSp>
        <p:nvCxnSpPr>
          <p:cNvPr id="42" name="Google Shape;42;p5"/>
          <p:cNvCxnSpPr/>
          <p:nvPr/>
        </p:nvCxnSpPr>
        <p:spPr>
          <a:xfrm>
            <a:off x="0" y="5094381"/>
            <a:ext cx="18288000" cy="0"/>
          </a:xfrm>
          <a:prstGeom prst="straightConnector1">
            <a:avLst/>
          </a:prstGeom>
          <a:noFill/>
          <a:ln w="76200" cap="flat" cmpd="sng">
            <a:solidFill>
              <a:srgbClr val="8C52FF"/>
            </a:solidFill>
            <a:prstDash val="dot"/>
            <a:round/>
            <a:headEnd type="none" w="sm" len="sm"/>
            <a:tailEnd type="none" w="sm" len="sm"/>
          </a:ln>
        </p:spPr>
      </p:cxnSp>
      <p:cxnSp>
        <p:nvCxnSpPr>
          <p:cNvPr id="43" name="Google Shape;43;p5"/>
          <p:cNvCxnSpPr/>
          <p:nvPr/>
        </p:nvCxnSpPr>
        <p:spPr>
          <a:xfrm rot="10800000">
            <a:off x="2621124" y="3267418"/>
            <a:ext cx="0" cy="1784100"/>
          </a:xfrm>
          <a:prstGeom prst="straightConnector1">
            <a:avLst/>
          </a:prstGeom>
          <a:noFill/>
          <a:ln w="76200" cap="flat" cmpd="sng">
            <a:solidFill>
              <a:srgbClr val="8C52FF"/>
            </a:solidFill>
            <a:prstDash val="dot"/>
            <a:round/>
            <a:headEnd type="none" w="sm" len="sm"/>
            <a:tailEnd type="none" w="sm" len="sm"/>
          </a:ln>
        </p:spPr>
      </p:cxnSp>
      <p:grpSp>
        <p:nvGrpSpPr>
          <p:cNvPr id="44" name="Google Shape;44;p5"/>
          <p:cNvGrpSpPr/>
          <p:nvPr/>
        </p:nvGrpSpPr>
        <p:grpSpPr>
          <a:xfrm>
            <a:off x="2395436" y="2816098"/>
            <a:ext cx="451348" cy="451348"/>
            <a:chOff x="0" y="0"/>
            <a:chExt cx="812800" cy="812800"/>
          </a:xfrm>
        </p:grpSpPr>
        <p:sp>
          <p:nvSpPr>
            <p:cNvPr id="45" name="Google Shape;45;p5"/>
            <p:cNvSpPr/>
            <p:nvPr/>
          </p:nvSpPr>
          <p:spPr>
            <a:xfrm>
              <a:off x="0" y="0"/>
              <a:ext cx="812800" cy="812800"/>
            </a:xfrm>
            <a:custGeom>
              <a:avLst/>
              <a:gdLst/>
              <a:ahLst/>
              <a:cxnLst/>
              <a:rect l="l" t="t" r="r" b="b"/>
              <a:pathLst>
                <a:path w="812800" h="812800" extrusionOk="0">
                  <a:moveTo>
                    <a:pt x="406400" y="0"/>
                  </a:moveTo>
                  <a:lnTo>
                    <a:pt x="812800" y="406400"/>
                  </a:lnTo>
                  <a:lnTo>
                    <a:pt x="406400" y="812800"/>
                  </a:lnTo>
                  <a:lnTo>
                    <a:pt x="0" y="406400"/>
                  </a:lnTo>
                  <a:lnTo>
                    <a:pt x="406400" y="0"/>
                  </a:lnTo>
                  <a:close/>
                </a:path>
              </a:pathLst>
            </a:custGeom>
            <a:solidFill>
              <a:srgbClr val="8C52FF"/>
            </a:solidFill>
            <a:ln>
              <a:noFill/>
            </a:ln>
          </p:spPr>
        </p:sp>
        <p:sp>
          <p:nvSpPr>
            <p:cNvPr id="46" name="Google Shape;46;p5"/>
            <p:cNvSpPr txBox="1"/>
            <p:nvPr/>
          </p:nvSpPr>
          <p:spPr>
            <a:xfrm>
              <a:off x="139700" y="101600"/>
              <a:ext cx="533400" cy="5715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47" name="Google Shape;47;p5"/>
          <p:cNvCxnSpPr/>
          <p:nvPr/>
        </p:nvCxnSpPr>
        <p:spPr>
          <a:xfrm rot="10800000">
            <a:off x="11340453" y="3267418"/>
            <a:ext cx="0" cy="1784100"/>
          </a:xfrm>
          <a:prstGeom prst="straightConnector1">
            <a:avLst/>
          </a:prstGeom>
          <a:noFill/>
          <a:ln w="76200" cap="flat" cmpd="sng">
            <a:solidFill>
              <a:srgbClr val="8C52FF"/>
            </a:solidFill>
            <a:prstDash val="dot"/>
            <a:round/>
            <a:headEnd type="none" w="sm" len="sm"/>
            <a:tailEnd type="none" w="sm" len="sm"/>
          </a:ln>
        </p:spPr>
      </p:cxnSp>
      <p:grpSp>
        <p:nvGrpSpPr>
          <p:cNvPr id="48" name="Google Shape;48;p5"/>
          <p:cNvGrpSpPr/>
          <p:nvPr/>
        </p:nvGrpSpPr>
        <p:grpSpPr>
          <a:xfrm>
            <a:off x="11114766" y="2816098"/>
            <a:ext cx="451348" cy="451348"/>
            <a:chOff x="0" y="0"/>
            <a:chExt cx="812800" cy="812800"/>
          </a:xfrm>
        </p:grpSpPr>
        <p:sp>
          <p:nvSpPr>
            <p:cNvPr id="49" name="Google Shape;49;p5"/>
            <p:cNvSpPr/>
            <p:nvPr/>
          </p:nvSpPr>
          <p:spPr>
            <a:xfrm>
              <a:off x="0" y="0"/>
              <a:ext cx="812800" cy="812800"/>
            </a:xfrm>
            <a:custGeom>
              <a:avLst/>
              <a:gdLst/>
              <a:ahLst/>
              <a:cxnLst/>
              <a:rect l="l" t="t" r="r" b="b"/>
              <a:pathLst>
                <a:path w="812800" h="812800" extrusionOk="0">
                  <a:moveTo>
                    <a:pt x="406400" y="0"/>
                  </a:moveTo>
                  <a:lnTo>
                    <a:pt x="812800" y="406400"/>
                  </a:lnTo>
                  <a:lnTo>
                    <a:pt x="406400" y="812800"/>
                  </a:lnTo>
                  <a:lnTo>
                    <a:pt x="0" y="406400"/>
                  </a:lnTo>
                  <a:lnTo>
                    <a:pt x="406400" y="0"/>
                  </a:lnTo>
                  <a:close/>
                </a:path>
              </a:pathLst>
            </a:custGeom>
            <a:solidFill>
              <a:srgbClr val="8C52FF"/>
            </a:solidFill>
            <a:ln>
              <a:noFill/>
            </a:ln>
          </p:spPr>
        </p:sp>
        <p:sp>
          <p:nvSpPr>
            <p:cNvPr id="50" name="Google Shape;50;p5"/>
            <p:cNvSpPr txBox="1"/>
            <p:nvPr/>
          </p:nvSpPr>
          <p:spPr>
            <a:xfrm>
              <a:off x="139700" y="101600"/>
              <a:ext cx="533400" cy="5715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51" name="Google Shape;51;p5"/>
          <p:cNvCxnSpPr/>
          <p:nvPr/>
        </p:nvCxnSpPr>
        <p:spPr>
          <a:xfrm>
            <a:off x="6980788" y="5051518"/>
            <a:ext cx="0" cy="1784100"/>
          </a:xfrm>
          <a:prstGeom prst="straightConnector1">
            <a:avLst/>
          </a:prstGeom>
          <a:noFill/>
          <a:ln w="76200" cap="flat" cmpd="sng">
            <a:solidFill>
              <a:srgbClr val="8C52FF"/>
            </a:solidFill>
            <a:prstDash val="dot"/>
            <a:round/>
            <a:headEnd type="none" w="sm" len="sm"/>
            <a:tailEnd type="none" w="sm" len="sm"/>
          </a:ln>
        </p:spPr>
      </p:cxnSp>
      <p:grpSp>
        <p:nvGrpSpPr>
          <p:cNvPr id="52" name="Google Shape;52;p5"/>
          <p:cNvGrpSpPr/>
          <p:nvPr/>
        </p:nvGrpSpPr>
        <p:grpSpPr>
          <a:xfrm rot="10800000">
            <a:off x="6755128" y="6835590"/>
            <a:ext cx="451348" cy="451348"/>
            <a:chOff x="0" y="0"/>
            <a:chExt cx="812800" cy="812800"/>
          </a:xfrm>
        </p:grpSpPr>
        <p:sp>
          <p:nvSpPr>
            <p:cNvPr id="53" name="Google Shape;53;p5"/>
            <p:cNvSpPr/>
            <p:nvPr/>
          </p:nvSpPr>
          <p:spPr>
            <a:xfrm>
              <a:off x="0" y="0"/>
              <a:ext cx="812800" cy="812800"/>
            </a:xfrm>
            <a:custGeom>
              <a:avLst/>
              <a:gdLst/>
              <a:ahLst/>
              <a:cxnLst/>
              <a:rect l="l" t="t" r="r" b="b"/>
              <a:pathLst>
                <a:path w="812800" h="812800" extrusionOk="0">
                  <a:moveTo>
                    <a:pt x="406400" y="0"/>
                  </a:moveTo>
                  <a:lnTo>
                    <a:pt x="812800" y="406400"/>
                  </a:lnTo>
                  <a:lnTo>
                    <a:pt x="406400" y="812800"/>
                  </a:lnTo>
                  <a:lnTo>
                    <a:pt x="0" y="406400"/>
                  </a:lnTo>
                  <a:lnTo>
                    <a:pt x="406400" y="0"/>
                  </a:lnTo>
                  <a:close/>
                </a:path>
              </a:pathLst>
            </a:custGeom>
            <a:solidFill>
              <a:srgbClr val="8C52FF"/>
            </a:solidFill>
            <a:ln>
              <a:noFill/>
            </a:ln>
          </p:spPr>
        </p:sp>
        <p:sp>
          <p:nvSpPr>
            <p:cNvPr id="54" name="Google Shape;54;p5"/>
            <p:cNvSpPr txBox="1"/>
            <p:nvPr/>
          </p:nvSpPr>
          <p:spPr>
            <a:xfrm>
              <a:off x="139700" y="101600"/>
              <a:ext cx="533400" cy="5715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55" name="Google Shape;55;p5"/>
          <p:cNvCxnSpPr/>
          <p:nvPr/>
        </p:nvCxnSpPr>
        <p:spPr>
          <a:xfrm>
            <a:off x="15666876" y="5051518"/>
            <a:ext cx="0" cy="1784100"/>
          </a:xfrm>
          <a:prstGeom prst="straightConnector1">
            <a:avLst/>
          </a:prstGeom>
          <a:noFill/>
          <a:ln w="76200" cap="flat" cmpd="sng">
            <a:solidFill>
              <a:srgbClr val="8C52FF"/>
            </a:solidFill>
            <a:prstDash val="dot"/>
            <a:round/>
            <a:headEnd type="none" w="sm" len="sm"/>
            <a:tailEnd type="none" w="sm" len="sm"/>
          </a:ln>
        </p:spPr>
      </p:cxnSp>
      <p:grpSp>
        <p:nvGrpSpPr>
          <p:cNvPr id="56" name="Google Shape;56;p5"/>
          <p:cNvGrpSpPr/>
          <p:nvPr/>
        </p:nvGrpSpPr>
        <p:grpSpPr>
          <a:xfrm rot="10800000">
            <a:off x="15441216" y="6835590"/>
            <a:ext cx="451348" cy="451348"/>
            <a:chOff x="0" y="0"/>
            <a:chExt cx="812800" cy="812800"/>
          </a:xfrm>
        </p:grpSpPr>
        <p:sp>
          <p:nvSpPr>
            <p:cNvPr id="57" name="Google Shape;57;p5"/>
            <p:cNvSpPr/>
            <p:nvPr/>
          </p:nvSpPr>
          <p:spPr>
            <a:xfrm>
              <a:off x="0" y="0"/>
              <a:ext cx="812800" cy="812800"/>
            </a:xfrm>
            <a:custGeom>
              <a:avLst/>
              <a:gdLst/>
              <a:ahLst/>
              <a:cxnLst/>
              <a:rect l="l" t="t" r="r" b="b"/>
              <a:pathLst>
                <a:path w="812800" h="812800" extrusionOk="0">
                  <a:moveTo>
                    <a:pt x="406400" y="0"/>
                  </a:moveTo>
                  <a:lnTo>
                    <a:pt x="812800" y="406400"/>
                  </a:lnTo>
                  <a:lnTo>
                    <a:pt x="406400" y="812800"/>
                  </a:lnTo>
                  <a:lnTo>
                    <a:pt x="0" y="406400"/>
                  </a:lnTo>
                  <a:lnTo>
                    <a:pt x="406400" y="0"/>
                  </a:lnTo>
                  <a:close/>
                </a:path>
              </a:pathLst>
            </a:custGeom>
            <a:solidFill>
              <a:srgbClr val="8C52FF"/>
            </a:solidFill>
            <a:ln>
              <a:noFill/>
            </a:ln>
          </p:spPr>
        </p:sp>
        <p:sp>
          <p:nvSpPr>
            <p:cNvPr id="58" name="Google Shape;58;p5"/>
            <p:cNvSpPr txBox="1"/>
            <p:nvPr/>
          </p:nvSpPr>
          <p:spPr>
            <a:xfrm>
              <a:off x="139700" y="101600"/>
              <a:ext cx="533400" cy="5715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59" name="Google Shape;59;p5"/>
          <p:cNvSpPr txBox="1">
            <a:spLocks noGrp="1"/>
          </p:cNvSpPr>
          <p:nvPr>
            <p:ph type="body" idx="1"/>
          </p:nvPr>
        </p:nvSpPr>
        <p:spPr>
          <a:xfrm>
            <a:off x="902600" y="5633725"/>
            <a:ext cx="3721800" cy="2505000"/>
          </a:xfrm>
          <a:prstGeom prst="rect">
            <a:avLst/>
          </a:prstGeom>
        </p:spPr>
        <p:txBody>
          <a:bodyPr spcFirstLastPara="1" wrap="square" lIns="0" tIns="0" rIns="0" bIns="0" anchor="t" anchorCtr="0">
            <a:noAutofit/>
          </a:bodyPr>
          <a:lstStyle>
            <a:lvl1pPr marL="457200" lvl="0" indent="-361950" algn="ctr" rtl="0">
              <a:spcBef>
                <a:spcPts val="640"/>
              </a:spcBef>
              <a:spcAft>
                <a:spcPts val="0"/>
              </a:spcAft>
              <a:buSzPts val="2100"/>
              <a:buChar char="•"/>
              <a:defRPr/>
            </a:lvl1pPr>
            <a:lvl2pPr marL="914400" lvl="1" indent="-361950" algn="ctr" rtl="0">
              <a:spcBef>
                <a:spcPts val="560"/>
              </a:spcBef>
              <a:spcAft>
                <a:spcPts val="0"/>
              </a:spcAft>
              <a:buSzPts val="2100"/>
              <a:buChar char="–"/>
              <a:defRPr/>
            </a:lvl2pPr>
            <a:lvl3pPr marL="1371600" lvl="2" indent="-361950" algn="ctr" rtl="0">
              <a:spcBef>
                <a:spcPts val="480"/>
              </a:spcBef>
              <a:spcAft>
                <a:spcPts val="0"/>
              </a:spcAft>
              <a:buSzPts val="2100"/>
              <a:buChar char="•"/>
              <a:defRPr/>
            </a:lvl3pPr>
            <a:lvl4pPr marL="1828800" lvl="3" indent="-361950" algn="ctr" rtl="0">
              <a:spcBef>
                <a:spcPts val="400"/>
              </a:spcBef>
              <a:spcAft>
                <a:spcPts val="0"/>
              </a:spcAft>
              <a:buSzPts val="2100"/>
              <a:buChar char="–"/>
              <a:defRPr/>
            </a:lvl4pPr>
            <a:lvl5pPr marL="2286000" lvl="4" indent="-361950" algn="ctr" rtl="0">
              <a:spcBef>
                <a:spcPts val="400"/>
              </a:spcBef>
              <a:spcAft>
                <a:spcPts val="0"/>
              </a:spcAft>
              <a:buSzPts val="2100"/>
              <a:buChar char="»"/>
              <a:defRPr/>
            </a:lvl5pPr>
            <a:lvl6pPr marL="2743200" lvl="5" indent="-361950" algn="ctr" rtl="0">
              <a:spcBef>
                <a:spcPts val="400"/>
              </a:spcBef>
              <a:spcAft>
                <a:spcPts val="0"/>
              </a:spcAft>
              <a:buSzPts val="2100"/>
              <a:buChar char="•"/>
              <a:defRPr/>
            </a:lvl6pPr>
            <a:lvl7pPr marL="3200400" lvl="6" indent="-361950" algn="ctr" rtl="0">
              <a:spcBef>
                <a:spcPts val="400"/>
              </a:spcBef>
              <a:spcAft>
                <a:spcPts val="0"/>
              </a:spcAft>
              <a:buSzPts val="2100"/>
              <a:buChar char="•"/>
              <a:defRPr/>
            </a:lvl7pPr>
            <a:lvl8pPr marL="3657600" lvl="7" indent="-361950" algn="ctr" rtl="0">
              <a:spcBef>
                <a:spcPts val="400"/>
              </a:spcBef>
              <a:spcAft>
                <a:spcPts val="0"/>
              </a:spcAft>
              <a:buSzPts val="2100"/>
              <a:buChar char="•"/>
              <a:defRPr/>
            </a:lvl8pPr>
            <a:lvl9pPr marL="4114800" lvl="8" indent="-361950" algn="ctr" rtl="0">
              <a:spcBef>
                <a:spcPts val="400"/>
              </a:spcBef>
              <a:spcAft>
                <a:spcPts val="0"/>
              </a:spcAft>
              <a:buSzPts val="2100"/>
              <a:buChar char="•"/>
              <a:defRPr/>
            </a:lvl9pPr>
          </a:lstStyle>
          <a:p>
            <a:endParaRPr/>
          </a:p>
        </p:txBody>
      </p:sp>
      <p:sp>
        <p:nvSpPr>
          <p:cNvPr id="60" name="Google Shape;60;p5"/>
          <p:cNvSpPr txBox="1">
            <a:spLocks noGrp="1"/>
          </p:cNvSpPr>
          <p:nvPr>
            <p:ph type="title" idx="2"/>
          </p:nvPr>
        </p:nvSpPr>
        <p:spPr>
          <a:xfrm>
            <a:off x="9324750" y="1272000"/>
            <a:ext cx="3998100" cy="1143000"/>
          </a:xfrm>
          <a:prstGeom prst="rect">
            <a:avLst/>
          </a:prstGeom>
        </p:spPr>
        <p:txBody>
          <a:bodyPr spcFirstLastPara="1" wrap="square" lIns="0" tIns="0" rIns="0" bIns="0" anchor="t" anchorCtr="0">
            <a:noAutofit/>
          </a:bodyPr>
          <a:lstStyle>
            <a:lvl1pPr lvl="0" rtl="0">
              <a:spcBef>
                <a:spcPts val="0"/>
              </a:spcBef>
              <a:spcAft>
                <a:spcPts val="0"/>
              </a:spcAft>
              <a:buSzPts val="8000"/>
              <a:buNone/>
              <a:defRPr/>
            </a:lvl1pPr>
            <a:lvl2pPr lvl="1" rtl="0">
              <a:spcBef>
                <a:spcPts val="0"/>
              </a:spcBef>
              <a:spcAft>
                <a:spcPts val="0"/>
              </a:spcAft>
              <a:buSzPts val="8000"/>
              <a:buNone/>
              <a:defRPr/>
            </a:lvl2pPr>
            <a:lvl3pPr lvl="2" rtl="0">
              <a:spcBef>
                <a:spcPts val="0"/>
              </a:spcBef>
              <a:spcAft>
                <a:spcPts val="0"/>
              </a:spcAft>
              <a:buSzPts val="8000"/>
              <a:buNone/>
              <a:defRPr/>
            </a:lvl3pPr>
            <a:lvl4pPr lvl="3" rtl="0">
              <a:spcBef>
                <a:spcPts val="0"/>
              </a:spcBef>
              <a:spcAft>
                <a:spcPts val="0"/>
              </a:spcAft>
              <a:buSzPts val="8000"/>
              <a:buNone/>
              <a:defRPr/>
            </a:lvl4pPr>
            <a:lvl5pPr lvl="4" rtl="0">
              <a:spcBef>
                <a:spcPts val="0"/>
              </a:spcBef>
              <a:spcAft>
                <a:spcPts val="0"/>
              </a:spcAft>
              <a:buSzPts val="8000"/>
              <a:buNone/>
              <a:defRPr/>
            </a:lvl5pPr>
            <a:lvl6pPr lvl="5" rtl="0">
              <a:spcBef>
                <a:spcPts val="0"/>
              </a:spcBef>
              <a:spcAft>
                <a:spcPts val="0"/>
              </a:spcAft>
              <a:buSzPts val="8000"/>
              <a:buNone/>
              <a:defRPr/>
            </a:lvl6pPr>
            <a:lvl7pPr lvl="6" rtl="0">
              <a:spcBef>
                <a:spcPts val="0"/>
              </a:spcBef>
              <a:spcAft>
                <a:spcPts val="0"/>
              </a:spcAft>
              <a:buSzPts val="8000"/>
              <a:buNone/>
              <a:defRPr/>
            </a:lvl7pPr>
            <a:lvl8pPr lvl="7" rtl="0">
              <a:spcBef>
                <a:spcPts val="0"/>
              </a:spcBef>
              <a:spcAft>
                <a:spcPts val="0"/>
              </a:spcAft>
              <a:buSzPts val="8000"/>
              <a:buNone/>
              <a:defRPr/>
            </a:lvl8pPr>
            <a:lvl9pPr lvl="8" rtl="0">
              <a:spcBef>
                <a:spcPts val="0"/>
              </a:spcBef>
              <a:spcAft>
                <a:spcPts val="0"/>
              </a:spcAft>
              <a:buSzPts val="8000"/>
              <a:buNone/>
              <a:defRPr/>
            </a:lvl9pPr>
          </a:lstStyle>
          <a:p>
            <a:endParaRPr/>
          </a:p>
        </p:txBody>
      </p:sp>
      <p:sp>
        <p:nvSpPr>
          <p:cNvPr id="61" name="Google Shape;61;p5"/>
          <p:cNvSpPr txBox="1">
            <a:spLocks noGrp="1"/>
          </p:cNvSpPr>
          <p:nvPr>
            <p:ph type="body" idx="3"/>
          </p:nvPr>
        </p:nvSpPr>
        <p:spPr>
          <a:xfrm>
            <a:off x="9462900" y="5633725"/>
            <a:ext cx="3721800" cy="2505000"/>
          </a:xfrm>
          <a:prstGeom prst="rect">
            <a:avLst/>
          </a:prstGeom>
        </p:spPr>
        <p:txBody>
          <a:bodyPr spcFirstLastPara="1" wrap="square" lIns="0" tIns="0" rIns="0" bIns="0" anchor="t" anchorCtr="0">
            <a:noAutofit/>
          </a:bodyPr>
          <a:lstStyle>
            <a:lvl1pPr marL="457200" lvl="0" indent="-361950" algn="ctr" rtl="0">
              <a:spcBef>
                <a:spcPts val="640"/>
              </a:spcBef>
              <a:spcAft>
                <a:spcPts val="0"/>
              </a:spcAft>
              <a:buSzPts val="2100"/>
              <a:buChar char="•"/>
              <a:defRPr/>
            </a:lvl1pPr>
            <a:lvl2pPr marL="914400" lvl="1" indent="-361950" algn="ctr" rtl="0">
              <a:spcBef>
                <a:spcPts val="560"/>
              </a:spcBef>
              <a:spcAft>
                <a:spcPts val="0"/>
              </a:spcAft>
              <a:buSzPts val="2100"/>
              <a:buChar char="–"/>
              <a:defRPr/>
            </a:lvl2pPr>
            <a:lvl3pPr marL="1371600" lvl="2" indent="-361950" algn="ctr" rtl="0">
              <a:spcBef>
                <a:spcPts val="480"/>
              </a:spcBef>
              <a:spcAft>
                <a:spcPts val="0"/>
              </a:spcAft>
              <a:buSzPts val="2100"/>
              <a:buChar char="•"/>
              <a:defRPr/>
            </a:lvl3pPr>
            <a:lvl4pPr marL="1828800" lvl="3" indent="-361950" algn="ctr" rtl="0">
              <a:spcBef>
                <a:spcPts val="400"/>
              </a:spcBef>
              <a:spcAft>
                <a:spcPts val="0"/>
              </a:spcAft>
              <a:buSzPts val="2100"/>
              <a:buChar char="–"/>
              <a:defRPr/>
            </a:lvl4pPr>
            <a:lvl5pPr marL="2286000" lvl="4" indent="-361950" algn="ctr" rtl="0">
              <a:spcBef>
                <a:spcPts val="400"/>
              </a:spcBef>
              <a:spcAft>
                <a:spcPts val="0"/>
              </a:spcAft>
              <a:buSzPts val="2100"/>
              <a:buChar char="»"/>
              <a:defRPr/>
            </a:lvl5pPr>
            <a:lvl6pPr marL="2743200" lvl="5" indent="-361950" algn="ctr" rtl="0">
              <a:spcBef>
                <a:spcPts val="400"/>
              </a:spcBef>
              <a:spcAft>
                <a:spcPts val="0"/>
              </a:spcAft>
              <a:buSzPts val="2100"/>
              <a:buChar char="•"/>
              <a:defRPr/>
            </a:lvl6pPr>
            <a:lvl7pPr marL="3200400" lvl="6" indent="-361950" algn="ctr" rtl="0">
              <a:spcBef>
                <a:spcPts val="400"/>
              </a:spcBef>
              <a:spcAft>
                <a:spcPts val="0"/>
              </a:spcAft>
              <a:buSzPts val="2100"/>
              <a:buChar char="•"/>
              <a:defRPr/>
            </a:lvl7pPr>
            <a:lvl8pPr marL="3657600" lvl="7" indent="-361950" algn="ctr" rtl="0">
              <a:spcBef>
                <a:spcPts val="400"/>
              </a:spcBef>
              <a:spcAft>
                <a:spcPts val="0"/>
              </a:spcAft>
              <a:buSzPts val="2100"/>
              <a:buChar char="•"/>
              <a:defRPr/>
            </a:lvl8pPr>
            <a:lvl9pPr marL="4114800" lvl="8" indent="-361950" algn="ctr" rtl="0">
              <a:spcBef>
                <a:spcPts val="400"/>
              </a:spcBef>
              <a:spcAft>
                <a:spcPts val="0"/>
              </a:spcAft>
              <a:buSzPts val="2100"/>
              <a:buChar char="•"/>
              <a:defRPr/>
            </a:lvl9pPr>
          </a:lstStyle>
          <a:p>
            <a:endParaRPr/>
          </a:p>
        </p:txBody>
      </p:sp>
      <p:sp>
        <p:nvSpPr>
          <p:cNvPr id="62" name="Google Shape;62;p5"/>
          <p:cNvSpPr txBox="1">
            <a:spLocks noGrp="1"/>
          </p:cNvSpPr>
          <p:nvPr>
            <p:ph type="title" idx="4"/>
          </p:nvPr>
        </p:nvSpPr>
        <p:spPr>
          <a:xfrm>
            <a:off x="5044600" y="7567575"/>
            <a:ext cx="3998100" cy="1143000"/>
          </a:xfrm>
          <a:prstGeom prst="rect">
            <a:avLst/>
          </a:prstGeom>
        </p:spPr>
        <p:txBody>
          <a:bodyPr spcFirstLastPara="1" wrap="square" lIns="0" tIns="0" rIns="0" bIns="0" anchor="t" anchorCtr="0">
            <a:noAutofit/>
          </a:bodyPr>
          <a:lstStyle>
            <a:lvl1pPr lvl="0" rtl="0">
              <a:spcBef>
                <a:spcPts val="0"/>
              </a:spcBef>
              <a:spcAft>
                <a:spcPts val="0"/>
              </a:spcAft>
              <a:buSzPts val="8000"/>
              <a:buNone/>
              <a:defRPr/>
            </a:lvl1pPr>
            <a:lvl2pPr lvl="1" rtl="0">
              <a:spcBef>
                <a:spcPts val="0"/>
              </a:spcBef>
              <a:spcAft>
                <a:spcPts val="0"/>
              </a:spcAft>
              <a:buSzPts val="8000"/>
              <a:buNone/>
              <a:defRPr/>
            </a:lvl2pPr>
            <a:lvl3pPr lvl="2" rtl="0">
              <a:spcBef>
                <a:spcPts val="0"/>
              </a:spcBef>
              <a:spcAft>
                <a:spcPts val="0"/>
              </a:spcAft>
              <a:buSzPts val="8000"/>
              <a:buNone/>
              <a:defRPr/>
            </a:lvl3pPr>
            <a:lvl4pPr lvl="3" rtl="0">
              <a:spcBef>
                <a:spcPts val="0"/>
              </a:spcBef>
              <a:spcAft>
                <a:spcPts val="0"/>
              </a:spcAft>
              <a:buSzPts val="8000"/>
              <a:buNone/>
              <a:defRPr/>
            </a:lvl4pPr>
            <a:lvl5pPr lvl="4" rtl="0">
              <a:spcBef>
                <a:spcPts val="0"/>
              </a:spcBef>
              <a:spcAft>
                <a:spcPts val="0"/>
              </a:spcAft>
              <a:buSzPts val="8000"/>
              <a:buNone/>
              <a:defRPr/>
            </a:lvl5pPr>
            <a:lvl6pPr lvl="5" rtl="0">
              <a:spcBef>
                <a:spcPts val="0"/>
              </a:spcBef>
              <a:spcAft>
                <a:spcPts val="0"/>
              </a:spcAft>
              <a:buSzPts val="8000"/>
              <a:buNone/>
              <a:defRPr/>
            </a:lvl6pPr>
            <a:lvl7pPr lvl="6" rtl="0">
              <a:spcBef>
                <a:spcPts val="0"/>
              </a:spcBef>
              <a:spcAft>
                <a:spcPts val="0"/>
              </a:spcAft>
              <a:buSzPts val="8000"/>
              <a:buNone/>
              <a:defRPr/>
            </a:lvl7pPr>
            <a:lvl8pPr lvl="7" rtl="0">
              <a:spcBef>
                <a:spcPts val="0"/>
              </a:spcBef>
              <a:spcAft>
                <a:spcPts val="0"/>
              </a:spcAft>
              <a:buSzPts val="8000"/>
              <a:buNone/>
              <a:defRPr/>
            </a:lvl8pPr>
            <a:lvl9pPr lvl="8" rtl="0">
              <a:spcBef>
                <a:spcPts val="0"/>
              </a:spcBef>
              <a:spcAft>
                <a:spcPts val="0"/>
              </a:spcAft>
              <a:buSzPts val="8000"/>
              <a:buNone/>
              <a:defRPr/>
            </a:lvl9pPr>
          </a:lstStyle>
          <a:p>
            <a:endParaRPr/>
          </a:p>
        </p:txBody>
      </p:sp>
      <p:sp>
        <p:nvSpPr>
          <p:cNvPr id="63" name="Google Shape;63;p5"/>
          <p:cNvSpPr txBox="1">
            <a:spLocks noGrp="1"/>
          </p:cNvSpPr>
          <p:nvPr>
            <p:ph type="body" idx="5"/>
          </p:nvPr>
        </p:nvSpPr>
        <p:spPr>
          <a:xfrm>
            <a:off x="5182750" y="2415000"/>
            <a:ext cx="3721800" cy="2505000"/>
          </a:xfrm>
          <a:prstGeom prst="rect">
            <a:avLst/>
          </a:prstGeom>
        </p:spPr>
        <p:txBody>
          <a:bodyPr spcFirstLastPara="1" wrap="square" lIns="0" tIns="0" rIns="0" bIns="0" anchor="t" anchorCtr="0">
            <a:noAutofit/>
          </a:bodyPr>
          <a:lstStyle>
            <a:lvl1pPr marL="457200" lvl="0" indent="-361950" algn="ctr" rtl="0">
              <a:spcBef>
                <a:spcPts val="640"/>
              </a:spcBef>
              <a:spcAft>
                <a:spcPts val="0"/>
              </a:spcAft>
              <a:buSzPts val="2100"/>
              <a:buChar char="•"/>
              <a:defRPr/>
            </a:lvl1pPr>
            <a:lvl2pPr marL="914400" lvl="1" indent="-361950" algn="ctr" rtl="0">
              <a:spcBef>
                <a:spcPts val="560"/>
              </a:spcBef>
              <a:spcAft>
                <a:spcPts val="0"/>
              </a:spcAft>
              <a:buSzPts val="2100"/>
              <a:buChar char="–"/>
              <a:defRPr/>
            </a:lvl2pPr>
            <a:lvl3pPr marL="1371600" lvl="2" indent="-361950" algn="ctr" rtl="0">
              <a:spcBef>
                <a:spcPts val="480"/>
              </a:spcBef>
              <a:spcAft>
                <a:spcPts val="0"/>
              </a:spcAft>
              <a:buSzPts val="2100"/>
              <a:buChar char="•"/>
              <a:defRPr/>
            </a:lvl3pPr>
            <a:lvl4pPr marL="1828800" lvl="3" indent="-361950" algn="ctr" rtl="0">
              <a:spcBef>
                <a:spcPts val="400"/>
              </a:spcBef>
              <a:spcAft>
                <a:spcPts val="0"/>
              </a:spcAft>
              <a:buSzPts val="2100"/>
              <a:buChar char="–"/>
              <a:defRPr/>
            </a:lvl4pPr>
            <a:lvl5pPr marL="2286000" lvl="4" indent="-361950" algn="ctr" rtl="0">
              <a:spcBef>
                <a:spcPts val="400"/>
              </a:spcBef>
              <a:spcAft>
                <a:spcPts val="0"/>
              </a:spcAft>
              <a:buSzPts val="2100"/>
              <a:buChar char="»"/>
              <a:defRPr/>
            </a:lvl5pPr>
            <a:lvl6pPr marL="2743200" lvl="5" indent="-361950" algn="ctr" rtl="0">
              <a:spcBef>
                <a:spcPts val="400"/>
              </a:spcBef>
              <a:spcAft>
                <a:spcPts val="0"/>
              </a:spcAft>
              <a:buSzPts val="2100"/>
              <a:buChar char="•"/>
              <a:defRPr/>
            </a:lvl6pPr>
            <a:lvl7pPr marL="3200400" lvl="6" indent="-361950" algn="ctr" rtl="0">
              <a:spcBef>
                <a:spcPts val="400"/>
              </a:spcBef>
              <a:spcAft>
                <a:spcPts val="0"/>
              </a:spcAft>
              <a:buSzPts val="2100"/>
              <a:buChar char="•"/>
              <a:defRPr/>
            </a:lvl7pPr>
            <a:lvl8pPr marL="3657600" lvl="7" indent="-361950" algn="ctr" rtl="0">
              <a:spcBef>
                <a:spcPts val="400"/>
              </a:spcBef>
              <a:spcAft>
                <a:spcPts val="0"/>
              </a:spcAft>
              <a:buSzPts val="2100"/>
              <a:buChar char="•"/>
              <a:defRPr/>
            </a:lvl8pPr>
            <a:lvl9pPr marL="4114800" lvl="8" indent="-361950" algn="ctr" rtl="0">
              <a:spcBef>
                <a:spcPts val="400"/>
              </a:spcBef>
              <a:spcAft>
                <a:spcPts val="0"/>
              </a:spcAft>
              <a:buSzPts val="2100"/>
              <a:buChar char="•"/>
              <a:defRPr/>
            </a:lvl9pPr>
          </a:lstStyle>
          <a:p>
            <a:endParaRPr/>
          </a:p>
        </p:txBody>
      </p:sp>
      <p:sp>
        <p:nvSpPr>
          <p:cNvPr id="64" name="Google Shape;64;p5"/>
          <p:cNvSpPr txBox="1">
            <a:spLocks noGrp="1"/>
          </p:cNvSpPr>
          <p:nvPr>
            <p:ph type="title" idx="6"/>
          </p:nvPr>
        </p:nvSpPr>
        <p:spPr>
          <a:xfrm>
            <a:off x="13604900" y="7567575"/>
            <a:ext cx="3998100" cy="1143000"/>
          </a:xfrm>
          <a:prstGeom prst="rect">
            <a:avLst/>
          </a:prstGeom>
        </p:spPr>
        <p:txBody>
          <a:bodyPr spcFirstLastPara="1" wrap="square" lIns="0" tIns="0" rIns="0" bIns="0" anchor="t" anchorCtr="0">
            <a:noAutofit/>
          </a:bodyPr>
          <a:lstStyle>
            <a:lvl1pPr lvl="0" rtl="0">
              <a:spcBef>
                <a:spcPts val="0"/>
              </a:spcBef>
              <a:spcAft>
                <a:spcPts val="0"/>
              </a:spcAft>
              <a:buSzPts val="8000"/>
              <a:buNone/>
              <a:defRPr/>
            </a:lvl1pPr>
            <a:lvl2pPr lvl="1" rtl="0">
              <a:spcBef>
                <a:spcPts val="0"/>
              </a:spcBef>
              <a:spcAft>
                <a:spcPts val="0"/>
              </a:spcAft>
              <a:buSzPts val="8000"/>
              <a:buNone/>
              <a:defRPr/>
            </a:lvl2pPr>
            <a:lvl3pPr lvl="2" rtl="0">
              <a:spcBef>
                <a:spcPts val="0"/>
              </a:spcBef>
              <a:spcAft>
                <a:spcPts val="0"/>
              </a:spcAft>
              <a:buSzPts val="8000"/>
              <a:buNone/>
              <a:defRPr/>
            </a:lvl3pPr>
            <a:lvl4pPr lvl="3" rtl="0">
              <a:spcBef>
                <a:spcPts val="0"/>
              </a:spcBef>
              <a:spcAft>
                <a:spcPts val="0"/>
              </a:spcAft>
              <a:buSzPts val="8000"/>
              <a:buNone/>
              <a:defRPr/>
            </a:lvl4pPr>
            <a:lvl5pPr lvl="4" rtl="0">
              <a:spcBef>
                <a:spcPts val="0"/>
              </a:spcBef>
              <a:spcAft>
                <a:spcPts val="0"/>
              </a:spcAft>
              <a:buSzPts val="8000"/>
              <a:buNone/>
              <a:defRPr/>
            </a:lvl5pPr>
            <a:lvl6pPr lvl="5" rtl="0">
              <a:spcBef>
                <a:spcPts val="0"/>
              </a:spcBef>
              <a:spcAft>
                <a:spcPts val="0"/>
              </a:spcAft>
              <a:buSzPts val="8000"/>
              <a:buNone/>
              <a:defRPr/>
            </a:lvl6pPr>
            <a:lvl7pPr lvl="6" rtl="0">
              <a:spcBef>
                <a:spcPts val="0"/>
              </a:spcBef>
              <a:spcAft>
                <a:spcPts val="0"/>
              </a:spcAft>
              <a:buSzPts val="8000"/>
              <a:buNone/>
              <a:defRPr/>
            </a:lvl7pPr>
            <a:lvl8pPr lvl="7" rtl="0">
              <a:spcBef>
                <a:spcPts val="0"/>
              </a:spcBef>
              <a:spcAft>
                <a:spcPts val="0"/>
              </a:spcAft>
              <a:buSzPts val="8000"/>
              <a:buNone/>
              <a:defRPr/>
            </a:lvl8pPr>
            <a:lvl9pPr lvl="8" rtl="0">
              <a:spcBef>
                <a:spcPts val="0"/>
              </a:spcBef>
              <a:spcAft>
                <a:spcPts val="0"/>
              </a:spcAft>
              <a:buSzPts val="8000"/>
              <a:buNone/>
              <a:defRPr/>
            </a:lvl9pPr>
          </a:lstStyle>
          <a:p>
            <a:endParaRPr/>
          </a:p>
        </p:txBody>
      </p:sp>
      <p:sp>
        <p:nvSpPr>
          <p:cNvPr id="65" name="Google Shape;65;p5"/>
          <p:cNvSpPr txBox="1">
            <a:spLocks noGrp="1"/>
          </p:cNvSpPr>
          <p:nvPr>
            <p:ph type="body" idx="7"/>
          </p:nvPr>
        </p:nvSpPr>
        <p:spPr>
          <a:xfrm>
            <a:off x="13743050" y="2415000"/>
            <a:ext cx="3721800" cy="2505000"/>
          </a:xfrm>
          <a:prstGeom prst="rect">
            <a:avLst/>
          </a:prstGeom>
        </p:spPr>
        <p:txBody>
          <a:bodyPr spcFirstLastPara="1" wrap="square" lIns="0" tIns="0" rIns="0" bIns="0" anchor="t" anchorCtr="0">
            <a:noAutofit/>
          </a:bodyPr>
          <a:lstStyle>
            <a:lvl1pPr marL="457200" lvl="0" indent="-361950" algn="ctr" rtl="0">
              <a:spcBef>
                <a:spcPts val="640"/>
              </a:spcBef>
              <a:spcAft>
                <a:spcPts val="0"/>
              </a:spcAft>
              <a:buSzPts val="2100"/>
              <a:buChar char="•"/>
              <a:defRPr/>
            </a:lvl1pPr>
            <a:lvl2pPr marL="914400" lvl="1" indent="-361950" algn="ctr" rtl="0">
              <a:spcBef>
                <a:spcPts val="560"/>
              </a:spcBef>
              <a:spcAft>
                <a:spcPts val="0"/>
              </a:spcAft>
              <a:buSzPts val="2100"/>
              <a:buChar char="–"/>
              <a:defRPr/>
            </a:lvl2pPr>
            <a:lvl3pPr marL="1371600" lvl="2" indent="-361950" algn="ctr" rtl="0">
              <a:spcBef>
                <a:spcPts val="480"/>
              </a:spcBef>
              <a:spcAft>
                <a:spcPts val="0"/>
              </a:spcAft>
              <a:buSzPts val="2100"/>
              <a:buChar char="•"/>
              <a:defRPr/>
            </a:lvl3pPr>
            <a:lvl4pPr marL="1828800" lvl="3" indent="-361950" algn="ctr" rtl="0">
              <a:spcBef>
                <a:spcPts val="400"/>
              </a:spcBef>
              <a:spcAft>
                <a:spcPts val="0"/>
              </a:spcAft>
              <a:buSzPts val="2100"/>
              <a:buChar char="–"/>
              <a:defRPr/>
            </a:lvl4pPr>
            <a:lvl5pPr marL="2286000" lvl="4" indent="-361950" algn="ctr" rtl="0">
              <a:spcBef>
                <a:spcPts val="400"/>
              </a:spcBef>
              <a:spcAft>
                <a:spcPts val="0"/>
              </a:spcAft>
              <a:buSzPts val="2100"/>
              <a:buChar char="»"/>
              <a:defRPr/>
            </a:lvl5pPr>
            <a:lvl6pPr marL="2743200" lvl="5" indent="-361950" algn="ctr" rtl="0">
              <a:spcBef>
                <a:spcPts val="400"/>
              </a:spcBef>
              <a:spcAft>
                <a:spcPts val="0"/>
              </a:spcAft>
              <a:buSzPts val="2100"/>
              <a:buChar char="•"/>
              <a:defRPr/>
            </a:lvl6pPr>
            <a:lvl7pPr marL="3200400" lvl="6" indent="-361950" algn="ctr" rtl="0">
              <a:spcBef>
                <a:spcPts val="400"/>
              </a:spcBef>
              <a:spcAft>
                <a:spcPts val="0"/>
              </a:spcAft>
              <a:buSzPts val="2100"/>
              <a:buChar char="•"/>
              <a:defRPr/>
            </a:lvl7pPr>
            <a:lvl8pPr marL="3657600" lvl="7" indent="-361950" algn="ctr" rtl="0">
              <a:spcBef>
                <a:spcPts val="400"/>
              </a:spcBef>
              <a:spcAft>
                <a:spcPts val="0"/>
              </a:spcAft>
              <a:buSzPts val="2100"/>
              <a:buChar char="•"/>
              <a:defRPr/>
            </a:lvl8pPr>
            <a:lvl9pPr marL="4114800" lvl="8" indent="-361950" algn="ctr" rtl="0">
              <a:spcBef>
                <a:spcPts val="400"/>
              </a:spcBef>
              <a:spcAft>
                <a:spcPts val="0"/>
              </a:spcAft>
              <a:buSzPts val="21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ustom Layout 4">
  <p:cSld name="CUSTOM_3">
    <p:spTree>
      <p:nvGrpSpPr>
        <p:cNvPr id="1" name="Shape 66"/>
        <p:cNvGrpSpPr/>
        <p:nvPr/>
      </p:nvGrpSpPr>
      <p:grpSpPr>
        <a:xfrm>
          <a:off x="0" y="0"/>
          <a:ext cx="0" cy="0"/>
          <a:chOff x="0" y="0"/>
          <a:chExt cx="0" cy="0"/>
        </a:xfrm>
      </p:grpSpPr>
      <p:sp>
        <p:nvSpPr>
          <p:cNvPr id="67" name="Google Shape;67;p6"/>
          <p:cNvSpPr>
            <a:spLocks noGrp="1"/>
          </p:cNvSpPr>
          <p:nvPr>
            <p:ph type="pic" idx="2"/>
          </p:nvPr>
        </p:nvSpPr>
        <p:spPr>
          <a:xfrm>
            <a:off x="200" y="0"/>
            <a:ext cx="6213900" cy="10287000"/>
          </a:xfrm>
          <a:prstGeom prst="rect">
            <a:avLst/>
          </a:prstGeom>
          <a:noFill/>
          <a:ln>
            <a:noFill/>
          </a:ln>
        </p:spPr>
      </p:sp>
      <p:sp>
        <p:nvSpPr>
          <p:cNvPr id="68" name="Google Shape;68;p6"/>
          <p:cNvSpPr txBox="1">
            <a:spLocks noGrp="1"/>
          </p:cNvSpPr>
          <p:nvPr>
            <p:ph type="title"/>
          </p:nvPr>
        </p:nvSpPr>
        <p:spPr>
          <a:xfrm>
            <a:off x="6899675" y="1584700"/>
            <a:ext cx="7910100" cy="1143000"/>
          </a:xfrm>
          <a:prstGeom prst="rect">
            <a:avLst/>
          </a:prstGeom>
        </p:spPr>
        <p:txBody>
          <a:bodyPr spcFirstLastPara="1" wrap="square" lIns="0" tIns="0" rIns="0" bIns="0" anchor="t" anchorCtr="0">
            <a:noAutofit/>
          </a:bodyPr>
          <a:lstStyle>
            <a:lvl1pPr lvl="0" algn="l">
              <a:spcBef>
                <a:spcPts val="0"/>
              </a:spcBef>
              <a:spcAft>
                <a:spcPts val="0"/>
              </a:spcAft>
              <a:buSzPts val="8000"/>
              <a:buNone/>
              <a:defRPr/>
            </a:lvl1pPr>
            <a:lvl2pPr lvl="1">
              <a:spcBef>
                <a:spcPts val="0"/>
              </a:spcBef>
              <a:spcAft>
                <a:spcPts val="0"/>
              </a:spcAft>
              <a:buSzPts val="8000"/>
              <a:buNone/>
              <a:defRPr/>
            </a:lvl2pPr>
            <a:lvl3pPr lvl="2">
              <a:spcBef>
                <a:spcPts val="0"/>
              </a:spcBef>
              <a:spcAft>
                <a:spcPts val="0"/>
              </a:spcAft>
              <a:buSzPts val="8000"/>
              <a:buNone/>
              <a:defRPr/>
            </a:lvl3pPr>
            <a:lvl4pPr lvl="3">
              <a:spcBef>
                <a:spcPts val="0"/>
              </a:spcBef>
              <a:spcAft>
                <a:spcPts val="0"/>
              </a:spcAft>
              <a:buSzPts val="8000"/>
              <a:buNone/>
              <a:defRPr/>
            </a:lvl4pPr>
            <a:lvl5pPr lvl="4">
              <a:spcBef>
                <a:spcPts val="0"/>
              </a:spcBef>
              <a:spcAft>
                <a:spcPts val="0"/>
              </a:spcAft>
              <a:buSzPts val="8000"/>
              <a:buNone/>
              <a:defRPr/>
            </a:lvl5pPr>
            <a:lvl6pPr lvl="5">
              <a:spcBef>
                <a:spcPts val="0"/>
              </a:spcBef>
              <a:spcAft>
                <a:spcPts val="0"/>
              </a:spcAft>
              <a:buSzPts val="8000"/>
              <a:buNone/>
              <a:defRPr/>
            </a:lvl6pPr>
            <a:lvl7pPr lvl="6">
              <a:spcBef>
                <a:spcPts val="0"/>
              </a:spcBef>
              <a:spcAft>
                <a:spcPts val="0"/>
              </a:spcAft>
              <a:buSzPts val="8000"/>
              <a:buNone/>
              <a:defRPr/>
            </a:lvl7pPr>
            <a:lvl8pPr lvl="7">
              <a:spcBef>
                <a:spcPts val="0"/>
              </a:spcBef>
              <a:spcAft>
                <a:spcPts val="0"/>
              </a:spcAft>
              <a:buSzPts val="8000"/>
              <a:buNone/>
              <a:defRPr/>
            </a:lvl8pPr>
            <a:lvl9pPr lvl="8">
              <a:spcBef>
                <a:spcPts val="0"/>
              </a:spcBef>
              <a:spcAft>
                <a:spcPts val="0"/>
              </a:spcAft>
              <a:buSzPts val="8000"/>
              <a:buNone/>
              <a:defRPr/>
            </a:lvl9pPr>
          </a:lstStyle>
          <a:p>
            <a:endParaRPr/>
          </a:p>
        </p:txBody>
      </p:sp>
      <p:grpSp>
        <p:nvGrpSpPr>
          <p:cNvPr id="69" name="Google Shape;69;p6"/>
          <p:cNvGrpSpPr/>
          <p:nvPr/>
        </p:nvGrpSpPr>
        <p:grpSpPr>
          <a:xfrm>
            <a:off x="6899683" y="3543888"/>
            <a:ext cx="5065444" cy="2775914"/>
            <a:chOff x="0" y="-38100"/>
            <a:chExt cx="1334100" cy="731100"/>
          </a:xfrm>
        </p:grpSpPr>
        <p:sp>
          <p:nvSpPr>
            <p:cNvPr id="70" name="Google Shape;70;p6"/>
            <p:cNvSpPr/>
            <p:nvPr/>
          </p:nvSpPr>
          <p:spPr>
            <a:xfrm>
              <a:off x="0" y="0"/>
              <a:ext cx="1334060" cy="692960"/>
            </a:xfrm>
            <a:custGeom>
              <a:avLst/>
              <a:gdLst/>
              <a:ahLst/>
              <a:cxnLst/>
              <a:rect l="l" t="t" r="r" b="b"/>
              <a:pathLst>
                <a:path w="1334060" h="692960" extrusionOk="0">
                  <a:moveTo>
                    <a:pt x="77950" y="0"/>
                  </a:moveTo>
                  <a:lnTo>
                    <a:pt x="1256110" y="0"/>
                  </a:lnTo>
                  <a:cubicBezTo>
                    <a:pt x="1299160" y="0"/>
                    <a:pt x="1334060" y="34899"/>
                    <a:pt x="1334060" y="77950"/>
                  </a:cubicBezTo>
                  <a:lnTo>
                    <a:pt x="1334060" y="615009"/>
                  </a:lnTo>
                  <a:cubicBezTo>
                    <a:pt x="1334060" y="658060"/>
                    <a:pt x="1299160" y="692960"/>
                    <a:pt x="1256110" y="692960"/>
                  </a:cubicBezTo>
                  <a:lnTo>
                    <a:pt x="77950" y="692960"/>
                  </a:lnTo>
                  <a:cubicBezTo>
                    <a:pt x="57277" y="692960"/>
                    <a:pt x="37450" y="684747"/>
                    <a:pt x="22831" y="670128"/>
                  </a:cubicBezTo>
                  <a:cubicBezTo>
                    <a:pt x="8213" y="655510"/>
                    <a:pt x="0" y="635683"/>
                    <a:pt x="0" y="615009"/>
                  </a:cubicBezTo>
                  <a:lnTo>
                    <a:pt x="0" y="77950"/>
                  </a:lnTo>
                  <a:cubicBezTo>
                    <a:pt x="0" y="34899"/>
                    <a:pt x="34899" y="0"/>
                    <a:pt x="77950" y="0"/>
                  </a:cubicBezTo>
                  <a:close/>
                </a:path>
              </a:pathLst>
            </a:custGeom>
            <a:solidFill>
              <a:srgbClr val="000000">
                <a:alpha val="0"/>
              </a:srgbClr>
            </a:solidFill>
            <a:ln w="76200" cap="rnd" cmpd="sng">
              <a:solidFill>
                <a:srgbClr val="8C52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6"/>
            <p:cNvSpPr txBox="1"/>
            <p:nvPr/>
          </p:nvSpPr>
          <p:spPr>
            <a:xfrm>
              <a:off x="0" y="-38100"/>
              <a:ext cx="1334100" cy="7311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72" name="Google Shape;72;p6"/>
          <p:cNvSpPr txBox="1"/>
          <p:nvPr/>
        </p:nvSpPr>
        <p:spPr>
          <a:xfrm>
            <a:off x="7385723" y="4580225"/>
            <a:ext cx="820500" cy="8619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5600" i="0" u="none" strike="noStrike" cap="none">
                <a:solidFill>
                  <a:srgbClr val="8C52FF"/>
                </a:solidFill>
                <a:latin typeface="Dosis ExtraBold"/>
                <a:ea typeface="Dosis ExtraBold"/>
                <a:cs typeface="Dosis ExtraBold"/>
                <a:sym typeface="Dosis ExtraBold"/>
              </a:rPr>
              <a:t>01</a:t>
            </a:r>
            <a:endParaRPr>
              <a:latin typeface="Dosis ExtraBold"/>
              <a:ea typeface="Dosis ExtraBold"/>
              <a:cs typeface="Dosis ExtraBold"/>
              <a:sym typeface="Dosis ExtraBold"/>
            </a:endParaRPr>
          </a:p>
        </p:txBody>
      </p:sp>
      <p:grpSp>
        <p:nvGrpSpPr>
          <p:cNvPr id="73" name="Google Shape;73;p6"/>
          <p:cNvGrpSpPr/>
          <p:nvPr/>
        </p:nvGrpSpPr>
        <p:grpSpPr>
          <a:xfrm>
            <a:off x="12194041" y="3543888"/>
            <a:ext cx="5065444" cy="2775914"/>
            <a:chOff x="0" y="-38100"/>
            <a:chExt cx="1334100" cy="731100"/>
          </a:xfrm>
        </p:grpSpPr>
        <p:sp>
          <p:nvSpPr>
            <p:cNvPr id="74" name="Google Shape;74;p6"/>
            <p:cNvSpPr/>
            <p:nvPr/>
          </p:nvSpPr>
          <p:spPr>
            <a:xfrm>
              <a:off x="0" y="0"/>
              <a:ext cx="1334060" cy="692960"/>
            </a:xfrm>
            <a:custGeom>
              <a:avLst/>
              <a:gdLst/>
              <a:ahLst/>
              <a:cxnLst/>
              <a:rect l="l" t="t" r="r" b="b"/>
              <a:pathLst>
                <a:path w="1334060" h="692960" extrusionOk="0">
                  <a:moveTo>
                    <a:pt x="77950" y="0"/>
                  </a:moveTo>
                  <a:lnTo>
                    <a:pt x="1256110" y="0"/>
                  </a:lnTo>
                  <a:cubicBezTo>
                    <a:pt x="1299160" y="0"/>
                    <a:pt x="1334060" y="34899"/>
                    <a:pt x="1334060" y="77950"/>
                  </a:cubicBezTo>
                  <a:lnTo>
                    <a:pt x="1334060" y="615009"/>
                  </a:lnTo>
                  <a:cubicBezTo>
                    <a:pt x="1334060" y="658060"/>
                    <a:pt x="1299160" y="692960"/>
                    <a:pt x="1256110" y="692960"/>
                  </a:cubicBezTo>
                  <a:lnTo>
                    <a:pt x="77950" y="692960"/>
                  </a:lnTo>
                  <a:cubicBezTo>
                    <a:pt x="57277" y="692960"/>
                    <a:pt x="37450" y="684747"/>
                    <a:pt x="22831" y="670128"/>
                  </a:cubicBezTo>
                  <a:cubicBezTo>
                    <a:pt x="8213" y="655510"/>
                    <a:pt x="0" y="635683"/>
                    <a:pt x="0" y="615009"/>
                  </a:cubicBezTo>
                  <a:lnTo>
                    <a:pt x="0" y="77950"/>
                  </a:lnTo>
                  <a:cubicBezTo>
                    <a:pt x="0" y="34899"/>
                    <a:pt x="34899" y="0"/>
                    <a:pt x="77950" y="0"/>
                  </a:cubicBezTo>
                  <a:close/>
                </a:path>
              </a:pathLst>
            </a:custGeom>
            <a:solidFill>
              <a:srgbClr val="000000">
                <a:alpha val="0"/>
              </a:srgbClr>
            </a:solidFill>
            <a:ln w="76200" cap="rnd" cmpd="sng">
              <a:solidFill>
                <a:srgbClr val="8C52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6"/>
            <p:cNvSpPr txBox="1"/>
            <p:nvPr/>
          </p:nvSpPr>
          <p:spPr>
            <a:xfrm>
              <a:off x="0" y="-38100"/>
              <a:ext cx="1334100" cy="7311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76" name="Google Shape;76;p6"/>
          <p:cNvSpPr txBox="1"/>
          <p:nvPr/>
        </p:nvSpPr>
        <p:spPr>
          <a:xfrm>
            <a:off x="12680089" y="4580228"/>
            <a:ext cx="993000" cy="8619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5600" i="0" u="none" strike="noStrike" cap="none">
                <a:solidFill>
                  <a:srgbClr val="8C52FF"/>
                </a:solidFill>
                <a:latin typeface="Dosis ExtraBold"/>
                <a:ea typeface="Dosis ExtraBold"/>
                <a:cs typeface="Dosis ExtraBold"/>
                <a:sym typeface="Dosis ExtraBold"/>
              </a:rPr>
              <a:t>02</a:t>
            </a:r>
            <a:endParaRPr>
              <a:latin typeface="Dosis ExtraBold"/>
              <a:ea typeface="Dosis ExtraBold"/>
              <a:cs typeface="Dosis ExtraBold"/>
              <a:sym typeface="Dosis ExtraBold"/>
            </a:endParaRPr>
          </a:p>
        </p:txBody>
      </p:sp>
      <p:grpSp>
        <p:nvGrpSpPr>
          <p:cNvPr id="77" name="Google Shape;77;p6"/>
          <p:cNvGrpSpPr/>
          <p:nvPr/>
        </p:nvGrpSpPr>
        <p:grpSpPr>
          <a:xfrm>
            <a:off x="6899683" y="6482557"/>
            <a:ext cx="5065444" cy="2775914"/>
            <a:chOff x="0" y="-38100"/>
            <a:chExt cx="1334100" cy="731100"/>
          </a:xfrm>
        </p:grpSpPr>
        <p:sp>
          <p:nvSpPr>
            <p:cNvPr id="78" name="Google Shape;78;p6"/>
            <p:cNvSpPr/>
            <p:nvPr/>
          </p:nvSpPr>
          <p:spPr>
            <a:xfrm>
              <a:off x="0" y="0"/>
              <a:ext cx="1334060" cy="692960"/>
            </a:xfrm>
            <a:custGeom>
              <a:avLst/>
              <a:gdLst/>
              <a:ahLst/>
              <a:cxnLst/>
              <a:rect l="l" t="t" r="r" b="b"/>
              <a:pathLst>
                <a:path w="1334060" h="692960" extrusionOk="0">
                  <a:moveTo>
                    <a:pt x="77950" y="0"/>
                  </a:moveTo>
                  <a:lnTo>
                    <a:pt x="1256110" y="0"/>
                  </a:lnTo>
                  <a:cubicBezTo>
                    <a:pt x="1299160" y="0"/>
                    <a:pt x="1334060" y="34899"/>
                    <a:pt x="1334060" y="77950"/>
                  </a:cubicBezTo>
                  <a:lnTo>
                    <a:pt x="1334060" y="615009"/>
                  </a:lnTo>
                  <a:cubicBezTo>
                    <a:pt x="1334060" y="658060"/>
                    <a:pt x="1299160" y="692960"/>
                    <a:pt x="1256110" y="692960"/>
                  </a:cubicBezTo>
                  <a:lnTo>
                    <a:pt x="77950" y="692960"/>
                  </a:lnTo>
                  <a:cubicBezTo>
                    <a:pt x="57277" y="692960"/>
                    <a:pt x="37450" y="684747"/>
                    <a:pt x="22831" y="670128"/>
                  </a:cubicBezTo>
                  <a:cubicBezTo>
                    <a:pt x="8213" y="655510"/>
                    <a:pt x="0" y="635683"/>
                    <a:pt x="0" y="615009"/>
                  </a:cubicBezTo>
                  <a:lnTo>
                    <a:pt x="0" y="77950"/>
                  </a:lnTo>
                  <a:cubicBezTo>
                    <a:pt x="0" y="34899"/>
                    <a:pt x="34899" y="0"/>
                    <a:pt x="77950" y="0"/>
                  </a:cubicBezTo>
                  <a:close/>
                </a:path>
              </a:pathLst>
            </a:custGeom>
            <a:solidFill>
              <a:srgbClr val="000000">
                <a:alpha val="0"/>
              </a:srgbClr>
            </a:solidFill>
            <a:ln w="76200" cap="rnd" cmpd="sng">
              <a:solidFill>
                <a:srgbClr val="8C52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6"/>
            <p:cNvSpPr txBox="1"/>
            <p:nvPr/>
          </p:nvSpPr>
          <p:spPr>
            <a:xfrm>
              <a:off x="0" y="-38100"/>
              <a:ext cx="1334100" cy="7311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0" name="Google Shape;80;p6"/>
          <p:cNvSpPr txBox="1"/>
          <p:nvPr/>
        </p:nvSpPr>
        <p:spPr>
          <a:xfrm>
            <a:off x="7385730" y="7518897"/>
            <a:ext cx="993000" cy="8619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5600" i="0" u="none" strike="noStrike" cap="none">
                <a:solidFill>
                  <a:srgbClr val="8C52FF"/>
                </a:solidFill>
                <a:latin typeface="Dosis ExtraBold"/>
                <a:ea typeface="Dosis ExtraBold"/>
                <a:cs typeface="Dosis ExtraBold"/>
                <a:sym typeface="Dosis ExtraBold"/>
              </a:rPr>
              <a:t>03</a:t>
            </a:r>
            <a:endParaRPr>
              <a:latin typeface="Dosis ExtraBold"/>
              <a:ea typeface="Dosis ExtraBold"/>
              <a:cs typeface="Dosis ExtraBold"/>
              <a:sym typeface="Dosis ExtraBold"/>
            </a:endParaRPr>
          </a:p>
        </p:txBody>
      </p:sp>
      <p:grpSp>
        <p:nvGrpSpPr>
          <p:cNvPr id="81" name="Google Shape;81;p6"/>
          <p:cNvGrpSpPr/>
          <p:nvPr/>
        </p:nvGrpSpPr>
        <p:grpSpPr>
          <a:xfrm>
            <a:off x="12194041" y="6482557"/>
            <a:ext cx="5065444" cy="2775914"/>
            <a:chOff x="0" y="-38100"/>
            <a:chExt cx="1334100" cy="731100"/>
          </a:xfrm>
        </p:grpSpPr>
        <p:sp>
          <p:nvSpPr>
            <p:cNvPr id="82" name="Google Shape;82;p6"/>
            <p:cNvSpPr/>
            <p:nvPr/>
          </p:nvSpPr>
          <p:spPr>
            <a:xfrm>
              <a:off x="0" y="0"/>
              <a:ext cx="1334060" cy="692960"/>
            </a:xfrm>
            <a:custGeom>
              <a:avLst/>
              <a:gdLst/>
              <a:ahLst/>
              <a:cxnLst/>
              <a:rect l="l" t="t" r="r" b="b"/>
              <a:pathLst>
                <a:path w="1334060" h="692960" extrusionOk="0">
                  <a:moveTo>
                    <a:pt x="77950" y="0"/>
                  </a:moveTo>
                  <a:lnTo>
                    <a:pt x="1256110" y="0"/>
                  </a:lnTo>
                  <a:cubicBezTo>
                    <a:pt x="1299160" y="0"/>
                    <a:pt x="1334060" y="34899"/>
                    <a:pt x="1334060" y="77950"/>
                  </a:cubicBezTo>
                  <a:lnTo>
                    <a:pt x="1334060" y="615009"/>
                  </a:lnTo>
                  <a:cubicBezTo>
                    <a:pt x="1334060" y="658060"/>
                    <a:pt x="1299160" y="692960"/>
                    <a:pt x="1256110" y="692960"/>
                  </a:cubicBezTo>
                  <a:lnTo>
                    <a:pt x="77950" y="692960"/>
                  </a:lnTo>
                  <a:cubicBezTo>
                    <a:pt x="57277" y="692960"/>
                    <a:pt x="37450" y="684747"/>
                    <a:pt x="22831" y="670128"/>
                  </a:cubicBezTo>
                  <a:cubicBezTo>
                    <a:pt x="8213" y="655510"/>
                    <a:pt x="0" y="635683"/>
                    <a:pt x="0" y="615009"/>
                  </a:cubicBezTo>
                  <a:lnTo>
                    <a:pt x="0" y="77950"/>
                  </a:lnTo>
                  <a:cubicBezTo>
                    <a:pt x="0" y="34899"/>
                    <a:pt x="34899" y="0"/>
                    <a:pt x="77950" y="0"/>
                  </a:cubicBezTo>
                  <a:close/>
                </a:path>
              </a:pathLst>
            </a:custGeom>
            <a:solidFill>
              <a:srgbClr val="000000">
                <a:alpha val="0"/>
              </a:srgbClr>
            </a:solidFill>
            <a:ln w="76200" cap="rnd" cmpd="sng">
              <a:solidFill>
                <a:srgbClr val="8C52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6"/>
            <p:cNvSpPr txBox="1"/>
            <p:nvPr/>
          </p:nvSpPr>
          <p:spPr>
            <a:xfrm>
              <a:off x="0" y="-38100"/>
              <a:ext cx="1334100" cy="7311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4" name="Google Shape;84;p6"/>
          <p:cNvSpPr txBox="1"/>
          <p:nvPr/>
        </p:nvSpPr>
        <p:spPr>
          <a:xfrm>
            <a:off x="12680089" y="7518897"/>
            <a:ext cx="993000" cy="8619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5600" i="0" u="none" strike="noStrike" cap="none">
                <a:solidFill>
                  <a:srgbClr val="8C52FF"/>
                </a:solidFill>
                <a:latin typeface="Dosis ExtraBold"/>
                <a:ea typeface="Dosis ExtraBold"/>
                <a:cs typeface="Dosis ExtraBold"/>
                <a:sym typeface="Dosis ExtraBold"/>
              </a:rPr>
              <a:t>04</a:t>
            </a:r>
            <a:endParaRPr>
              <a:latin typeface="Dosis ExtraBold"/>
              <a:ea typeface="Dosis ExtraBold"/>
              <a:cs typeface="Dosis ExtraBold"/>
              <a:sym typeface="Dosis ExtraBold"/>
            </a:endParaRPr>
          </a:p>
        </p:txBody>
      </p:sp>
      <p:sp>
        <p:nvSpPr>
          <p:cNvPr id="85" name="Google Shape;85;p6"/>
          <p:cNvSpPr txBox="1"/>
          <p:nvPr/>
        </p:nvSpPr>
        <p:spPr>
          <a:xfrm>
            <a:off x="1028700" y="9475979"/>
            <a:ext cx="2408100" cy="2154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400" b="1" i="0" u="none" strike="noStrike" cap="none">
                <a:solidFill>
                  <a:srgbClr val="FFFFFF"/>
                </a:solidFill>
                <a:latin typeface="Dosis"/>
                <a:ea typeface="Dosis"/>
                <a:cs typeface="Dosis"/>
                <a:sym typeface="Dosis"/>
              </a:rPr>
              <a:t>MCKINSEY STRATEGIC PLANNING</a:t>
            </a:r>
            <a:endParaRPr/>
          </a:p>
        </p:txBody>
      </p:sp>
      <p:grpSp>
        <p:nvGrpSpPr>
          <p:cNvPr id="86" name="Google Shape;86;p6"/>
          <p:cNvGrpSpPr/>
          <p:nvPr/>
        </p:nvGrpSpPr>
        <p:grpSpPr>
          <a:xfrm>
            <a:off x="16620919" y="966799"/>
            <a:ext cx="638507" cy="889523"/>
            <a:chOff x="16620919" y="966799"/>
            <a:chExt cx="638507" cy="889523"/>
          </a:xfrm>
        </p:grpSpPr>
        <p:grpSp>
          <p:nvGrpSpPr>
            <p:cNvPr id="87" name="Google Shape;87;p6"/>
            <p:cNvGrpSpPr/>
            <p:nvPr/>
          </p:nvGrpSpPr>
          <p:grpSpPr>
            <a:xfrm>
              <a:off x="16620919" y="966799"/>
              <a:ext cx="638507" cy="889523"/>
              <a:chOff x="0" y="-38100"/>
              <a:chExt cx="393000" cy="547500"/>
            </a:xfrm>
          </p:grpSpPr>
          <p:sp>
            <p:nvSpPr>
              <p:cNvPr id="88" name="Google Shape;88;p6"/>
              <p:cNvSpPr/>
              <p:nvPr/>
            </p:nvSpPr>
            <p:spPr>
              <a:xfrm>
                <a:off x="0" y="0"/>
                <a:ext cx="392916" cy="509331"/>
              </a:xfrm>
              <a:custGeom>
                <a:avLst/>
                <a:gdLst/>
                <a:ahLst/>
                <a:cxnLst/>
                <a:rect l="l" t="t" r="r" b="b"/>
                <a:pathLst>
                  <a:path w="392916" h="509331" extrusionOk="0">
                    <a:moveTo>
                      <a:pt x="72765" y="0"/>
                    </a:moveTo>
                    <a:lnTo>
                      <a:pt x="320151" y="0"/>
                    </a:lnTo>
                    <a:cubicBezTo>
                      <a:pt x="339450" y="0"/>
                      <a:pt x="357958" y="7666"/>
                      <a:pt x="371604" y="21312"/>
                    </a:cubicBezTo>
                    <a:cubicBezTo>
                      <a:pt x="385250" y="34958"/>
                      <a:pt x="392916" y="53466"/>
                      <a:pt x="392916" y="72765"/>
                    </a:cubicBezTo>
                    <a:lnTo>
                      <a:pt x="392916" y="436566"/>
                    </a:lnTo>
                    <a:cubicBezTo>
                      <a:pt x="392916" y="476753"/>
                      <a:pt x="360338" y="509331"/>
                      <a:pt x="320151" y="509331"/>
                    </a:cubicBezTo>
                    <a:lnTo>
                      <a:pt x="72765" y="509331"/>
                    </a:lnTo>
                    <a:cubicBezTo>
                      <a:pt x="32578" y="509331"/>
                      <a:pt x="0" y="476753"/>
                      <a:pt x="0" y="436566"/>
                    </a:cubicBezTo>
                    <a:lnTo>
                      <a:pt x="0" y="72765"/>
                    </a:lnTo>
                    <a:cubicBezTo>
                      <a:pt x="0" y="32578"/>
                      <a:pt x="32578" y="0"/>
                      <a:pt x="72765" y="0"/>
                    </a:cubicBezTo>
                    <a:close/>
                  </a:path>
                </a:pathLst>
              </a:custGeom>
              <a:solidFill>
                <a:srgbClr val="000000">
                  <a:alpha val="0"/>
                </a:srgbClr>
              </a:solidFill>
              <a:ln w="38100" cap="sq" cmpd="sng">
                <a:solidFill>
                  <a:srgbClr val="8C52FF"/>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osis"/>
                  <a:ea typeface="Dosis"/>
                  <a:cs typeface="Dosis"/>
                  <a:sym typeface="Dosis"/>
                </a:endParaRPr>
              </a:p>
            </p:txBody>
          </p:sp>
          <p:sp>
            <p:nvSpPr>
              <p:cNvPr id="89" name="Google Shape;89;p6"/>
              <p:cNvSpPr txBox="1"/>
              <p:nvPr/>
            </p:nvSpPr>
            <p:spPr>
              <a:xfrm>
                <a:off x="0" y="-38100"/>
                <a:ext cx="393000" cy="547500"/>
              </a:xfrm>
              <a:prstGeom prst="rect">
                <a:avLst/>
              </a:prstGeom>
              <a:noFill/>
              <a:ln>
                <a:noFill/>
              </a:ln>
            </p:spPr>
            <p:txBody>
              <a:bodyPr spcFirstLastPara="1" wrap="square" lIns="39325" tIns="39325" rIns="39325" bIns="39325" anchor="ctr" anchorCtr="0">
                <a:noAutofit/>
              </a:bodyPr>
              <a:lstStyle/>
              <a:p>
                <a:pPr marL="0" marR="0" lvl="0" indent="0" algn="ctr" rtl="0">
                  <a:lnSpc>
                    <a:spcPct val="147722"/>
                  </a:lnSpc>
                  <a:spcBef>
                    <a:spcPts val="0"/>
                  </a:spcBef>
                  <a:spcAft>
                    <a:spcPts val="0"/>
                  </a:spcAft>
                  <a:buNone/>
                </a:pPr>
                <a:endParaRPr sz="1800" i="0" u="none" strike="noStrike" cap="none">
                  <a:solidFill>
                    <a:schemeClr val="dk1"/>
                  </a:solidFill>
                  <a:latin typeface="Dosis"/>
                  <a:ea typeface="Dosis"/>
                  <a:cs typeface="Dosis"/>
                  <a:sym typeface="Dosis"/>
                </a:endParaRPr>
              </a:p>
            </p:txBody>
          </p:sp>
        </p:grpSp>
        <p:sp>
          <p:nvSpPr>
            <p:cNvPr id="90" name="Google Shape;90;p6"/>
            <p:cNvSpPr txBox="1"/>
            <p:nvPr/>
          </p:nvSpPr>
          <p:spPr>
            <a:xfrm>
              <a:off x="16761086" y="1067850"/>
              <a:ext cx="358200" cy="738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2399" b="1" i="0" u="none" strike="noStrike" cap="none">
                  <a:solidFill>
                    <a:srgbClr val="8C52FF"/>
                  </a:solidFill>
                  <a:latin typeface="Dosis"/>
                  <a:ea typeface="Dosis"/>
                  <a:cs typeface="Dosis"/>
                  <a:sym typeface="Dosis"/>
                </a:rPr>
                <a:t>2024</a:t>
              </a:r>
              <a:endParaRPr>
                <a:latin typeface="Dosis"/>
                <a:ea typeface="Dosis"/>
                <a:cs typeface="Dosis"/>
                <a:sym typeface="Dosis"/>
              </a:endParaRPr>
            </a:p>
          </p:txBody>
        </p:sp>
      </p:grpSp>
      <p:sp>
        <p:nvSpPr>
          <p:cNvPr id="91" name="Google Shape;91;p6"/>
          <p:cNvSpPr txBox="1">
            <a:spLocks noGrp="1"/>
          </p:cNvSpPr>
          <p:nvPr>
            <p:ph type="subTitle" idx="1"/>
          </p:nvPr>
        </p:nvSpPr>
        <p:spPr>
          <a:xfrm>
            <a:off x="8378725" y="4227725"/>
            <a:ext cx="2611800" cy="549300"/>
          </a:xfrm>
          <a:prstGeom prst="rect">
            <a:avLst/>
          </a:prstGeom>
        </p:spPr>
        <p:txBody>
          <a:bodyPr spcFirstLastPara="1" wrap="square" lIns="0" tIns="0" rIns="0" bIns="0" anchor="t" anchorCtr="0">
            <a:noAutofit/>
          </a:bodyPr>
          <a:lstStyle>
            <a:lvl1pPr lvl="0">
              <a:spcBef>
                <a:spcPts val="640"/>
              </a:spcBef>
              <a:spcAft>
                <a:spcPts val="0"/>
              </a:spcAft>
              <a:buClr>
                <a:srgbClr val="8C52FF"/>
              </a:buClr>
              <a:buSzPts val="3200"/>
              <a:buNone/>
              <a:defRPr sz="3200" b="1">
                <a:solidFill>
                  <a:srgbClr val="8C52FF"/>
                </a:solidFill>
              </a:defRPr>
            </a:lvl1pPr>
            <a:lvl2pPr lvl="1">
              <a:spcBef>
                <a:spcPts val="560"/>
              </a:spcBef>
              <a:spcAft>
                <a:spcPts val="0"/>
              </a:spcAft>
              <a:buSzPts val="2100"/>
              <a:buNone/>
              <a:defRPr/>
            </a:lvl2pPr>
            <a:lvl3pPr lvl="2">
              <a:spcBef>
                <a:spcPts val="480"/>
              </a:spcBef>
              <a:spcAft>
                <a:spcPts val="0"/>
              </a:spcAft>
              <a:buSzPts val="2100"/>
              <a:buNone/>
              <a:defRPr/>
            </a:lvl3pPr>
            <a:lvl4pPr lvl="3">
              <a:spcBef>
                <a:spcPts val="400"/>
              </a:spcBef>
              <a:spcAft>
                <a:spcPts val="0"/>
              </a:spcAft>
              <a:buSzPts val="2100"/>
              <a:buNone/>
              <a:defRPr/>
            </a:lvl4pPr>
            <a:lvl5pPr lvl="4">
              <a:spcBef>
                <a:spcPts val="400"/>
              </a:spcBef>
              <a:spcAft>
                <a:spcPts val="0"/>
              </a:spcAft>
              <a:buSzPts val="2100"/>
              <a:buNone/>
              <a:defRPr/>
            </a:lvl5pPr>
            <a:lvl6pPr lvl="5">
              <a:spcBef>
                <a:spcPts val="400"/>
              </a:spcBef>
              <a:spcAft>
                <a:spcPts val="0"/>
              </a:spcAft>
              <a:buSzPts val="2100"/>
              <a:buNone/>
              <a:defRPr/>
            </a:lvl6pPr>
            <a:lvl7pPr lvl="6">
              <a:spcBef>
                <a:spcPts val="400"/>
              </a:spcBef>
              <a:spcAft>
                <a:spcPts val="0"/>
              </a:spcAft>
              <a:buSzPts val="2100"/>
              <a:buNone/>
              <a:defRPr/>
            </a:lvl7pPr>
            <a:lvl8pPr lvl="7">
              <a:spcBef>
                <a:spcPts val="400"/>
              </a:spcBef>
              <a:spcAft>
                <a:spcPts val="0"/>
              </a:spcAft>
              <a:buSzPts val="2100"/>
              <a:buNone/>
              <a:defRPr/>
            </a:lvl8pPr>
            <a:lvl9pPr lvl="8">
              <a:spcBef>
                <a:spcPts val="400"/>
              </a:spcBef>
              <a:spcAft>
                <a:spcPts val="0"/>
              </a:spcAft>
              <a:buSzPts val="2100"/>
              <a:buNone/>
              <a:defRPr/>
            </a:lvl9pPr>
          </a:lstStyle>
          <a:p>
            <a:endParaRPr/>
          </a:p>
        </p:txBody>
      </p:sp>
      <p:sp>
        <p:nvSpPr>
          <p:cNvPr id="92" name="Google Shape;92;p6"/>
          <p:cNvSpPr txBox="1">
            <a:spLocks noGrp="1"/>
          </p:cNvSpPr>
          <p:nvPr>
            <p:ph type="body" idx="3"/>
          </p:nvPr>
        </p:nvSpPr>
        <p:spPr>
          <a:xfrm>
            <a:off x="8378725" y="4777025"/>
            <a:ext cx="3148500" cy="1017600"/>
          </a:xfrm>
          <a:prstGeom prst="rect">
            <a:avLst/>
          </a:prstGeom>
        </p:spPr>
        <p:txBody>
          <a:bodyPr spcFirstLastPara="1" wrap="square" lIns="0" tIns="0" rIns="0" bIns="0" anchor="t" anchorCtr="0">
            <a:noAutofit/>
          </a:bodyPr>
          <a:lstStyle>
            <a:lvl1pPr marL="457200" lvl="0" indent="-361950" rtl="0">
              <a:spcBef>
                <a:spcPts val="640"/>
              </a:spcBef>
              <a:spcAft>
                <a:spcPts val="0"/>
              </a:spcAft>
              <a:buSzPts val="2100"/>
              <a:buChar char="•"/>
              <a:defRPr/>
            </a:lvl1pPr>
            <a:lvl2pPr marL="914400" lvl="1" indent="-361950" rtl="0">
              <a:spcBef>
                <a:spcPts val="560"/>
              </a:spcBef>
              <a:spcAft>
                <a:spcPts val="0"/>
              </a:spcAft>
              <a:buSzPts val="2100"/>
              <a:buChar char="–"/>
              <a:defRPr/>
            </a:lvl2pPr>
            <a:lvl3pPr marL="1371600" lvl="2" indent="-361950" rtl="0">
              <a:spcBef>
                <a:spcPts val="480"/>
              </a:spcBef>
              <a:spcAft>
                <a:spcPts val="0"/>
              </a:spcAft>
              <a:buSzPts val="2100"/>
              <a:buChar char="•"/>
              <a:defRPr/>
            </a:lvl3pPr>
            <a:lvl4pPr marL="1828800" lvl="3" indent="-361950" rtl="0">
              <a:spcBef>
                <a:spcPts val="400"/>
              </a:spcBef>
              <a:spcAft>
                <a:spcPts val="0"/>
              </a:spcAft>
              <a:buSzPts val="2100"/>
              <a:buChar char="–"/>
              <a:defRPr/>
            </a:lvl4pPr>
            <a:lvl5pPr marL="2286000" lvl="4" indent="-361950" rtl="0">
              <a:spcBef>
                <a:spcPts val="400"/>
              </a:spcBef>
              <a:spcAft>
                <a:spcPts val="0"/>
              </a:spcAft>
              <a:buSzPts val="2100"/>
              <a:buChar char="»"/>
              <a:defRPr/>
            </a:lvl5pPr>
            <a:lvl6pPr marL="2743200" lvl="5" indent="-361950" rtl="0">
              <a:spcBef>
                <a:spcPts val="400"/>
              </a:spcBef>
              <a:spcAft>
                <a:spcPts val="0"/>
              </a:spcAft>
              <a:buSzPts val="2100"/>
              <a:buChar char="•"/>
              <a:defRPr/>
            </a:lvl6pPr>
            <a:lvl7pPr marL="3200400" lvl="6" indent="-361950" rtl="0">
              <a:spcBef>
                <a:spcPts val="400"/>
              </a:spcBef>
              <a:spcAft>
                <a:spcPts val="0"/>
              </a:spcAft>
              <a:buSzPts val="2100"/>
              <a:buChar char="•"/>
              <a:defRPr/>
            </a:lvl7pPr>
            <a:lvl8pPr marL="3657600" lvl="7" indent="-361950" rtl="0">
              <a:spcBef>
                <a:spcPts val="400"/>
              </a:spcBef>
              <a:spcAft>
                <a:spcPts val="0"/>
              </a:spcAft>
              <a:buSzPts val="2100"/>
              <a:buChar char="•"/>
              <a:defRPr/>
            </a:lvl8pPr>
            <a:lvl9pPr marL="4114800" lvl="8" indent="-361950" rtl="0">
              <a:spcBef>
                <a:spcPts val="400"/>
              </a:spcBef>
              <a:spcAft>
                <a:spcPts val="0"/>
              </a:spcAft>
              <a:buSzPts val="2100"/>
              <a:buChar char="•"/>
              <a:defRPr/>
            </a:lvl9pPr>
          </a:lstStyle>
          <a:p>
            <a:endParaRPr/>
          </a:p>
        </p:txBody>
      </p:sp>
      <p:sp>
        <p:nvSpPr>
          <p:cNvPr id="93" name="Google Shape;93;p6"/>
          <p:cNvSpPr txBox="1">
            <a:spLocks noGrp="1"/>
          </p:cNvSpPr>
          <p:nvPr>
            <p:ph type="subTitle" idx="4"/>
          </p:nvPr>
        </p:nvSpPr>
        <p:spPr>
          <a:xfrm>
            <a:off x="8378725" y="7136000"/>
            <a:ext cx="2611800" cy="549300"/>
          </a:xfrm>
          <a:prstGeom prst="rect">
            <a:avLst/>
          </a:prstGeom>
        </p:spPr>
        <p:txBody>
          <a:bodyPr spcFirstLastPara="1" wrap="square" lIns="0" tIns="0" rIns="0" bIns="0" anchor="t" anchorCtr="0">
            <a:noAutofit/>
          </a:bodyPr>
          <a:lstStyle>
            <a:lvl1pPr lvl="0" rtl="0">
              <a:spcBef>
                <a:spcPts val="640"/>
              </a:spcBef>
              <a:spcAft>
                <a:spcPts val="0"/>
              </a:spcAft>
              <a:buClr>
                <a:srgbClr val="8C52FF"/>
              </a:buClr>
              <a:buSzPts val="3200"/>
              <a:buNone/>
              <a:defRPr sz="3200" b="1">
                <a:solidFill>
                  <a:srgbClr val="8C52FF"/>
                </a:solidFill>
              </a:defRPr>
            </a:lvl1pPr>
            <a:lvl2pPr lvl="1" rtl="0">
              <a:spcBef>
                <a:spcPts val="560"/>
              </a:spcBef>
              <a:spcAft>
                <a:spcPts val="0"/>
              </a:spcAft>
              <a:buSzPts val="2100"/>
              <a:buNone/>
              <a:defRPr/>
            </a:lvl2pPr>
            <a:lvl3pPr lvl="2" rtl="0">
              <a:spcBef>
                <a:spcPts val="480"/>
              </a:spcBef>
              <a:spcAft>
                <a:spcPts val="0"/>
              </a:spcAft>
              <a:buSzPts val="2100"/>
              <a:buNone/>
              <a:defRPr/>
            </a:lvl3pPr>
            <a:lvl4pPr lvl="3" rtl="0">
              <a:spcBef>
                <a:spcPts val="400"/>
              </a:spcBef>
              <a:spcAft>
                <a:spcPts val="0"/>
              </a:spcAft>
              <a:buSzPts val="2100"/>
              <a:buNone/>
              <a:defRPr/>
            </a:lvl4pPr>
            <a:lvl5pPr lvl="4" rtl="0">
              <a:spcBef>
                <a:spcPts val="400"/>
              </a:spcBef>
              <a:spcAft>
                <a:spcPts val="0"/>
              </a:spcAft>
              <a:buSzPts val="2100"/>
              <a:buNone/>
              <a:defRPr/>
            </a:lvl5pPr>
            <a:lvl6pPr lvl="5" rtl="0">
              <a:spcBef>
                <a:spcPts val="400"/>
              </a:spcBef>
              <a:spcAft>
                <a:spcPts val="0"/>
              </a:spcAft>
              <a:buSzPts val="2100"/>
              <a:buNone/>
              <a:defRPr/>
            </a:lvl6pPr>
            <a:lvl7pPr lvl="6" rtl="0">
              <a:spcBef>
                <a:spcPts val="400"/>
              </a:spcBef>
              <a:spcAft>
                <a:spcPts val="0"/>
              </a:spcAft>
              <a:buSzPts val="2100"/>
              <a:buNone/>
              <a:defRPr/>
            </a:lvl7pPr>
            <a:lvl8pPr lvl="7" rtl="0">
              <a:spcBef>
                <a:spcPts val="400"/>
              </a:spcBef>
              <a:spcAft>
                <a:spcPts val="0"/>
              </a:spcAft>
              <a:buSzPts val="2100"/>
              <a:buNone/>
              <a:defRPr/>
            </a:lvl8pPr>
            <a:lvl9pPr lvl="8" rtl="0">
              <a:spcBef>
                <a:spcPts val="400"/>
              </a:spcBef>
              <a:spcAft>
                <a:spcPts val="0"/>
              </a:spcAft>
              <a:buSzPts val="2100"/>
              <a:buNone/>
              <a:defRPr/>
            </a:lvl9pPr>
          </a:lstStyle>
          <a:p>
            <a:endParaRPr/>
          </a:p>
        </p:txBody>
      </p:sp>
      <p:sp>
        <p:nvSpPr>
          <p:cNvPr id="94" name="Google Shape;94;p6"/>
          <p:cNvSpPr txBox="1">
            <a:spLocks noGrp="1"/>
          </p:cNvSpPr>
          <p:nvPr>
            <p:ph type="body" idx="5"/>
          </p:nvPr>
        </p:nvSpPr>
        <p:spPr>
          <a:xfrm>
            <a:off x="8378725" y="7685300"/>
            <a:ext cx="3148500" cy="1017600"/>
          </a:xfrm>
          <a:prstGeom prst="rect">
            <a:avLst/>
          </a:prstGeom>
        </p:spPr>
        <p:txBody>
          <a:bodyPr spcFirstLastPara="1" wrap="square" lIns="0" tIns="0" rIns="0" bIns="0" anchor="t" anchorCtr="0">
            <a:noAutofit/>
          </a:bodyPr>
          <a:lstStyle>
            <a:lvl1pPr marL="457200" lvl="0" indent="-361950" rtl="0">
              <a:spcBef>
                <a:spcPts val="640"/>
              </a:spcBef>
              <a:spcAft>
                <a:spcPts val="0"/>
              </a:spcAft>
              <a:buSzPts val="2100"/>
              <a:buChar char="•"/>
              <a:defRPr/>
            </a:lvl1pPr>
            <a:lvl2pPr marL="914400" lvl="1" indent="-361950" rtl="0">
              <a:spcBef>
                <a:spcPts val="560"/>
              </a:spcBef>
              <a:spcAft>
                <a:spcPts val="0"/>
              </a:spcAft>
              <a:buSzPts val="2100"/>
              <a:buChar char="–"/>
              <a:defRPr/>
            </a:lvl2pPr>
            <a:lvl3pPr marL="1371600" lvl="2" indent="-361950" rtl="0">
              <a:spcBef>
                <a:spcPts val="480"/>
              </a:spcBef>
              <a:spcAft>
                <a:spcPts val="0"/>
              </a:spcAft>
              <a:buSzPts val="2100"/>
              <a:buChar char="•"/>
              <a:defRPr/>
            </a:lvl3pPr>
            <a:lvl4pPr marL="1828800" lvl="3" indent="-361950" rtl="0">
              <a:spcBef>
                <a:spcPts val="400"/>
              </a:spcBef>
              <a:spcAft>
                <a:spcPts val="0"/>
              </a:spcAft>
              <a:buSzPts val="2100"/>
              <a:buChar char="–"/>
              <a:defRPr/>
            </a:lvl4pPr>
            <a:lvl5pPr marL="2286000" lvl="4" indent="-361950" rtl="0">
              <a:spcBef>
                <a:spcPts val="400"/>
              </a:spcBef>
              <a:spcAft>
                <a:spcPts val="0"/>
              </a:spcAft>
              <a:buSzPts val="2100"/>
              <a:buChar char="»"/>
              <a:defRPr/>
            </a:lvl5pPr>
            <a:lvl6pPr marL="2743200" lvl="5" indent="-361950" rtl="0">
              <a:spcBef>
                <a:spcPts val="400"/>
              </a:spcBef>
              <a:spcAft>
                <a:spcPts val="0"/>
              </a:spcAft>
              <a:buSzPts val="2100"/>
              <a:buChar char="•"/>
              <a:defRPr/>
            </a:lvl6pPr>
            <a:lvl7pPr marL="3200400" lvl="6" indent="-361950" rtl="0">
              <a:spcBef>
                <a:spcPts val="400"/>
              </a:spcBef>
              <a:spcAft>
                <a:spcPts val="0"/>
              </a:spcAft>
              <a:buSzPts val="2100"/>
              <a:buChar char="•"/>
              <a:defRPr/>
            </a:lvl7pPr>
            <a:lvl8pPr marL="3657600" lvl="7" indent="-361950" rtl="0">
              <a:spcBef>
                <a:spcPts val="400"/>
              </a:spcBef>
              <a:spcAft>
                <a:spcPts val="0"/>
              </a:spcAft>
              <a:buSzPts val="2100"/>
              <a:buChar char="•"/>
              <a:defRPr/>
            </a:lvl8pPr>
            <a:lvl9pPr marL="4114800" lvl="8" indent="-361950" rtl="0">
              <a:spcBef>
                <a:spcPts val="400"/>
              </a:spcBef>
              <a:spcAft>
                <a:spcPts val="0"/>
              </a:spcAft>
              <a:buSzPts val="2100"/>
              <a:buChar char="•"/>
              <a:defRPr/>
            </a:lvl9pPr>
          </a:lstStyle>
          <a:p>
            <a:endParaRPr/>
          </a:p>
        </p:txBody>
      </p:sp>
      <p:sp>
        <p:nvSpPr>
          <p:cNvPr id="95" name="Google Shape;95;p6"/>
          <p:cNvSpPr txBox="1">
            <a:spLocks noGrp="1"/>
          </p:cNvSpPr>
          <p:nvPr>
            <p:ph type="subTitle" idx="6"/>
          </p:nvPr>
        </p:nvSpPr>
        <p:spPr>
          <a:xfrm>
            <a:off x="13691850" y="4163600"/>
            <a:ext cx="2611800" cy="549300"/>
          </a:xfrm>
          <a:prstGeom prst="rect">
            <a:avLst/>
          </a:prstGeom>
        </p:spPr>
        <p:txBody>
          <a:bodyPr spcFirstLastPara="1" wrap="square" lIns="0" tIns="0" rIns="0" bIns="0" anchor="t" anchorCtr="0">
            <a:noAutofit/>
          </a:bodyPr>
          <a:lstStyle>
            <a:lvl1pPr lvl="0" rtl="0">
              <a:spcBef>
                <a:spcPts val="640"/>
              </a:spcBef>
              <a:spcAft>
                <a:spcPts val="0"/>
              </a:spcAft>
              <a:buClr>
                <a:srgbClr val="8C52FF"/>
              </a:buClr>
              <a:buSzPts val="3200"/>
              <a:buNone/>
              <a:defRPr sz="3200" b="1">
                <a:solidFill>
                  <a:srgbClr val="8C52FF"/>
                </a:solidFill>
              </a:defRPr>
            </a:lvl1pPr>
            <a:lvl2pPr lvl="1" rtl="0">
              <a:spcBef>
                <a:spcPts val="560"/>
              </a:spcBef>
              <a:spcAft>
                <a:spcPts val="0"/>
              </a:spcAft>
              <a:buSzPts val="2100"/>
              <a:buNone/>
              <a:defRPr/>
            </a:lvl2pPr>
            <a:lvl3pPr lvl="2" rtl="0">
              <a:spcBef>
                <a:spcPts val="480"/>
              </a:spcBef>
              <a:spcAft>
                <a:spcPts val="0"/>
              </a:spcAft>
              <a:buSzPts val="2100"/>
              <a:buNone/>
              <a:defRPr/>
            </a:lvl3pPr>
            <a:lvl4pPr lvl="3" rtl="0">
              <a:spcBef>
                <a:spcPts val="400"/>
              </a:spcBef>
              <a:spcAft>
                <a:spcPts val="0"/>
              </a:spcAft>
              <a:buSzPts val="2100"/>
              <a:buNone/>
              <a:defRPr/>
            </a:lvl4pPr>
            <a:lvl5pPr lvl="4" rtl="0">
              <a:spcBef>
                <a:spcPts val="400"/>
              </a:spcBef>
              <a:spcAft>
                <a:spcPts val="0"/>
              </a:spcAft>
              <a:buSzPts val="2100"/>
              <a:buNone/>
              <a:defRPr/>
            </a:lvl5pPr>
            <a:lvl6pPr lvl="5" rtl="0">
              <a:spcBef>
                <a:spcPts val="400"/>
              </a:spcBef>
              <a:spcAft>
                <a:spcPts val="0"/>
              </a:spcAft>
              <a:buSzPts val="2100"/>
              <a:buNone/>
              <a:defRPr/>
            </a:lvl6pPr>
            <a:lvl7pPr lvl="6" rtl="0">
              <a:spcBef>
                <a:spcPts val="400"/>
              </a:spcBef>
              <a:spcAft>
                <a:spcPts val="0"/>
              </a:spcAft>
              <a:buSzPts val="2100"/>
              <a:buNone/>
              <a:defRPr/>
            </a:lvl7pPr>
            <a:lvl8pPr lvl="7" rtl="0">
              <a:spcBef>
                <a:spcPts val="400"/>
              </a:spcBef>
              <a:spcAft>
                <a:spcPts val="0"/>
              </a:spcAft>
              <a:buSzPts val="2100"/>
              <a:buNone/>
              <a:defRPr/>
            </a:lvl8pPr>
            <a:lvl9pPr lvl="8" rtl="0">
              <a:spcBef>
                <a:spcPts val="400"/>
              </a:spcBef>
              <a:spcAft>
                <a:spcPts val="0"/>
              </a:spcAft>
              <a:buSzPts val="2100"/>
              <a:buNone/>
              <a:defRPr/>
            </a:lvl9pPr>
          </a:lstStyle>
          <a:p>
            <a:endParaRPr/>
          </a:p>
        </p:txBody>
      </p:sp>
      <p:sp>
        <p:nvSpPr>
          <p:cNvPr id="96" name="Google Shape;96;p6"/>
          <p:cNvSpPr txBox="1">
            <a:spLocks noGrp="1"/>
          </p:cNvSpPr>
          <p:nvPr>
            <p:ph type="body" idx="7"/>
          </p:nvPr>
        </p:nvSpPr>
        <p:spPr>
          <a:xfrm>
            <a:off x="13691850" y="4712900"/>
            <a:ext cx="3148500" cy="1017600"/>
          </a:xfrm>
          <a:prstGeom prst="rect">
            <a:avLst/>
          </a:prstGeom>
        </p:spPr>
        <p:txBody>
          <a:bodyPr spcFirstLastPara="1" wrap="square" lIns="0" tIns="0" rIns="0" bIns="0" anchor="t" anchorCtr="0">
            <a:noAutofit/>
          </a:bodyPr>
          <a:lstStyle>
            <a:lvl1pPr marL="457200" lvl="0" indent="-361950" rtl="0">
              <a:spcBef>
                <a:spcPts val="640"/>
              </a:spcBef>
              <a:spcAft>
                <a:spcPts val="0"/>
              </a:spcAft>
              <a:buSzPts val="2100"/>
              <a:buChar char="•"/>
              <a:defRPr/>
            </a:lvl1pPr>
            <a:lvl2pPr marL="914400" lvl="1" indent="-361950" rtl="0">
              <a:spcBef>
                <a:spcPts val="560"/>
              </a:spcBef>
              <a:spcAft>
                <a:spcPts val="0"/>
              </a:spcAft>
              <a:buSzPts val="2100"/>
              <a:buChar char="–"/>
              <a:defRPr/>
            </a:lvl2pPr>
            <a:lvl3pPr marL="1371600" lvl="2" indent="-361950" rtl="0">
              <a:spcBef>
                <a:spcPts val="480"/>
              </a:spcBef>
              <a:spcAft>
                <a:spcPts val="0"/>
              </a:spcAft>
              <a:buSzPts val="2100"/>
              <a:buChar char="•"/>
              <a:defRPr/>
            </a:lvl3pPr>
            <a:lvl4pPr marL="1828800" lvl="3" indent="-361950" rtl="0">
              <a:spcBef>
                <a:spcPts val="400"/>
              </a:spcBef>
              <a:spcAft>
                <a:spcPts val="0"/>
              </a:spcAft>
              <a:buSzPts val="2100"/>
              <a:buChar char="–"/>
              <a:defRPr/>
            </a:lvl4pPr>
            <a:lvl5pPr marL="2286000" lvl="4" indent="-361950" rtl="0">
              <a:spcBef>
                <a:spcPts val="400"/>
              </a:spcBef>
              <a:spcAft>
                <a:spcPts val="0"/>
              </a:spcAft>
              <a:buSzPts val="2100"/>
              <a:buChar char="»"/>
              <a:defRPr/>
            </a:lvl5pPr>
            <a:lvl6pPr marL="2743200" lvl="5" indent="-361950" rtl="0">
              <a:spcBef>
                <a:spcPts val="400"/>
              </a:spcBef>
              <a:spcAft>
                <a:spcPts val="0"/>
              </a:spcAft>
              <a:buSzPts val="2100"/>
              <a:buChar char="•"/>
              <a:defRPr/>
            </a:lvl6pPr>
            <a:lvl7pPr marL="3200400" lvl="6" indent="-361950" rtl="0">
              <a:spcBef>
                <a:spcPts val="400"/>
              </a:spcBef>
              <a:spcAft>
                <a:spcPts val="0"/>
              </a:spcAft>
              <a:buSzPts val="2100"/>
              <a:buChar char="•"/>
              <a:defRPr/>
            </a:lvl7pPr>
            <a:lvl8pPr marL="3657600" lvl="7" indent="-361950" rtl="0">
              <a:spcBef>
                <a:spcPts val="400"/>
              </a:spcBef>
              <a:spcAft>
                <a:spcPts val="0"/>
              </a:spcAft>
              <a:buSzPts val="2100"/>
              <a:buChar char="•"/>
              <a:defRPr/>
            </a:lvl8pPr>
            <a:lvl9pPr marL="4114800" lvl="8" indent="-361950" rtl="0">
              <a:spcBef>
                <a:spcPts val="400"/>
              </a:spcBef>
              <a:spcAft>
                <a:spcPts val="0"/>
              </a:spcAft>
              <a:buSzPts val="2100"/>
              <a:buChar char="•"/>
              <a:defRPr/>
            </a:lvl9pPr>
          </a:lstStyle>
          <a:p>
            <a:endParaRPr/>
          </a:p>
        </p:txBody>
      </p:sp>
      <p:sp>
        <p:nvSpPr>
          <p:cNvPr id="97" name="Google Shape;97;p6"/>
          <p:cNvSpPr txBox="1">
            <a:spLocks noGrp="1"/>
          </p:cNvSpPr>
          <p:nvPr>
            <p:ph type="subTitle" idx="8"/>
          </p:nvPr>
        </p:nvSpPr>
        <p:spPr>
          <a:xfrm>
            <a:off x="13691850" y="7166400"/>
            <a:ext cx="2611800" cy="549300"/>
          </a:xfrm>
          <a:prstGeom prst="rect">
            <a:avLst/>
          </a:prstGeom>
        </p:spPr>
        <p:txBody>
          <a:bodyPr spcFirstLastPara="1" wrap="square" lIns="0" tIns="0" rIns="0" bIns="0" anchor="t" anchorCtr="0">
            <a:noAutofit/>
          </a:bodyPr>
          <a:lstStyle>
            <a:lvl1pPr lvl="0" rtl="0">
              <a:spcBef>
                <a:spcPts val="640"/>
              </a:spcBef>
              <a:spcAft>
                <a:spcPts val="0"/>
              </a:spcAft>
              <a:buClr>
                <a:srgbClr val="8C52FF"/>
              </a:buClr>
              <a:buSzPts val="3200"/>
              <a:buNone/>
              <a:defRPr sz="3200" b="1">
                <a:solidFill>
                  <a:srgbClr val="8C52FF"/>
                </a:solidFill>
              </a:defRPr>
            </a:lvl1pPr>
            <a:lvl2pPr lvl="1" rtl="0">
              <a:spcBef>
                <a:spcPts val="560"/>
              </a:spcBef>
              <a:spcAft>
                <a:spcPts val="0"/>
              </a:spcAft>
              <a:buSzPts val="2100"/>
              <a:buNone/>
              <a:defRPr/>
            </a:lvl2pPr>
            <a:lvl3pPr lvl="2" rtl="0">
              <a:spcBef>
                <a:spcPts val="480"/>
              </a:spcBef>
              <a:spcAft>
                <a:spcPts val="0"/>
              </a:spcAft>
              <a:buSzPts val="2100"/>
              <a:buNone/>
              <a:defRPr/>
            </a:lvl3pPr>
            <a:lvl4pPr lvl="3" rtl="0">
              <a:spcBef>
                <a:spcPts val="400"/>
              </a:spcBef>
              <a:spcAft>
                <a:spcPts val="0"/>
              </a:spcAft>
              <a:buSzPts val="2100"/>
              <a:buNone/>
              <a:defRPr/>
            </a:lvl4pPr>
            <a:lvl5pPr lvl="4" rtl="0">
              <a:spcBef>
                <a:spcPts val="400"/>
              </a:spcBef>
              <a:spcAft>
                <a:spcPts val="0"/>
              </a:spcAft>
              <a:buSzPts val="2100"/>
              <a:buNone/>
              <a:defRPr/>
            </a:lvl5pPr>
            <a:lvl6pPr lvl="5" rtl="0">
              <a:spcBef>
                <a:spcPts val="400"/>
              </a:spcBef>
              <a:spcAft>
                <a:spcPts val="0"/>
              </a:spcAft>
              <a:buSzPts val="2100"/>
              <a:buNone/>
              <a:defRPr/>
            </a:lvl6pPr>
            <a:lvl7pPr lvl="6" rtl="0">
              <a:spcBef>
                <a:spcPts val="400"/>
              </a:spcBef>
              <a:spcAft>
                <a:spcPts val="0"/>
              </a:spcAft>
              <a:buSzPts val="2100"/>
              <a:buNone/>
              <a:defRPr/>
            </a:lvl7pPr>
            <a:lvl8pPr lvl="7" rtl="0">
              <a:spcBef>
                <a:spcPts val="400"/>
              </a:spcBef>
              <a:spcAft>
                <a:spcPts val="0"/>
              </a:spcAft>
              <a:buSzPts val="2100"/>
              <a:buNone/>
              <a:defRPr/>
            </a:lvl8pPr>
            <a:lvl9pPr lvl="8" rtl="0">
              <a:spcBef>
                <a:spcPts val="400"/>
              </a:spcBef>
              <a:spcAft>
                <a:spcPts val="0"/>
              </a:spcAft>
              <a:buSzPts val="2100"/>
              <a:buNone/>
              <a:defRPr/>
            </a:lvl9pPr>
          </a:lstStyle>
          <a:p>
            <a:endParaRPr/>
          </a:p>
        </p:txBody>
      </p:sp>
      <p:sp>
        <p:nvSpPr>
          <p:cNvPr id="98" name="Google Shape;98;p6"/>
          <p:cNvSpPr txBox="1">
            <a:spLocks noGrp="1"/>
          </p:cNvSpPr>
          <p:nvPr>
            <p:ph type="body" idx="9"/>
          </p:nvPr>
        </p:nvSpPr>
        <p:spPr>
          <a:xfrm>
            <a:off x="13691850" y="7715700"/>
            <a:ext cx="3148500" cy="1017600"/>
          </a:xfrm>
          <a:prstGeom prst="rect">
            <a:avLst/>
          </a:prstGeom>
        </p:spPr>
        <p:txBody>
          <a:bodyPr spcFirstLastPara="1" wrap="square" lIns="0" tIns="0" rIns="0" bIns="0" anchor="t" anchorCtr="0">
            <a:noAutofit/>
          </a:bodyPr>
          <a:lstStyle>
            <a:lvl1pPr marL="457200" lvl="0" indent="-361950" rtl="0">
              <a:spcBef>
                <a:spcPts val="640"/>
              </a:spcBef>
              <a:spcAft>
                <a:spcPts val="0"/>
              </a:spcAft>
              <a:buSzPts val="2100"/>
              <a:buChar char="•"/>
              <a:defRPr/>
            </a:lvl1pPr>
            <a:lvl2pPr marL="914400" lvl="1" indent="-361950" rtl="0">
              <a:spcBef>
                <a:spcPts val="560"/>
              </a:spcBef>
              <a:spcAft>
                <a:spcPts val="0"/>
              </a:spcAft>
              <a:buSzPts val="2100"/>
              <a:buChar char="–"/>
              <a:defRPr/>
            </a:lvl2pPr>
            <a:lvl3pPr marL="1371600" lvl="2" indent="-361950" rtl="0">
              <a:spcBef>
                <a:spcPts val="480"/>
              </a:spcBef>
              <a:spcAft>
                <a:spcPts val="0"/>
              </a:spcAft>
              <a:buSzPts val="2100"/>
              <a:buChar char="•"/>
              <a:defRPr/>
            </a:lvl3pPr>
            <a:lvl4pPr marL="1828800" lvl="3" indent="-361950" rtl="0">
              <a:spcBef>
                <a:spcPts val="400"/>
              </a:spcBef>
              <a:spcAft>
                <a:spcPts val="0"/>
              </a:spcAft>
              <a:buSzPts val="2100"/>
              <a:buChar char="–"/>
              <a:defRPr/>
            </a:lvl4pPr>
            <a:lvl5pPr marL="2286000" lvl="4" indent="-361950" rtl="0">
              <a:spcBef>
                <a:spcPts val="400"/>
              </a:spcBef>
              <a:spcAft>
                <a:spcPts val="0"/>
              </a:spcAft>
              <a:buSzPts val="2100"/>
              <a:buChar char="»"/>
              <a:defRPr/>
            </a:lvl5pPr>
            <a:lvl6pPr marL="2743200" lvl="5" indent="-361950" rtl="0">
              <a:spcBef>
                <a:spcPts val="400"/>
              </a:spcBef>
              <a:spcAft>
                <a:spcPts val="0"/>
              </a:spcAft>
              <a:buSzPts val="2100"/>
              <a:buChar char="•"/>
              <a:defRPr/>
            </a:lvl6pPr>
            <a:lvl7pPr marL="3200400" lvl="6" indent="-361950" rtl="0">
              <a:spcBef>
                <a:spcPts val="400"/>
              </a:spcBef>
              <a:spcAft>
                <a:spcPts val="0"/>
              </a:spcAft>
              <a:buSzPts val="2100"/>
              <a:buChar char="•"/>
              <a:defRPr/>
            </a:lvl7pPr>
            <a:lvl8pPr marL="3657600" lvl="7" indent="-361950" rtl="0">
              <a:spcBef>
                <a:spcPts val="400"/>
              </a:spcBef>
              <a:spcAft>
                <a:spcPts val="0"/>
              </a:spcAft>
              <a:buSzPts val="2100"/>
              <a:buChar char="•"/>
              <a:defRPr/>
            </a:lvl8pPr>
            <a:lvl9pPr marL="4114800" lvl="8" indent="-361950" rtl="0">
              <a:spcBef>
                <a:spcPts val="400"/>
              </a:spcBef>
              <a:spcAft>
                <a:spcPts val="0"/>
              </a:spcAft>
              <a:buSzPts val="21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ustom Layout 5">
  <p:cSld name="CUSTOM_4">
    <p:spTree>
      <p:nvGrpSpPr>
        <p:cNvPr id="1" name="Shape 99"/>
        <p:cNvGrpSpPr/>
        <p:nvPr/>
      </p:nvGrpSpPr>
      <p:grpSpPr>
        <a:xfrm>
          <a:off x="0" y="0"/>
          <a:ext cx="0" cy="0"/>
          <a:chOff x="0" y="0"/>
          <a:chExt cx="0" cy="0"/>
        </a:xfrm>
      </p:grpSpPr>
      <p:sp>
        <p:nvSpPr>
          <p:cNvPr id="100" name="Google Shape;100;p7"/>
          <p:cNvSpPr>
            <a:spLocks noGrp="1"/>
          </p:cNvSpPr>
          <p:nvPr>
            <p:ph type="pic" idx="2"/>
          </p:nvPr>
        </p:nvSpPr>
        <p:spPr>
          <a:xfrm>
            <a:off x="0" y="-900"/>
            <a:ext cx="18288000" cy="10288800"/>
          </a:xfrm>
          <a:prstGeom prst="rect">
            <a:avLst/>
          </a:prstGeom>
          <a:noFill/>
          <a:ln>
            <a:noFill/>
          </a:ln>
        </p:spPr>
      </p:sp>
      <p:sp>
        <p:nvSpPr>
          <p:cNvPr id="101" name="Google Shape;101;p7"/>
          <p:cNvSpPr/>
          <p:nvPr/>
        </p:nvSpPr>
        <p:spPr>
          <a:xfrm>
            <a:off x="-1500" y="-850"/>
            <a:ext cx="18291008" cy="10288692"/>
          </a:xfrm>
          <a:custGeom>
            <a:avLst/>
            <a:gdLst/>
            <a:ahLst/>
            <a:cxnLst/>
            <a:rect l="l" t="t" r="r" b="b"/>
            <a:pathLst>
              <a:path w="4816592" h="2709333" extrusionOk="0">
                <a:moveTo>
                  <a:pt x="0" y="0"/>
                </a:moveTo>
                <a:lnTo>
                  <a:pt x="4816592" y="0"/>
                </a:lnTo>
                <a:lnTo>
                  <a:pt x="4816592" y="2709333"/>
                </a:lnTo>
                <a:lnTo>
                  <a:pt x="0" y="2709333"/>
                </a:lnTo>
                <a:close/>
              </a:path>
            </a:pathLst>
          </a:custGeom>
          <a:gradFill>
            <a:gsLst>
              <a:gs pos="0">
                <a:srgbClr val="5C24CC">
                  <a:alpha val="60000"/>
                </a:srgbClr>
              </a:gs>
              <a:gs pos="50000">
                <a:srgbClr val="8C52FF">
                  <a:alpha val="60000"/>
                </a:srgbClr>
              </a:gs>
              <a:gs pos="100000">
                <a:srgbClr val="EDCDFF">
                  <a:alpha val="60000"/>
                </a:srgbClr>
              </a:gs>
            </a:gsLst>
            <a:lin ang="2700006" scaled="0"/>
          </a:gradFill>
          <a:ln>
            <a:noFill/>
          </a:ln>
        </p:spPr>
      </p:sp>
      <p:sp>
        <p:nvSpPr>
          <p:cNvPr id="102" name="Google Shape;102;p7"/>
          <p:cNvSpPr txBox="1">
            <a:spLocks noGrp="1"/>
          </p:cNvSpPr>
          <p:nvPr>
            <p:ph type="title"/>
          </p:nvPr>
        </p:nvSpPr>
        <p:spPr>
          <a:xfrm>
            <a:off x="1028700" y="5513150"/>
            <a:ext cx="13268700" cy="1143000"/>
          </a:xfrm>
          <a:prstGeom prst="rect">
            <a:avLst/>
          </a:prstGeom>
        </p:spPr>
        <p:txBody>
          <a:bodyPr spcFirstLastPara="1" wrap="square" lIns="0" tIns="0" rIns="0" bIns="0" anchor="t" anchorCtr="0">
            <a:noAutofit/>
          </a:bodyPr>
          <a:lstStyle>
            <a:lvl1pPr lvl="0" algn="l">
              <a:spcBef>
                <a:spcPts val="0"/>
              </a:spcBef>
              <a:spcAft>
                <a:spcPts val="0"/>
              </a:spcAft>
              <a:buClr>
                <a:schemeClr val="lt1"/>
              </a:buClr>
              <a:buSzPts val="10000"/>
              <a:buNone/>
              <a:defRPr sz="10000">
                <a:solidFill>
                  <a:schemeClr val="lt1"/>
                </a:solidFill>
              </a:defRPr>
            </a:lvl1pPr>
            <a:lvl2pPr lvl="1">
              <a:spcBef>
                <a:spcPts val="0"/>
              </a:spcBef>
              <a:spcAft>
                <a:spcPts val="0"/>
              </a:spcAft>
              <a:buSzPts val="8000"/>
              <a:buNone/>
              <a:defRPr/>
            </a:lvl2pPr>
            <a:lvl3pPr lvl="2">
              <a:spcBef>
                <a:spcPts val="0"/>
              </a:spcBef>
              <a:spcAft>
                <a:spcPts val="0"/>
              </a:spcAft>
              <a:buSzPts val="8000"/>
              <a:buNone/>
              <a:defRPr/>
            </a:lvl3pPr>
            <a:lvl4pPr lvl="3">
              <a:spcBef>
                <a:spcPts val="0"/>
              </a:spcBef>
              <a:spcAft>
                <a:spcPts val="0"/>
              </a:spcAft>
              <a:buSzPts val="8000"/>
              <a:buNone/>
              <a:defRPr/>
            </a:lvl4pPr>
            <a:lvl5pPr lvl="4">
              <a:spcBef>
                <a:spcPts val="0"/>
              </a:spcBef>
              <a:spcAft>
                <a:spcPts val="0"/>
              </a:spcAft>
              <a:buSzPts val="8000"/>
              <a:buNone/>
              <a:defRPr/>
            </a:lvl5pPr>
            <a:lvl6pPr lvl="5">
              <a:spcBef>
                <a:spcPts val="0"/>
              </a:spcBef>
              <a:spcAft>
                <a:spcPts val="0"/>
              </a:spcAft>
              <a:buSzPts val="8000"/>
              <a:buNone/>
              <a:defRPr/>
            </a:lvl6pPr>
            <a:lvl7pPr lvl="6">
              <a:spcBef>
                <a:spcPts val="0"/>
              </a:spcBef>
              <a:spcAft>
                <a:spcPts val="0"/>
              </a:spcAft>
              <a:buSzPts val="8000"/>
              <a:buNone/>
              <a:defRPr/>
            </a:lvl7pPr>
            <a:lvl8pPr lvl="7">
              <a:spcBef>
                <a:spcPts val="0"/>
              </a:spcBef>
              <a:spcAft>
                <a:spcPts val="0"/>
              </a:spcAft>
              <a:buSzPts val="8000"/>
              <a:buNone/>
              <a:defRPr/>
            </a:lvl8pPr>
            <a:lvl9pPr lvl="8">
              <a:spcBef>
                <a:spcPts val="0"/>
              </a:spcBef>
              <a:spcAft>
                <a:spcPts val="0"/>
              </a:spcAft>
              <a:buSzPts val="8000"/>
              <a:buNone/>
              <a:defRPr/>
            </a:lvl9pPr>
          </a:lstStyle>
          <a:p>
            <a:endParaRPr/>
          </a:p>
        </p:txBody>
      </p:sp>
      <p:grpSp>
        <p:nvGrpSpPr>
          <p:cNvPr id="103" name="Google Shape;103;p7"/>
          <p:cNvGrpSpPr/>
          <p:nvPr/>
        </p:nvGrpSpPr>
        <p:grpSpPr>
          <a:xfrm>
            <a:off x="15394414" y="884038"/>
            <a:ext cx="1864897" cy="2503866"/>
            <a:chOff x="0" y="-38100"/>
            <a:chExt cx="491163" cy="659450"/>
          </a:xfrm>
        </p:grpSpPr>
        <p:sp>
          <p:nvSpPr>
            <p:cNvPr id="104" name="Google Shape;104;p7"/>
            <p:cNvSpPr/>
            <p:nvPr/>
          </p:nvSpPr>
          <p:spPr>
            <a:xfrm>
              <a:off x="0" y="0"/>
              <a:ext cx="491163" cy="621350"/>
            </a:xfrm>
            <a:custGeom>
              <a:avLst/>
              <a:gdLst/>
              <a:ahLst/>
              <a:cxnLst/>
              <a:rect l="l" t="t" r="r" b="b"/>
              <a:pathLst>
                <a:path w="491163" h="621350" extrusionOk="0">
                  <a:moveTo>
                    <a:pt x="83028" y="0"/>
                  </a:moveTo>
                  <a:lnTo>
                    <a:pt x="408135" y="0"/>
                  </a:lnTo>
                  <a:cubicBezTo>
                    <a:pt x="430155" y="0"/>
                    <a:pt x="451274" y="8748"/>
                    <a:pt x="466845" y="24318"/>
                  </a:cubicBezTo>
                  <a:cubicBezTo>
                    <a:pt x="482416" y="39889"/>
                    <a:pt x="491163" y="61008"/>
                    <a:pt x="491163" y="83028"/>
                  </a:cubicBezTo>
                  <a:lnTo>
                    <a:pt x="491163" y="538321"/>
                  </a:lnTo>
                  <a:cubicBezTo>
                    <a:pt x="491163" y="584177"/>
                    <a:pt x="453990" y="621350"/>
                    <a:pt x="408135" y="621350"/>
                  </a:cubicBezTo>
                  <a:lnTo>
                    <a:pt x="83028" y="621350"/>
                  </a:lnTo>
                  <a:cubicBezTo>
                    <a:pt x="61008" y="621350"/>
                    <a:pt x="39889" y="612602"/>
                    <a:pt x="24318" y="597031"/>
                  </a:cubicBezTo>
                  <a:cubicBezTo>
                    <a:pt x="8748" y="581460"/>
                    <a:pt x="0" y="560342"/>
                    <a:pt x="0" y="538321"/>
                  </a:cubicBezTo>
                  <a:lnTo>
                    <a:pt x="0" y="83028"/>
                  </a:lnTo>
                  <a:cubicBezTo>
                    <a:pt x="0" y="61008"/>
                    <a:pt x="8748" y="39889"/>
                    <a:pt x="24318" y="24318"/>
                  </a:cubicBezTo>
                  <a:cubicBezTo>
                    <a:pt x="39889" y="8748"/>
                    <a:pt x="61008" y="0"/>
                    <a:pt x="83028" y="0"/>
                  </a:cubicBezTo>
                  <a:close/>
                </a:path>
              </a:pathLst>
            </a:custGeom>
            <a:solidFill>
              <a:srgbClr val="000000">
                <a:alpha val="0"/>
              </a:srgbClr>
            </a:solidFill>
            <a:ln w="114300" cap="sq" cmpd="sng">
              <a:solidFill>
                <a:srgbClr val="FFFFFF"/>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7"/>
            <p:cNvSpPr txBox="1"/>
            <p:nvPr/>
          </p:nvSpPr>
          <p:spPr>
            <a:xfrm>
              <a:off x="0" y="-38100"/>
              <a:ext cx="491100" cy="659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6" name="Google Shape;106;p7"/>
          <p:cNvSpPr txBox="1"/>
          <p:nvPr/>
        </p:nvSpPr>
        <p:spPr>
          <a:xfrm>
            <a:off x="15622457" y="1105632"/>
            <a:ext cx="1408800" cy="22131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7189" b="1" i="0" u="none" strike="noStrike" cap="none">
                <a:solidFill>
                  <a:srgbClr val="FFFFFF"/>
                </a:solidFill>
                <a:latin typeface="Dosis"/>
                <a:ea typeface="Dosis"/>
                <a:cs typeface="Dosis"/>
                <a:sym typeface="Dosis"/>
              </a:rPr>
              <a:t>2024</a:t>
            </a:r>
            <a:endParaRPr b="1">
              <a:latin typeface="Dosis"/>
              <a:ea typeface="Dosis"/>
              <a:cs typeface="Dosis"/>
              <a:sym typeface="Dosis"/>
            </a:endParaRPr>
          </a:p>
        </p:txBody>
      </p:sp>
      <p:sp>
        <p:nvSpPr>
          <p:cNvPr id="107" name="Google Shape;107;p7"/>
          <p:cNvSpPr txBox="1">
            <a:spLocks noGrp="1"/>
          </p:cNvSpPr>
          <p:nvPr>
            <p:ph type="title" idx="3"/>
          </p:nvPr>
        </p:nvSpPr>
        <p:spPr>
          <a:xfrm>
            <a:off x="1028700" y="3318725"/>
            <a:ext cx="4042200" cy="1143000"/>
          </a:xfrm>
          <a:prstGeom prst="rect">
            <a:avLst/>
          </a:prstGeom>
        </p:spPr>
        <p:txBody>
          <a:bodyPr spcFirstLastPara="1" wrap="square" lIns="0" tIns="0" rIns="0" bIns="0" anchor="t" anchorCtr="0">
            <a:noAutofit/>
          </a:bodyPr>
          <a:lstStyle>
            <a:lvl1pPr lvl="0" algn="l" rtl="0">
              <a:spcBef>
                <a:spcPts val="0"/>
              </a:spcBef>
              <a:spcAft>
                <a:spcPts val="0"/>
              </a:spcAft>
              <a:buClr>
                <a:schemeClr val="lt1"/>
              </a:buClr>
              <a:buSzPts val="8000"/>
              <a:buNone/>
              <a:defRPr>
                <a:solidFill>
                  <a:schemeClr val="lt1"/>
                </a:solidFill>
              </a:defRPr>
            </a:lvl1pPr>
            <a:lvl2pPr lvl="1" rtl="0">
              <a:spcBef>
                <a:spcPts val="0"/>
              </a:spcBef>
              <a:spcAft>
                <a:spcPts val="0"/>
              </a:spcAft>
              <a:buSzPts val="8000"/>
              <a:buNone/>
              <a:defRPr/>
            </a:lvl2pPr>
            <a:lvl3pPr lvl="2" rtl="0">
              <a:spcBef>
                <a:spcPts val="0"/>
              </a:spcBef>
              <a:spcAft>
                <a:spcPts val="0"/>
              </a:spcAft>
              <a:buSzPts val="8000"/>
              <a:buNone/>
              <a:defRPr/>
            </a:lvl3pPr>
            <a:lvl4pPr lvl="3" rtl="0">
              <a:spcBef>
                <a:spcPts val="0"/>
              </a:spcBef>
              <a:spcAft>
                <a:spcPts val="0"/>
              </a:spcAft>
              <a:buSzPts val="8000"/>
              <a:buNone/>
              <a:defRPr/>
            </a:lvl4pPr>
            <a:lvl5pPr lvl="4" rtl="0">
              <a:spcBef>
                <a:spcPts val="0"/>
              </a:spcBef>
              <a:spcAft>
                <a:spcPts val="0"/>
              </a:spcAft>
              <a:buSzPts val="8000"/>
              <a:buNone/>
              <a:defRPr/>
            </a:lvl5pPr>
            <a:lvl6pPr lvl="5" rtl="0">
              <a:spcBef>
                <a:spcPts val="0"/>
              </a:spcBef>
              <a:spcAft>
                <a:spcPts val="0"/>
              </a:spcAft>
              <a:buSzPts val="8000"/>
              <a:buNone/>
              <a:defRPr/>
            </a:lvl6pPr>
            <a:lvl7pPr lvl="6" rtl="0">
              <a:spcBef>
                <a:spcPts val="0"/>
              </a:spcBef>
              <a:spcAft>
                <a:spcPts val="0"/>
              </a:spcAft>
              <a:buSzPts val="8000"/>
              <a:buNone/>
              <a:defRPr/>
            </a:lvl7pPr>
            <a:lvl8pPr lvl="7" rtl="0">
              <a:spcBef>
                <a:spcPts val="0"/>
              </a:spcBef>
              <a:spcAft>
                <a:spcPts val="0"/>
              </a:spcAft>
              <a:buSzPts val="8000"/>
              <a:buNone/>
              <a:defRPr/>
            </a:lvl8pPr>
            <a:lvl9pPr lvl="8" rtl="0">
              <a:spcBef>
                <a:spcPts val="0"/>
              </a:spcBef>
              <a:spcAft>
                <a:spcPts val="0"/>
              </a:spcAft>
              <a:buSzPts val="8000"/>
              <a:buNone/>
              <a:defRPr/>
            </a:lvl9pPr>
          </a:lstStyle>
          <a:p>
            <a:endParaRPr/>
          </a:p>
        </p:txBody>
      </p:sp>
      <p:sp>
        <p:nvSpPr>
          <p:cNvPr id="108" name="Google Shape;108;p7"/>
          <p:cNvSpPr txBox="1">
            <a:spLocks noGrp="1"/>
          </p:cNvSpPr>
          <p:nvPr>
            <p:ph type="body" idx="1"/>
          </p:nvPr>
        </p:nvSpPr>
        <p:spPr>
          <a:xfrm>
            <a:off x="1198300" y="7282025"/>
            <a:ext cx="11952300" cy="1966500"/>
          </a:xfrm>
          <a:prstGeom prst="rect">
            <a:avLst/>
          </a:prstGeom>
        </p:spPr>
        <p:txBody>
          <a:bodyPr spcFirstLastPara="1" wrap="square" lIns="0" tIns="0" rIns="0" bIns="0" anchor="t" anchorCtr="0">
            <a:noAutofit/>
          </a:bodyPr>
          <a:lstStyle>
            <a:lvl1pPr marL="457200" lvl="0" indent="-406400">
              <a:spcBef>
                <a:spcPts val="640"/>
              </a:spcBef>
              <a:spcAft>
                <a:spcPts val="0"/>
              </a:spcAft>
              <a:buClr>
                <a:schemeClr val="lt1"/>
              </a:buClr>
              <a:buSzPts val="2800"/>
              <a:buChar char="•"/>
              <a:defRPr sz="2800">
                <a:solidFill>
                  <a:schemeClr val="lt1"/>
                </a:solidFill>
              </a:defRPr>
            </a:lvl1pPr>
            <a:lvl2pPr marL="914400" lvl="1" indent="-406400">
              <a:spcBef>
                <a:spcPts val="560"/>
              </a:spcBef>
              <a:spcAft>
                <a:spcPts val="0"/>
              </a:spcAft>
              <a:buClr>
                <a:schemeClr val="lt1"/>
              </a:buClr>
              <a:buSzPts val="2800"/>
              <a:buChar char="–"/>
              <a:defRPr sz="2800">
                <a:solidFill>
                  <a:schemeClr val="lt1"/>
                </a:solidFill>
              </a:defRPr>
            </a:lvl2pPr>
            <a:lvl3pPr marL="1371600" lvl="2" indent="-406400">
              <a:spcBef>
                <a:spcPts val="480"/>
              </a:spcBef>
              <a:spcAft>
                <a:spcPts val="0"/>
              </a:spcAft>
              <a:buClr>
                <a:schemeClr val="lt1"/>
              </a:buClr>
              <a:buSzPts val="2800"/>
              <a:buChar char="•"/>
              <a:defRPr sz="2800">
                <a:solidFill>
                  <a:schemeClr val="lt1"/>
                </a:solidFill>
              </a:defRPr>
            </a:lvl3pPr>
            <a:lvl4pPr marL="1828800" lvl="3" indent="-406400">
              <a:spcBef>
                <a:spcPts val="400"/>
              </a:spcBef>
              <a:spcAft>
                <a:spcPts val="0"/>
              </a:spcAft>
              <a:buClr>
                <a:schemeClr val="lt1"/>
              </a:buClr>
              <a:buSzPts val="2800"/>
              <a:buChar char="–"/>
              <a:defRPr sz="2800">
                <a:solidFill>
                  <a:schemeClr val="lt1"/>
                </a:solidFill>
              </a:defRPr>
            </a:lvl4pPr>
            <a:lvl5pPr marL="2286000" lvl="4" indent="-406400">
              <a:spcBef>
                <a:spcPts val="400"/>
              </a:spcBef>
              <a:spcAft>
                <a:spcPts val="0"/>
              </a:spcAft>
              <a:buClr>
                <a:schemeClr val="lt1"/>
              </a:buClr>
              <a:buSzPts val="2800"/>
              <a:buChar char="»"/>
              <a:defRPr sz="2800">
                <a:solidFill>
                  <a:schemeClr val="lt1"/>
                </a:solidFill>
              </a:defRPr>
            </a:lvl5pPr>
            <a:lvl6pPr marL="2743200" lvl="5" indent="-406400">
              <a:spcBef>
                <a:spcPts val="400"/>
              </a:spcBef>
              <a:spcAft>
                <a:spcPts val="0"/>
              </a:spcAft>
              <a:buClr>
                <a:schemeClr val="lt1"/>
              </a:buClr>
              <a:buSzPts val="2800"/>
              <a:buChar char="•"/>
              <a:defRPr sz="2800">
                <a:solidFill>
                  <a:schemeClr val="lt1"/>
                </a:solidFill>
              </a:defRPr>
            </a:lvl6pPr>
            <a:lvl7pPr marL="3200400" lvl="6" indent="-406400">
              <a:spcBef>
                <a:spcPts val="400"/>
              </a:spcBef>
              <a:spcAft>
                <a:spcPts val="0"/>
              </a:spcAft>
              <a:buClr>
                <a:schemeClr val="lt1"/>
              </a:buClr>
              <a:buSzPts val="2800"/>
              <a:buChar char="•"/>
              <a:defRPr sz="2800">
                <a:solidFill>
                  <a:schemeClr val="lt1"/>
                </a:solidFill>
              </a:defRPr>
            </a:lvl7pPr>
            <a:lvl8pPr marL="3657600" lvl="7" indent="-406400">
              <a:spcBef>
                <a:spcPts val="400"/>
              </a:spcBef>
              <a:spcAft>
                <a:spcPts val="0"/>
              </a:spcAft>
              <a:buClr>
                <a:schemeClr val="lt1"/>
              </a:buClr>
              <a:buSzPts val="2800"/>
              <a:buChar char="•"/>
              <a:defRPr sz="2800">
                <a:solidFill>
                  <a:schemeClr val="lt1"/>
                </a:solidFill>
              </a:defRPr>
            </a:lvl8pPr>
            <a:lvl9pPr marL="4114800" lvl="8" indent="-406400">
              <a:spcBef>
                <a:spcPts val="400"/>
              </a:spcBef>
              <a:spcAft>
                <a:spcPts val="0"/>
              </a:spcAft>
              <a:buClr>
                <a:schemeClr val="lt1"/>
              </a:buClr>
              <a:buSzPts val="2800"/>
              <a:buChar char="•"/>
              <a:defRPr sz="2800">
                <a:solidFill>
                  <a:schemeClr val="lt1"/>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ustom Layout 6">
  <p:cSld name="CUSTOM_5">
    <p:spTree>
      <p:nvGrpSpPr>
        <p:cNvPr id="1" name="Shape 109"/>
        <p:cNvGrpSpPr/>
        <p:nvPr/>
      </p:nvGrpSpPr>
      <p:grpSpPr>
        <a:xfrm>
          <a:off x="0" y="0"/>
          <a:ext cx="0" cy="0"/>
          <a:chOff x="0" y="0"/>
          <a:chExt cx="0" cy="0"/>
        </a:xfrm>
      </p:grpSpPr>
      <p:grpSp>
        <p:nvGrpSpPr>
          <p:cNvPr id="110" name="Google Shape;110;p8"/>
          <p:cNvGrpSpPr/>
          <p:nvPr/>
        </p:nvGrpSpPr>
        <p:grpSpPr>
          <a:xfrm>
            <a:off x="5814497" y="6715282"/>
            <a:ext cx="6659027" cy="6659027"/>
            <a:chOff x="0" y="0"/>
            <a:chExt cx="812800" cy="812800"/>
          </a:xfrm>
        </p:grpSpPr>
        <p:sp>
          <p:nvSpPr>
            <p:cNvPr id="111" name="Google Shape;111;p8"/>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8"/>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13" name="Google Shape;113;p8"/>
          <p:cNvGrpSpPr/>
          <p:nvPr/>
        </p:nvGrpSpPr>
        <p:grpSpPr>
          <a:xfrm>
            <a:off x="4345059" y="5488059"/>
            <a:ext cx="9597868" cy="9597868"/>
            <a:chOff x="0" y="0"/>
            <a:chExt cx="812800" cy="812800"/>
          </a:xfrm>
        </p:grpSpPr>
        <p:sp>
          <p:nvSpPr>
            <p:cNvPr id="114" name="Google Shape;114;p8"/>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80975" cap="sq" cmpd="sng">
              <a:solidFill>
                <a:srgbClr val="8C52FF"/>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8"/>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16" name="Google Shape;116;p8"/>
          <p:cNvGrpSpPr/>
          <p:nvPr/>
        </p:nvGrpSpPr>
        <p:grpSpPr>
          <a:xfrm>
            <a:off x="3504432" y="7577048"/>
            <a:ext cx="1681277" cy="1681277"/>
            <a:chOff x="0" y="0"/>
            <a:chExt cx="812800" cy="812800"/>
          </a:xfrm>
        </p:grpSpPr>
        <p:sp>
          <p:nvSpPr>
            <p:cNvPr id="117" name="Google Shape;117;p8"/>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8"/>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19" name="Google Shape;119;p8"/>
          <p:cNvSpPr/>
          <p:nvPr/>
        </p:nvSpPr>
        <p:spPr>
          <a:xfrm>
            <a:off x="3862052" y="7986480"/>
            <a:ext cx="966014" cy="862387"/>
          </a:xfrm>
          <a:custGeom>
            <a:avLst/>
            <a:gdLst/>
            <a:ahLst/>
            <a:cxnLst/>
            <a:rect l="l" t="t" r="r" b="b"/>
            <a:pathLst>
              <a:path w="966014" h="862387" extrusionOk="0">
                <a:moveTo>
                  <a:pt x="0" y="0"/>
                </a:moveTo>
                <a:lnTo>
                  <a:pt x="966014" y="0"/>
                </a:lnTo>
                <a:lnTo>
                  <a:pt x="966014" y="862387"/>
                </a:lnTo>
                <a:lnTo>
                  <a:pt x="0" y="862387"/>
                </a:lnTo>
                <a:lnTo>
                  <a:pt x="0" y="0"/>
                </a:lnTo>
                <a:close/>
              </a:path>
            </a:pathLst>
          </a:custGeom>
          <a:blipFill rotWithShape="1">
            <a:blip r:embed="rId2">
              <a:alphaModFix/>
            </a:blip>
            <a:stretch>
              <a:fillRect/>
            </a:stretch>
          </a:blipFill>
          <a:ln>
            <a:noFill/>
          </a:ln>
        </p:spPr>
      </p:sp>
      <p:grpSp>
        <p:nvGrpSpPr>
          <p:cNvPr id="120" name="Google Shape;120;p8"/>
          <p:cNvGrpSpPr/>
          <p:nvPr/>
        </p:nvGrpSpPr>
        <p:grpSpPr>
          <a:xfrm>
            <a:off x="6126452" y="5190973"/>
            <a:ext cx="1681277" cy="1681277"/>
            <a:chOff x="0" y="0"/>
            <a:chExt cx="812800" cy="812800"/>
          </a:xfrm>
        </p:grpSpPr>
        <p:sp>
          <p:nvSpPr>
            <p:cNvPr id="121" name="Google Shape;121;p8"/>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8"/>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23" name="Google Shape;123;p8"/>
          <p:cNvSpPr/>
          <p:nvPr/>
        </p:nvSpPr>
        <p:spPr>
          <a:xfrm>
            <a:off x="6587949" y="5599354"/>
            <a:ext cx="758256" cy="863439"/>
          </a:xfrm>
          <a:custGeom>
            <a:avLst/>
            <a:gdLst/>
            <a:ahLst/>
            <a:cxnLst/>
            <a:rect l="l" t="t" r="r" b="b"/>
            <a:pathLst>
              <a:path w="758256" h="863439" extrusionOk="0">
                <a:moveTo>
                  <a:pt x="0" y="0"/>
                </a:moveTo>
                <a:lnTo>
                  <a:pt x="758257" y="0"/>
                </a:lnTo>
                <a:lnTo>
                  <a:pt x="758257" y="863438"/>
                </a:lnTo>
                <a:lnTo>
                  <a:pt x="0" y="863438"/>
                </a:lnTo>
                <a:lnTo>
                  <a:pt x="0" y="0"/>
                </a:lnTo>
                <a:close/>
              </a:path>
            </a:pathLst>
          </a:custGeom>
          <a:blipFill rotWithShape="1">
            <a:blip r:embed="rId3">
              <a:alphaModFix/>
            </a:blip>
            <a:stretch>
              <a:fillRect/>
            </a:stretch>
          </a:blipFill>
          <a:ln>
            <a:noFill/>
          </a:ln>
        </p:spPr>
      </p:sp>
      <p:grpSp>
        <p:nvGrpSpPr>
          <p:cNvPr id="124" name="Google Shape;124;p8"/>
          <p:cNvGrpSpPr/>
          <p:nvPr/>
        </p:nvGrpSpPr>
        <p:grpSpPr>
          <a:xfrm>
            <a:off x="10461785" y="5190447"/>
            <a:ext cx="1681277" cy="1681277"/>
            <a:chOff x="0" y="0"/>
            <a:chExt cx="812800" cy="812800"/>
          </a:xfrm>
        </p:grpSpPr>
        <p:sp>
          <p:nvSpPr>
            <p:cNvPr id="125" name="Google Shape;125;p8"/>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8"/>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27" name="Google Shape;127;p8"/>
          <p:cNvSpPr/>
          <p:nvPr/>
        </p:nvSpPr>
        <p:spPr>
          <a:xfrm>
            <a:off x="10870691" y="5598828"/>
            <a:ext cx="863439" cy="863439"/>
          </a:xfrm>
          <a:custGeom>
            <a:avLst/>
            <a:gdLst/>
            <a:ahLst/>
            <a:cxnLst/>
            <a:rect l="l" t="t" r="r" b="b"/>
            <a:pathLst>
              <a:path w="863439" h="863439" extrusionOk="0">
                <a:moveTo>
                  <a:pt x="0" y="0"/>
                </a:moveTo>
                <a:lnTo>
                  <a:pt x="863439" y="0"/>
                </a:lnTo>
                <a:lnTo>
                  <a:pt x="863439" y="863438"/>
                </a:lnTo>
                <a:lnTo>
                  <a:pt x="0" y="863438"/>
                </a:lnTo>
                <a:lnTo>
                  <a:pt x="0" y="0"/>
                </a:lnTo>
                <a:close/>
              </a:path>
            </a:pathLst>
          </a:custGeom>
          <a:blipFill rotWithShape="1">
            <a:blip r:embed="rId4">
              <a:alphaModFix/>
            </a:blip>
            <a:stretch>
              <a:fillRect/>
            </a:stretch>
          </a:blipFill>
          <a:ln>
            <a:noFill/>
          </a:ln>
        </p:spPr>
      </p:sp>
      <p:grpSp>
        <p:nvGrpSpPr>
          <p:cNvPr id="128" name="Google Shape;128;p8"/>
          <p:cNvGrpSpPr/>
          <p:nvPr/>
        </p:nvGrpSpPr>
        <p:grpSpPr>
          <a:xfrm>
            <a:off x="13102153" y="7577048"/>
            <a:ext cx="1681277" cy="1681277"/>
            <a:chOff x="0" y="0"/>
            <a:chExt cx="812800" cy="812800"/>
          </a:xfrm>
        </p:grpSpPr>
        <p:sp>
          <p:nvSpPr>
            <p:cNvPr id="129" name="Google Shape;129;p8"/>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8"/>
            <p:cNvSpPr txBox="1"/>
            <p:nvPr/>
          </p:nvSpPr>
          <p:spPr>
            <a:xfrm>
              <a:off x="76200" y="38100"/>
              <a:ext cx="660300" cy="698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31" name="Google Shape;131;p8"/>
          <p:cNvSpPr/>
          <p:nvPr/>
        </p:nvSpPr>
        <p:spPr>
          <a:xfrm>
            <a:off x="13318936" y="8106868"/>
            <a:ext cx="1248011" cy="741999"/>
          </a:xfrm>
          <a:custGeom>
            <a:avLst/>
            <a:gdLst/>
            <a:ahLst/>
            <a:cxnLst/>
            <a:rect l="l" t="t" r="r" b="b"/>
            <a:pathLst>
              <a:path w="1248011" h="741999" extrusionOk="0">
                <a:moveTo>
                  <a:pt x="0" y="0"/>
                </a:moveTo>
                <a:lnTo>
                  <a:pt x="1248011" y="0"/>
                </a:lnTo>
                <a:lnTo>
                  <a:pt x="1248011" y="741999"/>
                </a:lnTo>
                <a:lnTo>
                  <a:pt x="0" y="741999"/>
                </a:lnTo>
                <a:lnTo>
                  <a:pt x="0" y="0"/>
                </a:lnTo>
                <a:close/>
              </a:path>
            </a:pathLst>
          </a:custGeom>
          <a:blipFill rotWithShape="1">
            <a:blip r:embed="rId5">
              <a:alphaModFix/>
            </a:blip>
            <a:stretch>
              <a:fillRect/>
            </a:stretch>
          </a:blipFill>
          <a:ln>
            <a:noFill/>
          </a:ln>
        </p:spPr>
      </p:sp>
      <p:cxnSp>
        <p:nvCxnSpPr>
          <p:cNvPr id="132" name="Google Shape;132;p8"/>
          <p:cNvCxnSpPr/>
          <p:nvPr/>
        </p:nvCxnSpPr>
        <p:spPr>
          <a:xfrm>
            <a:off x="2615796" y="8398624"/>
            <a:ext cx="888600" cy="0"/>
          </a:xfrm>
          <a:prstGeom prst="straightConnector1">
            <a:avLst/>
          </a:prstGeom>
          <a:noFill/>
          <a:ln w="95250" cap="flat" cmpd="sng">
            <a:solidFill>
              <a:srgbClr val="8C52FF"/>
            </a:solidFill>
            <a:prstDash val="solid"/>
            <a:round/>
            <a:headEnd type="none" w="sm" len="sm"/>
            <a:tailEnd type="none" w="sm" len="sm"/>
          </a:ln>
        </p:spPr>
      </p:cxnSp>
      <p:cxnSp>
        <p:nvCxnSpPr>
          <p:cNvPr id="133" name="Google Shape;133;p8"/>
          <p:cNvCxnSpPr/>
          <p:nvPr/>
        </p:nvCxnSpPr>
        <p:spPr>
          <a:xfrm rot="10800000">
            <a:off x="2669562" y="3905224"/>
            <a:ext cx="0" cy="4493400"/>
          </a:xfrm>
          <a:prstGeom prst="straightConnector1">
            <a:avLst/>
          </a:prstGeom>
          <a:noFill/>
          <a:ln w="95250" cap="flat" cmpd="sng">
            <a:solidFill>
              <a:srgbClr val="8C52FF"/>
            </a:solidFill>
            <a:prstDash val="solid"/>
            <a:round/>
            <a:headEnd type="none" w="sm" len="sm"/>
            <a:tailEnd type="none" w="sm" len="sm"/>
          </a:ln>
        </p:spPr>
      </p:cxnSp>
      <p:cxnSp>
        <p:nvCxnSpPr>
          <p:cNvPr id="134" name="Google Shape;134;p8"/>
          <p:cNvCxnSpPr/>
          <p:nvPr/>
        </p:nvCxnSpPr>
        <p:spPr>
          <a:xfrm>
            <a:off x="1196054" y="3905098"/>
            <a:ext cx="3316500" cy="0"/>
          </a:xfrm>
          <a:prstGeom prst="straightConnector1">
            <a:avLst/>
          </a:prstGeom>
          <a:noFill/>
          <a:ln w="95250" cap="flat" cmpd="sng">
            <a:solidFill>
              <a:srgbClr val="8C52FF"/>
            </a:solidFill>
            <a:prstDash val="solid"/>
            <a:round/>
            <a:headEnd type="none" w="sm" len="sm"/>
            <a:tailEnd type="none" w="sm" len="sm"/>
          </a:ln>
        </p:spPr>
      </p:cxnSp>
      <p:cxnSp>
        <p:nvCxnSpPr>
          <p:cNvPr id="135" name="Google Shape;135;p8"/>
          <p:cNvCxnSpPr/>
          <p:nvPr/>
        </p:nvCxnSpPr>
        <p:spPr>
          <a:xfrm>
            <a:off x="5389232" y="3905098"/>
            <a:ext cx="3316500" cy="0"/>
          </a:xfrm>
          <a:prstGeom prst="straightConnector1">
            <a:avLst/>
          </a:prstGeom>
          <a:noFill/>
          <a:ln w="95250" cap="flat" cmpd="sng">
            <a:solidFill>
              <a:srgbClr val="8C52FF"/>
            </a:solidFill>
            <a:prstDash val="solid"/>
            <a:round/>
            <a:headEnd type="none" w="sm" len="sm"/>
            <a:tailEnd type="none" w="sm" len="sm"/>
          </a:ln>
        </p:spPr>
      </p:cxnSp>
      <p:cxnSp>
        <p:nvCxnSpPr>
          <p:cNvPr id="136" name="Google Shape;136;p8"/>
          <p:cNvCxnSpPr/>
          <p:nvPr/>
        </p:nvCxnSpPr>
        <p:spPr>
          <a:xfrm>
            <a:off x="9582410" y="3905098"/>
            <a:ext cx="3316500" cy="0"/>
          </a:xfrm>
          <a:prstGeom prst="straightConnector1">
            <a:avLst/>
          </a:prstGeom>
          <a:noFill/>
          <a:ln w="95250" cap="flat" cmpd="sng">
            <a:solidFill>
              <a:srgbClr val="8C52FF"/>
            </a:solidFill>
            <a:prstDash val="solid"/>
            <a:round/>
            <a:headEnd type="none" w="sm" len="sm"/>
            <a:tailEnd type="none" w="sm" len="sm"/>
          </a:ln>
        </p:spPr>
      </p:cxnSp>
      <p:cxnSp>
        <p:nvCxnSpPr>
          <p:cNvPr id="137" name="Google Shape;137;p8"/>
          <p:cNvCxnSpPr/>
          <p:nvPr/>
        </p:nvCxnSpPr>
        <p:spPr>
          <a:xfrm>
            <a:off x="13775587" y="3905098"/>
            <a:ext cx="3316500" cy="0"/>
          </a:xfrm>
          <a:prstGeom prst="straightConnector1">
            <a:avLst/>
          </a:prstGeom>
          <a:noFill/>
          <a:ln w="95250" cap="flat" cmpd="sng">
            <a:solidFill>
              <a:srgbClr val="8C52FF"/>
            </a:solidFill>
            <a:prstDash val="solid"/>
            <a:round/>
            <a:headEnd type="none" w="sm" len="sm"/>
            <a:tailEnd type="none" w="sm" len="sm"/>
          </a:ln>
        </p:spPr>
      </p:cxnSp>
      <p:cxnSp>
        <p:nvCxnSpPr>
          <p:cNvPr id="138" name="Google Shape;138;p8"/>
          <p:cNvCxnSpPr/>
          <p:nvPr/>
        </p:nvCxnSpPr>
        <p:spPr>
          <a:xfrm rot="10800000">
            <a:off x="6919453" y="3905173"/>
            <a:ext cx="0" cy="1285800"/>
          </a:xfrm>
          <a:prstGeom prst="straightConnector1">
            <a:avLst/>
          </a:prstGeom>
          <a:noFill/>
          <a:ln w="95250" cap="flat" cmpd="sng">
            <a:solidFill>
              <a:srgbClr val="8C52FF"/>
            </a:solidFill>
            <a:prstDash val="solid"/>
            <a:round/>
            <a:headEnd type="none" w="sm" len="sm"/>
            <a:tailEnd type="none" w="sm" len="sm"/>
          </a:ln>
        </p:spPr>
      </p:cxnSp>
      <p:cxnSp>
        <p:nvCxnSpPr>
          <p:cNvPr id="139" name="Google Shape;139;p8"/>
          <p:cNvCxnSpPr/>
          <p:nvPr/>
        </p:nvCxnSpPr>
        <p:spPr>
          <a:xfrm rot="10800000">
            <a:off x="11302411" y="3857559"/>
            <a:ext cx="0" cy="1630500"/>
          </a:xfrm>
          <a:prstGeom prst="straightConnector1">
            <a:avLst/>
          </a:prstGeom>
          <a:noFill/>
          <a:ln w="95250" cap="flat" cmpd="sng">
            <a:solidFill>
              <a:srgbClr val="8C52FF"/>
            </a:solidFill>
            <a:prstDash val="solid"/>
            <a:round/>
            <a:headEnd type="none" w="sm" len="sm"/>
            <a:tailEnd type="none" w="sm" len="sm"/>
          </a:ln>
        </p:spPr>
      </p:cxnSp>
      <p:cxnSp>
        <p:nvCxnSpPr>
          <p:cNvPr id="140" name="Google Shape;140;p8"/>
          <p:cNvCxnSpPr/>
          <p:nvPr/>
        </p:nvCxnSpPr>
        <p:spPr>
          <a:xfrm>
            <a:off x="14783405" y="8430243"/>
            <a:ext cx="728400" cy="0"/>
          </a:xfrm>
          <a:prstGeom prst="straightConnector1">
            <a:avLst/>
          </a:prstGeom>
          <a:noFill/>
          <a:ln w="95250" cap="flat" cmpd="sng">
            <a:solidFill>
              <a:srgbClr val="8C52FF"/>
            </a:solidFill>
            <a:prstDash val="solid"/>
            <a:round/>
            <a:headEnd type="none" w="sm" len="sm"/>
            <a:tailEnd type="none" w="sm" len="sm"/>
          </a:ln>
        </p:spPr>
      </p:cxnSp>
      <p:cxnSp>
        <p:nvCxnSpPr>
          <p:cNvPr id="141" name="Google Shape;141;p8"/>
          <p:cNvCxnSpPr/>
          <p:nvPr/>
        </p:nvCxnSpPr>
        <p:spPr>
          <a:xfrm rot="10800000">
            <a:off x="15511700" y="3905155"/>
            <a:ext cx="0" cy="4556700"/>
          </a:xfrm>
          <a:prstGeom prst="straightConnector1">
            <a:avLst/>
          </a:prstGeom>
          <a:noFill/>
          <a:ln w="95250" cap="flat" cmpd="sng">
            <a:solidFill>
              <a:srgbClr val="8C52FF"/>
            </a:solidFill>
            <a:prstDash val="solid"/>
            <a:round/>
            <a:headEnd type="none" w="sm" len="sm"/>
            <a:tailEnd type="none" w="sm" len="sm"/>
          </a:ln>
        </p:spPr>
      </p:cxnSp>
      <p:sp>
        <p:nvSpPr>
          <p:cNvPr id="142" name="Google Shape;142;p8"/>
          <p:cNvSpPr txBox="1">
            <a:spLocks noGrp="1"/>
          </p:cNvSpPr>
          <p:nvPr>
            <p:ph type="subTitle" idx="1"/>
          </p:nvPr>
        </p:nvSpPr>
        <p:spPr>
          <a:xfrm>
            <a:off x="1280050" y="2015450"/>
            <a:ext cx="2611800" cy="549300"/>
          </a:xfrm>
          <a:prstGeom prst="rect">
            <a:avLst/>
          </a:prstGeom>
        </p:spPr>
        <p:txBody>
          <a:bodyPr spcFirstLastPara="1" wrap="square" lIns="0" tIns="0" rIns="0" bIns="0" anchor="t" anchorCtr="0">
            <a:noAutofit/>
          </a:bodyPr>
          <a:lstStyle>
            <a:lvl1pPr lvl="0" rtl="0">
              <a:spcBef>
                <a:spcPts val="640"/>
              </a:spcBef>
              <a:spcAft>
                <a:spcPts val="0"/>
              </a:spcAft>
              <a:buClr>
                <a:srgbClr val="8C52FF"/>
              </a:buClr>
              <a:buSzPts val="3200"/>
              <a:buNone/>
              <a:defRPr sz="3200" b="1">
                <a:solidFill>
                  <a:srgbClr val="8C52FF"/>
                </a:solidFill>
              </a:defRPr>
            </a:lvl1pPr>
            <a:lvl2pPr lvl="1" rtl="0">
              <a:spcBef>
                <a:spcPts val="560"/>
              </a:spcBef>
              <a:spcAft>
                <a:spcPts val="0"/>
              </a:spcAft>
              <a:buSzPts val="2100"/>
              <a:buNone/>
              <a:defRPr/>
            </a:lvl2pPr>
            <a:lvl3pPr lvl="2" rtl="0">
              <a:spcBef>
                <a:spcPts val="480"/>
              </a:spcBef>
              <a:spcAft>
                <a:spcPts val="0"/>
              </a:spcAft>
              <a:buSzPts val="2100"/>
              <a:buNone/>
              <a:defRPr/>
            </a:lvl3pPr>
            <a:lvl4pPr lvl="3" rtl="0">
              <a:spcBef>
                <a:spcPts val="400"/>
              </a:spcBef>
              <a:spcAft>
                <a:spcPts val="0"/>
              </a:spcAft>
              <a:buSzPts val="2100"/>
              <a:buNone/>
              <a:defRPr/>
            </a:lvl4pPr>
            <a:lvl5pPr lvl="4" rtl="0">
              <a:spcBef>
                <a:spcPts val="400"/>
              </a:spcBef>
              <a:spcAft>
                <a:spcPts val="0"/>
              </a:spcAft>
              <a:buSzPts val="2100"/>
              <a:buNone/>
              <a:defRPr/>
            </a:lvl5pPr>
            <a:lvl6pPr lvl="5" rtl="0">
              <a:spcBef>
                <a:spcPts val="400"/>
              </a:spcBef>
              <a:spcAft>
                <a:spcPts val="0"/>
              </a:spcAft>
              <a:buSzPts val="2100"/>
              <a:buNone/>
              <a:defRPr/>
            </a:lvl6pPr>
            <a:lvl7pPr lvl="6" rtl="0">
              <a:spcBef>
                <a:spcPts val="400"/>
              </a:spcBef>
              <a:spcAft>
                <a:spcPts val="0"/>
              </a:spcAft>
              <a:buSzPts val="2100"/>
              <a:buNone/>
              <a:defRPr/>
            </a:lvl7pPr>
            <a:lvl8pPr lvl="7" rtl="0">
              <a:spcBef>
                <a:spcPts val="400"/>
              </a:spcBef>
              <a:spcAft>
                <a:spcPts val="0"/>
              </a:spcAft>
              <a:buSzPts val="2100"/>
              <a:buNone/>
              <a:defRPr/>
            </a:lvl8pPr>
            <a:lvl9pPr lvl="8" rtl="0">
              <a:spcBef>
                <a:spcPts val="400"/>
              </a:spcBef>
              <a:spcAft>
                <a:spcPts val="0"/>
              </a:spcAft>
              <a:buSzPts val="2100"/>
              <a:buNone/>
              <a:defRPr/>
            </a:lvl9pPr>
          </a:lstStyle>
          <a:p>
            <a:endParaRPr/>
          </a:p>
        </p:txBody>
      </p:sp>
      <p:sp>
        <p:nvSpPr>
          <p:cNvPr id="143" name="Google Shape;143;p8"/>
          <p:cNvSpPr txBox="1">
            <a:spLocks noGrp="1"/>
          </p:cNvSpPr>
          <p:nvPr>
            <p:ph type="body" idx="2"/>
          </p:nvPr>
        </p:nvSpPr>
        <p:spPr>
          <a:xfrm>
            <a:off x="1280050" y="2564750"/>
            <a:ext cx="3148500" cy="1017600"/>
          </a:xfrm>
          <a:prstGeom prst="rect">
            <a:avLst/>
          </a:prstGeom>
        </p:spPr>
        <p:txBody>
          <a:bodyPr spcFirstLastPara="1" wrap="square" lIns="0" tIns="0" rIns="0" bIns="0" anchor="t" anchorCtr="0">
            <a:noAutofit/>
          </a:bodyPr>
          <a:lstStyle>
            <a:lvl1pPr marL="457200" lvl="0" indent="-361950" rtl="0">
              <a:spcBef>
                <a:spcPts val="640"/>
              </a:spcBef>
              <a:spcAft>
                <a:spcPts val="0"/>
              </a:spcAft>
              <a:buSzPts val="2100"/>
              <a:buChar char="•"/>
              <a:defRPr/>
            </a:lvl1pPr>
            <a:lvl2pPr marL="914400" lvl="1" indent="-361950" rtl="0">
              <a:spcBef>
                <a:spcPts val="560"/>
              </a:spcBef>
              <a:spcAft>
                <a:spcPts val="0"/>
              </a:spcAft>
              <a:buSzPts val="2100"/>
              <a:buChar char="–"/>
              <a:defRPr/>
            </a:lvl2pPr>
            <a:lvl3pPr marL="1371600" lvl="2" indent="-361950" rtl="0">
              <a:spcBef>
                <a:spcPts val="480"/>
              </a:spcBef>
              <a:spcAft>
                <a:spcPts val="0"/>
              </a:spcAft>
              <a:buSzPts val="2100"/>
              <a:buChar char="•"/>
              <a:defRPr/>
            </a:lvl3pPr>
            <a:lvl4pPr marL="1828800" lvl="3" indent="-361950" rtl="0">
              <a:spcBef>
                <a:spcPts val="400"/>
              </a:spcBef>
              <a:spcAft>
                <a:spcPts val="0"/>
              </a:spcAft>
              <a:buSzPts val="2100"/>
              <a:buChar char="–"/>
              <a:defRPr/>
            </a:lvl4pPr>
            <a:lvl5pPr marL="2286000" lvl="4" indent="-361950" rtl="0">
              <a:spcBef>
                <a:spcPts val="400"/>
              </a:spcBef>
              <a:spcAft>
                <a:spcPts val="0"/>
              </a:spcAft>
              <a:buSzPts val="2100"/>
              <a:buChar char="»"/>
              <a:defRPr/>
            </a:lvl5pPr>
            <a:lvl6pPr marL="2743200" lvl="5" indent="-361950" rtl="0">
              <a:spcBef>
                <a:spcPts val="400"/>
              </a:spcBef>
              <a:spcAft>
                <a:spcPts val="0"/>
              </a:spcAft>
              <a:buSzPts val="2100"/>
              <a:buChar char="•"/>
              <a:defRPr/>
            </a:lvl6pPr>
            <a:lvl7pPr marL="3200400" lvl="6" indent="-361950" rtl="0">
              <a:spcBef>
                <a:spcPts val="400"/>
              </a:spcBef>
              <a:spcAft>
                <a:spcPts val="0"/>
              </a:spcAft>
              <a:buSzPts val="2100"/>
              <a:buChar char="•"/>
              <a:defRPr/>
            </a:lvl7pPr>
            <a:lvl8pPr marL="3657600" lvl="7" indent="-361950" rtl="0">
              <a:spcBef>
                <a:spcPts val="400"/>
              </a:spcBef>
              <a:spcAft>
                <a:spcPts val="0"/>
              </a:spcAft>
              <a:buSzPts val="2100"/>
              <a:buChar char="•"/>
              <a:defRPr/>
            </a:lvl8pPr>
            <a:lvl9pPr marL="4114800" lvl="8" indent="-361950" rtl="0">
              <a:spcBef>
                <a:spcPts val="400"/>
              </a:spcBef>
              <a:spcAft>
                <a:spcPts val="0"/>
              </a:spcAft>
              <a:buSzPts val="2100"/>
              <a:buChar char="•"/>
              <a:defRPr/>
            </a:lvl9pPr>
          </a:lstStyle>
          <a:p>
            <a:endParaRPr/>
          </a:p>
        </p:txBody>
      </p:sp>
      <p:sp>
        <p:nvSpPr>
          <p:cNvPr id="144" name="Google Shape;144;p8"/>
          <p:cNvSpPr txBox="1">
            <a:spLocks noGrp="1"/>
          </p:cNvSpPr>
          <p:nvPr>
            <p:ph type="subTitle" idx="3"/>
          </p:nvPr>
        </p:nvSpPr>
        <p:spPr>
          <a:xfrm>
            <a:off x="5345200" y="2041200"/>
            <a:ext cx="2611800" cy="549300"/>
          </a:xfrm>
          <a:prstGeom prst="rect">
            <a:avLst/>
          </a:prstGeom>
        </p:spPr>
        <p:txBody>
          <a:bodyPr spcFirstLastPara="1" wrap="square" lIns="0" tIns="0" rIns="0" bIns="0" anchor="t" anchorCtr="0">
            <a:noAutofit/>
          </a:bodyPr>
          <a:lstStyle>
            <a:lvl1pPr lvl="0" rtl="0">
              <a:spcBef>
                <a:spcPts val="640"/>
              </a:spcBef>
              <a:spcAft>
                <a:spcPts val="0"/>
              </a:spcAft>
              <a:buClr>
                <a:srgbClr val="8C52FF"/>
              </a:buClr>
              <a:buSzPts val="3200"/>
              <a:buNone/>
              <a:defRPr sz="3200" b="1">
                <a:solidFill>
                  <a:srgbClr val="8C52FF"/>
                </a:solidFill>
              </a:defRPr>
            </a:lvl1pPr>
            <a:lvl2pPr lvl="1" rtl="0">
              <a:spcBef>
                <a:spcPts val="560"/>
              </a:spcBef>
              <a:spcAft>
                <a:spcPts val="0"/>
              </a:spcAft>
              <a:buSzPts val="2100"/>
              <a:buNone/>
              <a:defRPr/>
            </a:lvl2pPr>
            <a:lvl3pPr lvl="2" rtl="0">
              <a:spcBef>
                <a:spcPts val="480"/>
              </a:spcBef>
              <a:spcAft>
                <a:spcPts val="0"/>
              </a:spcAft>
              <a:buSzPts val="2100"/>
              <a:buNone/>
              <a:defRPr/>
            </a:lvl3pPr>
            <a:lvl4pPr lvl="3" rtl="0">
              <a:spcBef>
                <a:spcPts val="400"/>
              </a:spcBef>
              <a:spcAft>
                <a:spcPts val="0"/>
              </a:spcAft>
              <a:buSzPts val="2100"/>
              <a:buNone/>
              <a:defRPr/>
            </a:lvl4pPr>
            <a:lvl5pPr lvl="4" rtl="0">
              <a:spcBef>
                <a:spcPts val="400"/>
              </a:spcBef>
              <a:spcAft>
                <a:spcPts val="0"/>
              </a:spcAft>
              <a:buSzPts val="2100"/>
              <a:buNone/>
              <a:defRPr/>
            </a:lvl5pPr>
            <a:lvl6pPr lvl="5" rtl="0">
              <a:spcBef>
                <a:spcPts val="400"/>
              </a:spcBef>
              <a:spcAft>
                <a:spcPts val="0"/>
              </a:spcAft>
              <a:buSzPts val="2100"/>
              <a:buNone/>
              <a:defRPr/>
            </a:lvl6pPr>
            <a:lvl7pPr lvl="6" rtl="0">
              <a:spcBef>
                <a:spcPts val="400"/>
              </a:spcBef>
              <a:spcAft>
                <a:spcPts val="0"/>
              </a:spcAft>
              <a:buSzPts val="2100"/>
              <a:buNone/>
              <a:defRPr/>
            </a:lvl7pPr>
            <a:lvl8pPr lvl="7" rtl="0">
              <a:spcBef>
                <a:spcPts val="400"/>
              </a:spcBef>
              <a:spcAft>
                <a:spcPts val="0"/>
              </a:spcAft>
              <a:buSzPts val="2100"/>
              <a:buNone/>
              <a:defRPr/>
            </a:lvl8pPr>
            <a:lvl9pPr lvl="8" rtl="0">
              <a:spcBef>
                <a:spcPts val="400"/>
              </a:spcBef>
              <a:spcAft>
                <a:spcPts val="0"/>
              </a:spcAft>
              <a:buSzPts val="2100"/>
              <a:buNone/>
              <a:defRPr/>
            </a:lvl9pPr>
          </a:lstStyle>
          <a:p>
            <a:endParaRPr/>
          </a:p>
        </p:txBody>
      </p:sp>
      <p:sp>
        <p:nvSpPr>
          <p:cNvPr id="145" name="Google Shape;145;p8"/>
          <p:cNvSpPr txBox="1">
            <a:spLocks noGrp="1"/>
          </p:cNvSpPr>
          <p:nvPr>
            <p:ph type="body" idx="4"/>
          </p:nvPr>
        </p:nvSpPr>
        <p:spPr>
          <a:xfrm>
            <a:off x="5345200" y="2590500"/>
            <a:ext cx="3148500" cy="1017600"/>
          </a:xfrm>
          <a:prstGeom prst="rect">
            <a:avLst/>
          </a:prstGeom>
        </p:spPr>
        <p:txBody>
          <a:bodyPr spcFirstLastPara="1" wrap="square" lIns="0" tIns="0" rIns="0" bIns="0" anchor="t" anchorCtr="0">
            <a:noAutofit/>
          </a:bodyPr>
          <a:lstStyle>
            <a:lvl1pPr marL="457200" lvl="0" indent="-361950" rtl="0">
              <a:spcBef>
                <a:spcPts val="640"/>
              </a:spcBef>
              <a:spcAft>
                <a:spcPts val="0"/>
              </a:spcAft>
              <a:buSzPts val="2100"/>
              <a:buChar char="•"/>
              <a:defRPr/>
            </a:lvl1pPr>
            <a:lvl2pPr marL="914400" lvl="1" indent="-361950" rtl="0">
              <a:spcBef>
                <a:spcPts val="560"/>
              </a:spcBef>
              <a:spcAft>
                <a:spcPts val="0"/>
              </a:spcAft>
              <a:buSzPts val="2100"/>
              <a:buChar char="–"/>
              <a:defRPr/>
            </a:lvl2pPr>
            <a:lvl3pPr marL="1371600" lvl="2" indent="-361950" rtl="0">
              <a:spcBef>
                <a:spcPts val="480"/>
              </a:spcBef>
              <a:spcAft>
                <a:spcPts val="0"/>
              </a:spcAft>
              <a:buSzPts val="2100"/>
              <a:buChar char="•"/>
              <a:defRPr/>
            </a:lvl3pPr>
            <a:lvl4pPr marL="1828800" lvl="3" indent="-361950" rtl="0">
              <a:spcBef>
                <a:spcPts val="400"/>
              </a:spcBef>
              <a:spcAft>
                <a:spcPts val="0"/>
              </a:spcAft>
              <a:buSzPts val="2100"/>
              <a:buChar char="–"/>
              <a:defRPr/>
            </a:lvl4pPr>
            <a:lvl5pPr marL="2286000" lvl="4" indent="-361950" rtl="0">
              <a:spcBef>
                <a:spcPts val="400"/>
              </a:spcBef>
              <a:spcAft>
                <a:spcPts val="0"/>
              </a:spcAft>
              <a:buSzPts val="2100"/>
              <a:buChar char="»"/>
              <a:defRPr/>
            </a:lvl5pPr>
            <a:lvl6pPr marL="2743200" lvl="5" indent="-361950" rtl="0">
              <a:spcBef>
                <a:spcPts val="400"/>
              </a:spcBef>
              <a:spcAft>
                <a:spcPts val="0"/>
              </a:spcAft>
              <a:buSzPts val="2100"/>
              <a:buChar char="•"/>
              <a:defRPr/>
            </a:lvl6pPr>
            <a:lvl7pPr marL="3200400" lvl="6" indent="-361950" rtl="0">
              <a:spcBef>
                <a:spcPts val="400"/>
              </a:spcBef>
              <a:spcAft>
                <a:spcPts val="0"/>
              </a:spcAft>
              <a:buSzPts val="2100"/>
              <a:buChar char="•"/>
              <a:defRPr/>
            </a:lvl7pPr>
            <a:lvl8pPr marL="3657600" lvl="7" indent="-361950" rtl="0">
              <a:spcBef>
                <a:spcPts val="400"/>
              </a:spcBef>
              <a:spcAft>
                <a:spcPts val="0"/>
              </a:spcAft>
              <a:buSzPts val="2100"/>
              <a:buChar char="•"/>
              <a:defRPr/>
            </a:lvl8pPr>
            <a:lvl9pPr marL="4114800" lvl="8" indent="-361950" rtl="0">
              <a:spcBef>
                <a:spcPts val="400"/>
              </a:spcBef>
              <a:spcAft>
                <a:spcPts val="0"/>
              </a:spcAft>
              <a:buSzPts val="2100"/>
              <a:buChar char="•"/>
              <a:defRPr/>
            </a:lvl9pPr>
          </a:lstStyle>
          <a:p>
            <a:endParaRPr/>
          </a:p>
        </p:txBody>
      </p:sp>
      <p:sp>
        <p:nvSpPr>
          <p:cNvPr id="146" name="Google Shape;146;p8"/>
          <p:cNvSpPr txBox="1">
            <a:spLocks noGrp="1"/>
          </p:cNvSpPr>
          <p:nvPr>
            <p:ph type="subTitle" idx="5"/>
          </p:nvPr>
        </p:nvSpPr>
        <p:spPr>
          <a:xfrm>
            <a:off x="9666400" y="2015450"/>
            <a:ext cx="2611800" cy="549300"/>
          </a:xfrm>
          <a:prstGeom prst="rect">
            <a:avLst/>
          </a:prstGeom>
        </p:spPr>
        <p:txBody>
          <a:bodyPr spcFirstLastPara="1" wrap="square" lIns="0" tIns="0" rIns="0" bIns="0" anchor="t" anchorCtr="0">
            <a:noAutofit/>
          </a:bodyPr>
          <a:lstStyle>
            <a:lvl1pPr lvl="0" rtl="0">
              <a:spcBef>
                <a:spcPts val="640"/>
              </a:spcBef>
              <a:spcAft>
                <a:spcPts val="0"/>
              </a:spcAft>
              <a:buClr>
                <a:srgbClr val="8C52FF"/>
              </a:buClr>
              <a:buSzPts val="3200"/>
              <a:buNone/>
              <a:defRPr sz="3200" b="1">
                <a:solidFill>
                  <a:srgbClr val="8C52FF"/>
                </a:solidFill>
              </a:defRPr>
            </a:lvl1pPr>
            <a:lvl2pPr lvl="1" rtl="0">
              <a:spcBef>
                <a:spcPts val="560"/>
              </a:spcBef>
              <a:spcAft>
                <a:spcPts val="0"/>
              </a:spcAft>
              <a:buSzPts val="2100"/>
              <a:buNone/>
              <a:defRPr/>
            </a:lvl2pPr>
            <a:lvl3pPr lvl="2" rtl="0">
              <a:spcBef>
                <a:spcPts val="480"/>
              </a:spcBef>
              <a:spcAft>
                <a:spcPts val="0"/>
              </a:spcAft>
              <a:buSzPts val="2100"/>
              <a:buNone/>
              <a:defRPr/>
            </a:lvl3pPr>
            <a:lvl4pPr lvl="3" rtl="0">
              <a:spcBef>
                <a:spcPts val="400"/>
              </a:spcBef>
              <a:spcAft>
                <a:spcPts val="0"/>
              </a:spcAft>
              <a:buSzPts val="2100"/>
              <a:buNone/>
              <a:defRPr/>
            </a:lvl4pPr>
            <a:lvl5pPr lvl="4" rtl="0">
              <a:spcBef>
                <a:spcPts val="400"/>
              </a:spcBef>
              <a:spcAft>
                <a:spcPts val="0"/>
              </a:spcAft>
              <a:buSzPts val="2100"/>
              <a:buNone/>
              <a:defRPr/>
            </a:lvl5pPr>
            <a:lvl6pPr lvl="5" rtl="0">
              <a:spcBef>
                <a:spcPts val="400"/>
              </a:spcBef>
              <a:spcAft>
                <a:spcPts val="0"/>
              </a:spcAft>
              <a:buSzPts val="2100"/>
              <a:buNone/>
              <a:defRPr/>
            </a:lvl6pPr>
            <a:lvl7pPr lvl="6" rtl="0">
              <a:spcBef>
                <a:spcPts val="400"/>
              </a:spcBef>
              <a:spcAft>
                <a:spcPts val="0"/>
              </a:spcAft>
              <a:buSzPts val="2100"/>
              <a:buNone/>
              <a:defRPr/>
            </a:lvl7pPr>
            <a:lvl8pPr lvl="7" rtl="0">
              <a:spcBef>
                <a:spcPts val="400"/>
              </a:spcBef>
              <a:spcAft>
                <a:spcPts val="0"/>
              </a:spcAft>
              <a:buSzPts val="2100"/>
              <a:buNone/>
              <a:defRPr/>
            </a:lvl8pPr>
            <a:lvl9pPr lvl="8" rtl="0">
              <a:spcBef>
                <a:spcPts val="400"/>
              </a:spcBef>
              <a:spcAft>
                <a:spcPts val="0"/>
              </a:spcAft>
              <a:buSzPts val="2100"/>
              <a:buNone/>
              <a:defRPr/>
            </a:lvl9pPr>
          </a:lstStyle>
          <a:p>
            <a:endParaRPr/>
          </a:p>
        </p:txBody>
      </p:sp>
      <p:sp>
        <p:nvSpPr>
          <p:cNvPr id="147" name="Google Shape;147;p8"/>
          <p:cNvSpPr txBox="1">
            <a:spLocks noGrp="1"/>
          </p:cNvSpPr>
          <p:nvPr>
            <p:ph type="body" idx="6"/>
          </p:nvPr>
        </p:nvSpPr>
        <p:spPr>
          <a:xfrm>
            <a:off x="9666400" y="2564750"/>
            <a:ext cx="3148500" cy="1017600"/>
          </a:xfrm>
          <a:prstGeom prst="rect">
            <a:avLst/>
          </a:prstGeom>
        </p:spPr>
        <p:txBody>
          <a:bodyPr spcFirstLastPara="1" wrap="square" lIns="0" tIns="0" rIns="0" bIns="0" anchor="t" anchorCtr="0">
            <a:noAutofit/>
          </a:bodyPr>
          <a:lstStyle>
            <a:lvl1pPr marL="457200" lvl="0" indent="-361950" rtl="0">
              <a:spcBef>
                <a:spcPts val="640"/>
              </a:spcBef>
              <a:spcAft>
                <a:spcPts val="0"/>
              </a:spcAft>
              <a:buSzPts val="2100"/>
              <a:buChar char="•"/>
              <a:defRPr/>
            </a:lvl1pPr>
            <a:lvl2pPr marL="914400" lvl="1" indent="-361950" rtl="0">
              <a:spcBef>
                <a:spcPts val="560"/>
              </a:spcBef>
              <a:spcAft>
                <a:spcPts val="0"/>
              </a:spcAft>
              <a:buSzPts val="2100"/>
              <a:buChar char="–"/>
              <a:defRPr/>
            </a:lvl2pPr>
            <a:lvl3pPr marL="1371600" lvl="2" indent="-361950" rtl="0">
              <a:spcBef>
                <a:spcPts val="480"/>
              </a:spcBef>
              <a:spcAft>
                <a:spcPts val="0"/>
              </a:spcAft>
              <a:buSzPts val="2100"/>
              <a:buChar char="•"/>
              <a:defRPr/>
            </a:lvl3pPr>
            <a:lvl4pPr marL="1828800" lvl="3" indent="-361950" rtl="0">
              <a:spcBef>
                <a:spcPts val="400"/>
              </a:spcBef>
              <a:spcAft>
                <a:spcPts val="0"/>
              </a:spcAft>
              <a:buSzPts val="2100"/>
              <a:buChar char="–"/>
              <a:defRPr/>
            </a:lvl4pPr>
            <a:lvl5pPr marL="2286000" lvl="4" indent="-361950" rtl="0">
              <a:spcBef>
                <a:spcPts val="400"/>
              </a:spcBef>
              <a:spcAft>
                <a:spcPts val="0"/>
              </a:spcAft>
              <a:buSzPts val="2100"/>
              <a:buChar char="»"/>
              <a:defRPr/>
            </a:lvl5pPr>
            <a:lvl6pPr marL="2743200" lvl="5" indent="-361950" rtl="0">
              <a:spcBef>
                <a:spcPts val="400"/>
              </a:spcBef>
              <a:spcAft>
                <a:spcPts val="0"/>
              </a:spcAft>
              <a:buSzPts val="2100"/>
              <a:buChar char="•"/>
              <a:defRPr/>
            </a:lvl6pPr>
            <a:lvl7pPr marL="3200400" lvl="6" indent="-361950" rtl="0">
              <a:spcBef>
                <a:spcPts val="400"/>
              </a:spcBef>
              <a:spcAft>
                <a:spcPts val="0"/>
              </a:spcAft>
              <a:buSzPts val="2100"/>
              <a:buChar char="•"/>
              <a:defRPr/>
            </a:lvl7pPr>
            <a:lvl8pPr marL="3657600" lvl="7" indent="-361950" rtl="0">
              <a:spcBef>
                <a:spcPts val="400"/>
              </a:spcBef>
              <a:spcAft>
                <a:spcPts val="0"/>
              </a:spcAft>
              <a:buSzPts val="2100"/>
              <a:buChar char="•"/>
              <a:defRPr/>
            </a:lvl8pPr>
            <a:lvl9pPr marL="4114800" lvl="8" indent="-361950" rtl="0">
              <a:spcBef>
                <a:spcPts val="400"/>
              </a:spcBef>
              <a:spcAft>
                <a:spcPts val="0"/>
              </a:spcAft>
              <a:buSzPts val="2100"/>
              <a:buChar char="•"/>
              <a:defRPr/>
            </a:lvl9pPr>
          </a:lstStyle>
          <a:p>
            <a:endParaRPr/>
          </a:p>
        </p:txBody>
      </p:sp>
      <p:sp>
        <p:nvSpPr>
          <p:cNvPr id="148" name="Google Shape;148;p8"/>
          <p:cNvSpPr txBox="1">
            <a:spLocks noGrp="1"/>
          </p:cNvSpPr>
          <p:nvPr>
            <p:ph type="subTitle" idx="7"/>
          </p:nvPr>
        </p:nvSpPr>
        <p:spPr>
          <a:xfrm>
            <a:off x="13859575" y="2015450"/>
            <a:ext cx="2611800" cy="549300"/>
          </a:xfrm>
          <a:prstGeom prst="rect">
            <a:avLst/>
          </a:prstGeom>
        </p:spPr>
        <p:txBody>
          <a:bodyPr spcFirstLastPara="1" wrap="square" lIns="0" tIns="0" rIns="0" bIns="0" anchor="t" anchorCtr="0">
            <a:noAutofit/>
          </a:bodyPr>
          <a:lstStyle>
            <a:lvl1pPr lvl="0" rtl="0">
              <a:spcBef>
                <a:spcPts val="640"/>
              </a:spcBef>
              <a:spcAft>
                <a:spcPts val="0"/>
              </a:spcAft>
              <a:buClr>
                <a:srgbClr val="8C52FF"/>
              </a:buClr>
              <a:buSzPts val="3200"/>
              <a:buNone/>
              <a:defRPr sz="3200" b="1">
                <a:solidFill>
                  <a:srgbClr val="8C52FF"/>
                </a:solidFill>
              </a:defRPr>
            </a:lvl1pPr>
            <a:lvl2pPr lvl="1" rtl="0">
              <a:spcBef>
                <a:spcPts val="560"/>
              </a:spcBef>
              <a:spcAft>
                <a:spcPts val="0"/>
              </a:spcAft>
              <a:buSzPts val="2100"/>
              <a:buNone/>
              <a:defRPr/>
            </a:lvl2pPr>
            <a:lvl3pPr lvl="2" rtl="0">
              <a:spcBef>
                <a:spcPts val="480"/>
              </a:spcBef>
              <a:spcAft>
                <a:spcPts val="0"/>
              </a:spcAft>
              <a:buSzPts val="2100"/>
              <a:buNone/>
              <a:defRPr/>
            </a:lvl3pPr>
            <a:lvl4pPr lvl="3" rtl="0">
              <a:spcBef>
                <a:spcPts val="400"/>
              </a:spcBef>
              <a:spcAft>
                <a:spcPts val="0"/>
              </a:spcAft>
              <a:buSzPts val="2100"/>
              <a:buNone/>
              <a:defRPr/>
            </a:lvl4pPr>
            <a:lvl5pPr lvl="4" rtl="0">
              <a:spcBef>
                <a:spcPts val="400"/>
              </a:spcBef>
              <a:spcAft>
                <a:spcPts val="0"/>
              </a:spcAft>
              <a:buSzPts val="2100"/>
              <a:buNone/>
              <a:defRPr/>
            </a:lvl5pPr>
            <a:lvl6pPr lvl="5" rtl="0">
              <a:spcBef>
                <a:spcPts val="400"/>
              </a:spcBef>
              <a:spcAft>
                <a:spcPts val="0"/>
              </a:spcAft>
              <a:buSzPts val="2100"/>
              <a:buNone/>
              <a:defRPr/>
            </a:lvl6pPr>
            <a:lvl7pPr lvl="6" rtl="0">
              <a:spcBef>
                <a:spcPts val="400"/>
              </a:spcBef>
              <a:spcAft>
                <a:spcPts val="0"/>
              </a:spcAft>
              <a:buSzPts val="2100"/>
              <a:buNone/>
              <a:defRPr/>
            </a:lvl7pPr>
            <a:lvl8pPr lvl="7" rtl="0">
              <a:spcBef>
                <a:spcPts val="400"/>
              </a:spcBef>
              <a:spcAft>
                <a:spcPts val="0"/>
              </a:spcAft>
              <a:buSzPts val="2100"/>
              <a:buNone/>
              <a:defRPr/>
            </a:lvl8pPr>
            <a:lvl9pPr lvl="8" rtl="0">
              <a:spcBef>
                <a:spcPts val="400"/>
              </a:spcBef>
              <a:spcAft>
                <a:spcPts val="0"/>
              </a:spcAft>
              <a:buSzPts val="2100"/>
              <a:buNone/>
              <a:defRPr/>
            </a:lvl9pPr>
          </a:lstStyle>
          <a:p>
            <a:endParaRPr/>
          </a:p>
        </p:txBody>
      </p:sp>
      <p:sp>
        <p:nvSpPr>
          <p:cNvPr id="149" name="Google Shape;149;p8"/>
          <p:cNvSpPr txBox="1">
            <a:spLocks noGrp="1"/>
          </p:cNvSpPr>
          <p:nvPr>
            <p:ph type="body" idx="8"/>
          </p:nvPr>
        </p:nvSpPr>
        <p:spPr>
          <a:xfrm>
            <a:off x="13859575" y="2564750"/>
            <a:ext cx="3148500" cy="1017600"/>
          </a:xfrm>
          <a:prstGeom prst="rect">
            <a:avLst/>
          </a:prstGeom>
        </p:spPr>
        <p:txBody>
          <a:bodyPr spcFirstLastPara="1" wrap="square" lIns="0" tIns="0" rIns="0" bIns="0" anchor="t" anchorCtr="0">
            <a:noAutofit/>
          </a:bodyPr>
          <a:lstStyle>
            <a:lvl1pPr marL="457200" lvl="0" indent="-361950" rtl="0">
              <a:spcBef>
                <a:spcPts val="640"/>
              </a:spcBef>
              <a:spcAft>
                <a:spcPts val="0"/>
              </a:spcAft>
              <a:buSzPts val="2100"/>
              <a:buChar char="•"/>
              <a:defRPr/>
            </a:lvl1pPr>
            <a:lvl2pPr marL="914400" lvl="1" indent="-361950" rtl="0">
              <a:spcBef>
                <a:spcPts val="560"/>
              </a:spcBef>
              <a:spcAft>
                <a:spcPts val="0"/>
              </a:spcAft>
              <a:buSzPts val="2100"/>
              <a:buChar char="–"/>
              <a:defRPr/>
            </a:lvl2pPr>
            <a:lvl3pPr marL="1371600" lvl="2" indent="-361950" rtl="0">
              <a:spcBef>
                <a:spcPts val="480"/>
              </a:spcBef>
              <a:spcAft>
                <a:spcPts val="0"/>
              </a:spcAft>
              <a:buSzPts val="2100"/>
              <a:buChar char="•"/>
              <a:defRPr/>
            </a:lvl3pPr>
            <a:lvl4pPr marL="1828800" lvl="3" indent="-361950" rtl="0">
              <a:spcBef>
                <a:spcPts val="400"/>
              </a:spcBef>
              <a:spcAft>
                <a:spcPts val="0"/>
              </a:spcAft>
              <a:buSzPts val="2100"/>
              <a:buChar char="–"/>
              <a:defRPr/>
            </a:lvl4pPr>
            <a:lvl5pPr marL="2286000" lvl="4" indent="-361950" rtl="0">
              <a:spcBef>
                <a:spcPts val="400"/>
              </a:spcBef>
              <a:spcAft>
                <a:spcPts val="0"/>
              </a:spcAft>
              <a:buSzPts val="2100"/>
              <a:buChar char="»"/>
              <a:defRPr/>
            </a:lvl5pPr>
            <a:lvl6pPr marL="2743200" lvl="5" indent="-361950" rtl="0">
              <a:spcBef>
                <a:spcPts val="400"/>
              </a:spcBef>
              <a:spcAft>
                <a:spcPts val="0"/>
              </a:spcAft>
              <a:buSzPts val="2100"/>
              <a:buChar char="•"/>
              <a:defRPr/>
            </a:lvl6pPr>
            <a:lvl7pPr marL="3200400" lvl="6" indent="-361950" rtl="0">
              <a:spcBef>
                <a:spcPts val="400"/>
              </a:spcBef>
              <a:spcAft>
                <a:spcPts val="0"/>
              </a:spcAft>
              <a:buSzPts val="2100"/>
              <a:buChar char="•"/>
              <a:defRPr/>
            </a:lvl7pPr>
            <a:lvl8pPr marL="3657600" lvl="7" indent="-361950" rtl="0">
              <a:spcBef>
                <a:spcPts val="400"/>
              </a:spcBef>
              <a:spcAft>
                <a:spcPts val="0"/>
              </a:spcAft>
              <a:buSzPts val="2100"/>
              <a:buChar char="•"/>
              <a:defRPr/>
            </a:lvl8pPr>
            <a:lvl9pPr marL="4114800" lvl="8" indent="-361950" rtl="0">
              <a:spcBef>
                <a:spcPts val="400"/>
              </a:spcBef>
              <a:spcAft>
                <a:spcPts val="0"/>
              </a:spcAft>
              <a:buSzPts val="2100"/>
              <a:buChar char="•"/>
              <a:defRPr/>
            </a:lvl9pPr>
          </a:lstStyle>
          <a:p>
            <a:endParaRPr/>
          </a:p>
        </p:txBody>
      </p:sp>
      <p:sp>
        <p:nvSpPr>
          <p:cNvPr id="150" name="Google Shape;150;p8"/>
          <p:cNvSpPr txBox="1">
            <a:spLocks noGrp="1"/>
          </p:cNvSpPr>
          <p:nvPr>
            <p:ph type="title"/>
          </p:nvPr>
        </p:nvSpPr>
        <p:spPr>
          <a:xfrm>
            <a:off x="7144875" y="7857850"/>
            <a:ext cx="3998100" cy="22509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8000"/>
              <a:buNone/>
              <a:defRPr>
                <a:solidFill>
                  <a:schemeClr val="lt1"/>
                </a:solidFill>
              </a:defRPr>
            </a:lvl1pPr>
            <a:lvl2pPr lvl="1" rtl="0">
              <a:spcBef>
                <a:spcPts val="0"/>
              </a:spcBef>
              <a:spcAft>
                <a:spcPts val="0"/>
              </a:spcAft>
              <a:buClr>
                <a:schemeClr val="lt1"/>
              </a:buClr>
              <a:buSzPts val="8000"/>
              <a:buNone/>
              <a:defRPr>
                <a:solidFill>
                  <a:schemeClr val="lt1"/>
                </a:solidFill>
              </a:defRPr>
            </a:lvl2pPr>
            <a:lvl3pPr lvl="2" rtl="0">
              <a:spcBef>
                <a:spcPts val="0"/>
              </a:spcBef>
              <a:spcAft>
                <a:spcPts val="0"/>
              </a:spcAft>
              <a:buClr>
                <a:schemeClr val="lt1"/>
              </a:buClr>
              <a:buSzPts val="8000"/>
              <a:buNone/>
              <a:defRPr>
                <a:solidFill>
                  <a:schemeClr val="lt1"/>
                </a:solidFill>
              </a:defRPr>
            </a:lvl3pPr>
            <a:lvl4pPr lvl="3" rtl="0">
              <a:spcBef>
                <a:spcPts val="0"/>
              </a:spcBef>
              <a:spcAft>
                <a:spcPts val="0"/>
              </a:spcAft>
              <a:buClr>
                <a:schemeClr val="lt1"/>
              </a:buClr>
              <a:buSzPts val="8000"/>
              <a:buNone/>
              <a:defRPr>
                <a:solidFill>
                  <a:schemeClr val="lt1"/>
                </a:solidFill>
              </a:defRPr>
            </a:lvl4pPr>
            <a:lvl5pPr lvl="4" rtl="0">
              <a:spcBef>
                <a:spcPts val="0"/>
              </a:spcBef>
              <a:spcAft>
                <a:spcPts val="0"/>
              </a:spcAft>
              <a:buClr>
                <a:schemeClr val="lt1"/>
              </a:buClr>
              <a:buSzPts val="8000"/>
              <a:buNone/>
              <a:defRPr>
                <a:solidFill>
                  <a:schemeClr val="lt1"/>
                </a:solidFill>
              </a:defRPr>
            </a:lvl5pPr>
            <a:lvl6pPr lvl="5" rtl="0">
              <a:spcBef>
                <a:spcPts val="0"/>
              </a:spcBef>
              <a:spcAft>
                <a:spcPts val="0"/>
              </a:spcAft>
              <a:buClr>
                <a:schemeClr val="lt1"/>
              </a:buClr>
              <a:buSzPts val="8000"/>
              <a:buNone/>
              <a:defRPr>
                <a:solidFill>
                  <a:schemeClr val="lt1"/>
                </a:solidFill>
              </a:defRPr>
            </a:lvl6pPr>
            <a:lvl7pPr lvl="6" rtl="0">
              <a:spcBef>
                <a:spcPts val="0"/>
              </a:spcBef>
              <a:spcAft>
                <a:spcPts val="0"/>
              </a:spcAft>
              <a:buClr>
                <a:schemeClr val="lt1"/>
              </a:buClr>
              <a:buSzPts val="8000"/>
              <a:buNone/>
              <a:defRPr>
                <a:solidFill>
                  <a:schemeClr val="lt1"/>
                </a:solidFill>
              </a:defRPr>
            </a:lvl7pPr>
            <a:lvl8pPr lvl="7" rtl="0">
              <a:spcBef>
                <a:spcPts val="0"/>
              </a:spcBef>
              <a:spcAft>
                <a:spcPts val="0"/>
              </a:spcAft>
              <a:buClr>
                <a:schemeClr val="lt1"/>
              </a:buClr>
              <a:buSzPts val="8000"/>
              <a:buNone/>
              <a:defRPr>
                <a:solidFill>
                  <a:schemeClr val="lt1"/>
                </a:solidFill>
              </a:defRPr>
            </a:lvl8pPr>
            <a:lvl9pPr lvl="8" rtl="0">
              <a:spcBef>
                <a:spcPts val="0"/>
              </a:spcBef>
              <a:spcAft>
                <a:spcPts val="0"/>
              </a:spcAft>
              <a:buClr>
                <a:schemeClr val="lt1"/>
              </a:buClr>
              <a:buSzPts val="8000"/>
              <a:buNone/>
              <a:defRPr>
                <a:solidFill>
                  <a:schemeClr val="lt1"/>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ustom Layout 7">
  <p:cSld name="CUSTOM_6">
    <p:spTree>
      <p:nvGrpSpPr>
        <p:cNvPr id="1" name="Shape 151"/>
        <p:cNvGrpSpPr/>
        <p:nvPr/>
      </p:nvGrpSpPr>
      <p:grpSpPr>
        <a:xfrm>
          <a:off x="0" y="0"/>
          <a:ext cx="0" cy="0"/>
          <a:chOff x="0" y="0"/>
          <a:chExt cx="0" cy="0"/>
        </a:xfrm>
      </p:grpSpPr>
      <p:grpSp>
        <p:nvGrpSpPr>
          <p:cNvPr id="152" name="Google Shape;152;p9"/>
          <p:cNvGrpSpPr/>
          <p:nvPr/>
        </p:nvGrpSpPr>
        <p:grpSpPr>
          <a:xfrm>
            <a:off x="0" y="-144662"/>
            <a:ext cx="18288118" cy="10431728"/>
            <a:chOff x="0" y="-38100"/>
            <a:chExt cx="4816592" cy="2747433"/>
          </a:xfrm>
        </p:grpSpPr>
        <p:sp>
          <p:nvSpPr>
            <p:cNvPr id="153" name="Google Shape;153;p9"/>
            <p:cNvSpPr/>
            <p:nvPr/>
          </p:nvSpPr>
          <p:spPr>
            <a:xfrm>
              <a:off x="0" y="0"/>
              <a:ext cx="4816592" cy="2709333"/>
            </a:xfrm>
            <a:custGeom>
              <a:avLst/>
              <a:gdLst/>
              <a:ahLst/>
              <a:cxnLst/>
              <a:rect l="l" t="t" r="r" b="b"/>
              <a:pathLst>
                <a:path w="4816592" h="2709333" extrusionOk="0">
                  <a:moveTo>
                    <a:pt x="0" y="0"/>
                  </a:moveTo>
                  <a:lnTo>
                    <a:pt x="4816592" y="0"/>
                  </a:lnTo>
                  <a:lnTo>
                    <a:pt x="4816592" y="2709333"/>
                  </a:lnTo>
                  <a:lnTo>
                    <a:pt x="0" y="2709333"/>
                  </a:lnTo>
                  <a:close/>
                </a:path>
              </a:pathLst>
            </a:custGeom>
            <a:gradFill>
              <a:gsLst>
                <a:gs pos="0">
                  <a:srgbClr val="5C24CC">
                    <a:alpha val="60000"/>
                  </a:srgbClr>
                </a:gs>
                <a:gs pos="50000">
                  <a:srgbClr val="8C52FF">
                    <a:alpha val="60000"/>
                  </a:srgbClr>
                </a:gs>
                <a:gs pos="100000">
                  <a:srgbClr val="EDCDFF">
                    <a:alpha val="60000"/>
                  </a:srgbClr>
                </a:gs>
              </a:gsLst>
              <a:lin ang="2700006" scaled="0"/>
            </a:gradFill>
            <a:ln>
              <a:noFill/>
            </a:ln>
          </p:spPr>
        </p:sp>
        <p:sp>
          <p:nvSpPr>
            <p:cNvPr id="154" name="Google Shape;154;p9"/>
            <p:cNvSpPr txBox="1"/>
            <p:nvPr/>
          </p:nvSpPr>
          <p:spPr>
            <a:xfrm>
              <a:off x="0" y="-38100"/>
              <a:ext cx="4816500" cy="27474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55" name="Google Shape;155;p9"/>
          <p:cNvSpPr txBox="1">
            <a:spLocks noGrp="1"/>
          </p:cNvSpPr>
          <p:nvPr>
            <p:ph type="title"/>
          </p:nvPr>
        </p:nvSpPr>
        <p:spPr>
          <a:xfrm>
            <a:off x="1028700" y="966800"/>
            <a:ext cx="13268700" cy="1143000"/>
          </a:xfrm>
          <a:prstGeom prst="rect">
            <a:avLst/>
          </a:prstGeom>
        </p:spPr>
        <p:txBody>
          <a:bodyPr spcFirstLastPara="1" wrap="square" lIns="0" tIns="0" rIns="0" bIns="0" anchor="t" anchorCtr="0">
            <a:noAutofit/>
          </a:bodyPr>
          <a:lstStyle>
            <a:lvl1pPr lvl="0" algn="l">
              <a:spcBef>
                <a:spcPts val="0"/>
              </a:spcBef>
              <a:spcAft>
                <a:spcPts val="0"/>
              </a:spcAft>
              <a:buClr>
                <a:schemeClr val="lt1"/>
              </a:buClr>
              <a:buSzPts val="8000"/>
              <a:buNone/>
              <a:defRPr>
                <a:solidFill>
                  <a:schemeClr val="lt1"/>
                </a:solidFill>
              </a:defRPr>
            </a:lvl1pPr>
            <a:lvl2pPr lvl="1">
              <a:spcBef>
                <a:spcPts val="0"/>
              </a:spcBef>
              <a:spcAft>
                <a:spcPts val="0"/>
              </a:spcAft>
              <a:buClr>
                <a:schemeClr val="lt1"/>
              </a:buClr>
              <a:buSzPts val="8000"/>
              <a:buNone/>
              <a:defRPr>
                <a:solidFill>
                  <a:schemeClr val="lt1"/>
                </a:solidFill>
              </a:defRPr>
            </a:lvl2pPr>
            <a:lvl3pPr lvl="2">
              <a:spcBef>
                <a:spcPts val="0"/>
              </a:spcBef>
              <a:spcAft>
                <a:spcPts val="0"/>
              </a:spcAft>
              <a:buClr>
                <a:schemeClr val="lt1"/>
              </a:buClr>
              <a:buSzPts val="8000"/>
              <a:buNone/>
              <a:defRPr>
                <a:solidFill>
                  <a:schemeClr val="lt1"/>
                </a:solidFill>
              </a:defRPr>
            </a:lvl3pPr>
            <a:lvl4pPr lvl="3">
              <a:spcBef>
                <a:spcPts val="0"/>
              </a:spcBef>
              <a:spcAft>
                <a:spcPts val="0"/>
              </a:spcAft>
              <a:buClr>
                <a:schemeClr val="lt1"/>
              </a:buClr>
              <a:buSzPts val="8000"/>
              <a:buNone/>
              <a:defRPr>
                <a:solidFill>
                  <a:schemeClr val="lt1"/>
                </a:solidFill>
              </a:defRPr>
            </a:lvl4pPr>
            <a:lvl5pPr lvl="4">
              <a:spcBef>
                <a:spcPts val="0"/>
              </a:spcBef>
              <a:spcAft>
                <a:spcPts val="0"/>
              </a:spcAft>
              <a:buClr>
                <a:schemeClr val="lt1"/>
              </a:buClr>
              <a:buSzPts val="8000"/>
              <a:buNone/>
              <a:defRPr>
                <a:solidFill>
                  <a:schemeClr val="lt1"/>
                </a:solidFill>
              </a:defRPr>
            </a:lvl5pPr>
            <a:lvl6pPr lvl="5">
              <a:spcBef>
                <a:spcPts val="0"/>
              </a:spcBef>
              <a:spcAft>
                <a:spcPts val="0"/>
              </a:spcAft>
              <a:buClr>
                <a:schemeClr val="lt1"/>
              </a:buClr>
              <a:buSzPts val="8000"/>
              <a:buNone/>
              <a:defRPr>
                <a:solidFill>
                  <a:schemeClr val="lt1"/>
                </a:solidFill>
              </a:defRPr>
            </a:lvl6pPr>
            <a:lvl7pPr lvl="6">
              <a:spcBef>
                <a:spcPts val="0"/>
              </a:spcBef>
              <a:spcAft>
                <a:spcPts val="0"/>
              </a:spcAft>
              <a:buClr>
                <a:schemeClr val="lt1"/>
              </a:buClr>
              <a:buSzPts val="8000"/>
              <a:buNone/>
              <a:defRPr>
                <a:solidFill>
                  <a:schemeClr val="lt1"/>
                </a:solidFill>
              </a:defRPr>
            </a:lvl7pPr>
            <a:lvl8pPr lvl="7">
              <a:spcBef>
                <a:spcPts val="0"/>
              </a:spcBef>
              <a:spcAft>
                <a:spcPts val="0"/>
              </a:spcAft>
              <a:buClr>
                <a:schemeClr val="lt1"/>
              </a:buClr>
              <a:buSzPts val="8000"/>
              <a:buNone/>
              <a:defRPr>
                <a:solidFill>
                  <a:schemeClr val="lt1"/>
                </a:solidFill>
              </a:defRPr>
            </a:lvl8pPr>
            <a:lvl9pPr lvl="8">
              <a:spcBef>
                <a:spcPts val="0"/>
              </a:spcBef>
              <a:spcAft>
                <a:spcPts val="0"/>
              </a:spcAft>
              <a:buClr>
                <a:schemeClr val="lt1"/>
              </a:buClr>
              <a:buSzPts val="8000"/>
              <a:buNone/>
              <a:defRPr>
                <a:solidFill>
                  <a:schemeClr val="lt1"/>
                </a:solidFill>
              </a:defRPr>
            </a:lvl9pPr>
          </a:lstStyle>
          <a:p>
            <a:endParaRPr/>
          </a:p>
        </p:txBody>
      </p:sp>
      <p:sp>
        <p:nvSpPr>
          <p:cNvPr id="156" name="Google Shape;156;p9"/>
          <p:cNvSpPr txBox="1"/>
          <p:nvPr/>
        </p:nvSpPr>
        <p:spPr>
          <a:xfrm>
            <a:off x="1028700" y="9475979"/>
            <a:ext cx="2408100" cy="2154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400" b="1" i="0" u="none" strike="noStrike" cap="none">
                <a:solidFill>
                  <a:srgbClr val="FFFFFF"/>
                </a:solidFill>
                <a:latin typeface="Dosis"/>
                <a:ea typeface="Dosis"/>
                <a:cs typeface="Dosis"/>
                <a:sym typeface="Dosis"/>
              </a:rPr>
              <a:t>MCKINSEY STRATEGIC PLANNING</a:t>
            </a:r>
            <a:endParaRPr/>
          </a:p>
        </p:txBody>
      </p:sp>
      <p:grpSp>
        <p:nvGrpSpPr>
          <p:cNvPr id="157" name="Google Shape;157;p9"/>
          <p:cNvGrpSpPr/>
          <p:nvPr/>
        </p:nvGrpSpPr>
        <p:grpSpPr>
          <a:xfrm>
            <a:off x="1028700" y="4721304"/>
            <a:ext cx="3662325" cy="451348"/>
            <a:chOff x="0" y="0"/>
            <a:chExt cx="4883100" cy="601797"/>
          </a:xfrm>
        </p:grpSpPr>
        <p:cxnSp>
          <p:nvCxnSpPr>
            <p:cNvPr id="158" name="Google Shape;158;p9"/>
            <p:cNvCxnSpPr/>
            <p:nvPr/>
          </p:nvCxnSpPr>
          <p:spPr>
            <a:xfrm>
              <a:off x="0" y="300917"/>
              <a:ext cx="4582200" cy="0"/>
            </a:xfrm>
            <a:prstGeom prst="straightConnector1">
              <a:avLst/>
            </a:prstGeom>
            <a:noFill/>
            <a:ln w="114300" cap="flat" cmpd="sng">
              <a:solidFill>
                <a:srgbClr val="FFFFFF"/>
              </a:solidFill>
              <a:prstDash val="dot"/>
              <a:round/>
              <a:headEnd type="none" w="sm" len="sm"/>
              <a:tailEnd type="none" w="sm" len="sm"/>
            </a:ln>
          </p:spPr>
        </p:cxnSp>
        <p:grpSp>
          <p:nvGrpSpPr>
            <p:cNvPr id="159" name="Google Shape;159;p9"/>
            <p:cNvGrpSpPr/>
            <p:nvPr/>
          </p:nvGrpSpPr>
          <p:grpSpPr>
            <a:xfrm>
              <a:off x="4281303" y="0"/>
              <a:ext cx="601797" cy="601797"/>
              <a:chOff x="0" y="0"/>
              <a:chExt cx="812800" cy="812800"/>
            </a:xfrm>
          </p:grpSpPr>
          <p:sp>
            <p:nvSpPr>
              <p:cNvPr id="160" name="Google Shape;160;p9"/>
              <p:cNvSpPr/>
              <p:nvPr/>
            </p:nvSpPr>
            <p:spPr>
              <a:xfrm>
                <a:off x="0" y="0"/>
                <a:ext cx="812800" cy="812800"/>
              </a:xfrm>
              <a:custGeom>
                <a:avLst/>
                <a:gdLst/>
                <a:ahLst/>
                <a:cxnLst/>
                <a:rect l="l" t="t" r="r" b="b"/>
                <a:pathLst>
                  <a:path w="812800" h="812800" extrusionOk="0">
                    <a:moveTo>
                      <a:pt x="406400" y="0"/>
                    </a:moveTo>
                    <a:lnTo>
                      <a:pt x="812800" y="406400"/>
                    </a:lnTo>
                    <a:lnTo>
                      <a:pt x="406400" y="812800"/>
                    </a:lnTo>
                    <a:lnTo>
                      <a:pt x="0" y="406400"/>
                    </a:lnTo>
                    <a:lnTo>
                      <a:pt x="406400" y="0"/>
                    </a:lnTo>
                    <a:close/>
                  </a:path>
                </a:pathLst>
              </a:custGeom>
              <a:solidFill>
                <a:srgbClr val="FFFFFF"/>
              </a:solidFill>
              <a:ln>
                <a:noFill/>
              </a:ln>
            </p:spPr>
          </p:sp>
          <p:sp>
            <p:nvSpPr>
              <p:cNvPr id="161" name="Google Shape;161;p9"/>
              <p:cNvSpPr txBox="1"/>
              <p:nvPr/>
            </p:nvSpPr>
            <p:spPr>
              <a:xfrm>
                <a:off x="139700" y="101600"/>
                <a:ext cx="533400" cy="5715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162" name="Google Shape;162;p9"/>
          <p:cNvGrpSpPr/>
          <p:nvPr/>
        </p:nvGrpSpPr>
        <p:grpSpPr>
          <a:xfrm>
            <a:off x="5283999" y="4721304"/>
            <a:ext cx="3662325" cy="451348"/>
            <a:chOff x="0" y="0"/>
            <a:chExt cx="4883100" cy="601797"/>
          </a:xfrm>
        </p:grpSpPr>
        <p:cxnSp>
          <p:nvCxnSpPr>
            <p:cNvPr id="163" name="Google Shape;163;p9"/>
            <p:cNvCxnSpPr/>
            <p:nvPr/>
          </p:nvCxnSpPr>
          <p:spPr>
            <a:xfrm>
              <a:off x="0" y="300917"/>
              <a:ext cx="4582200" cy="0"/>
            </a:xfrm>
            <a:prstGeom prst="straightConnector1">
              <a:avLst/>
            </a:prstGeom>
            <a:noFill/>
            <a:ln w="114300" cap="flat" cmpd="sng">
              <a:solidFill>
                <a:srgbClr val="FFFFFF"/>
              </a:solidFill>
              <a:prstDash val="dot"/>
              <a:round/>
              <a:headEnd type="none" w="sm" len="sm"/>
              <a:tailEnd type="none" w="sm" len="sm"/>
            </a:ln>
          </p:spPr>
        </p:cxnSp>
        <p:grpSp>
          <p:nvGrpSpPr>
            <p:cNvPr id="164" name="Google Shape;164;p9"/>
            <p:cNvGrpSpPr/>
            <p:nvPr/>
          </p:nvGrpSpPr>
          <p:grpSpPr>
            <a:xfrm>
              <a:off x="4281303" y="0"/>
              <a:ext cx="601797" cy="601797"/>
              <a:chOff x="0" y="0"/>
              <a:chExt cx="812800" cy="812800"/>
            </a:xfrm>
          </p:grpSpPr>
          <p:sp>
            <p:nvSpPr>
              <p:cNvPr id="165" name="Google Shape;165;p9"/>
              <p:cNvSpPr/>
              <p:nvPr/>
            </p:nvSpPr>
            <p:spPr>
              <a:xfrm>
                <a:off x="0" y="0"/>
                <a:ext cx="812800" cy="812800"/>
              </a:xfrm>
              <a:custGeom>
                <a:avLst/>
                <a:gdLst/>
                <a:ahLst/>
                <a:cxnLst/>
                <a:rect l="l" t="t" r="r" b="b"/>
                <a:pathLst>
                  <a:path w="812800" h="812800" extrusionOk="0">
                    <a:moveTo>
                      <a:pt x="406400" y="0"/>
                    </a:moveTo>
                    <a:lnTo>
                      <a:pt x="812800" y="406400"/>
                    </a:lnTo>
                    <a:lnTo>
                      <a:pt x="406400" y="812800"/>
                    </a:lnTo>
                    <a:lnTo>
                      <a:pt x="0" y="406400"/>
                    </a:lnTo>
                    <a:lnTo>
                      <a:pt x="406400" y="0"/>
                    </a:lnTo>
                    <a:close/>
                  </a:path>
                </a:pathLst>
              </a:custGeom>
              <a:solidFill>
                <a:srgbClr val="FFFFFF"/>
              </a:solidFill>
              <a:ln>
                <a:noFill/>
              </a:ln>
            </p:spPr>
          </p:sp>
          <p:sp>
            <p:nvSpPr>
              <p:cNvPr id="166" name="Google Shape;166;p9"/>
              <p:cNvSpPr txBox="1"/>
              <p:nvPr/>
            </p:nvSpPr>
            <p:spPr>
              <a:xfrm>
                <a:off x="139700" y="101600"/>
                <a:ext cx="533400" cy="5715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167" name="Google Shape;167;p9"/>
          <p:cNvGrpSpPr/>
          <p:nvPr/>
        </p:nvGrpSpPr>
        <p:grpSpPr>
          <a:xfrm>
            <a:off x="9539298" y="4721304"/>
            <a:ext cx="3662325" cy="451348"/>
            <a:chOff x="0" y="0"/>
            <a:chExt cx="4883100" cy="601797"/>
          </a:xfrm>
        </p:grpSpPr>
        <p:cxnSp>
          <p:nvCxnSpPr>
            <p:cNvPr id="168" name="Google Shape;168;p9"/>
            <p:cNvCxnSpPr/>
            <p:nvPr/>
          </p:nvCxnSpPr>
          <p:spPr>
            <a:xfrm>
              <a:off x="0" y="300917"/>
              <a:ext cx="4582200" cy="0"/>
            </a:xfrm>
            <a:prstGeom prst="straightConnector1">
              <a:avLst/>
            </a:prstGeom>
            <a:noFill/>
            <a:ln w="114300" cap="flat" cmpd="sng">
              <a:solidFill>
                <a:srgbClr val="FFFFFF"/>
              </a:solidFill>
              <a:prstDash val="dot"/>
              <a:round/>
              <a:headEnd type="none" w="sm" len="sm"/>
              <a:tailEnd type="none" w="sm" len="sm"/>
            </a:ln>
          </p:spPr>
        </p:cxnSp>
        <p:grpSp>
          <p:nvGrpSpPr>
            <p:cNvPr id="169" name="Google Shape;169;p9"/>
            <p:cNvGrpSpPr/>
            <p:nvPr/>
          </p:nvGrpSpPr>
          <p:grpSpPr>
            <a:xfrm>
              <a:off x="4281303" y="0"/>
              <a:ext cx="601797" cy="601797"/>
              <a:chOff x="0" y="0"/>
              <a:chExt cx="812800" cy="812800"/>
            </a:xfrm>
          </p:grpSpPr>
          <p:sp>
            <p:nvSpPr>
              <p:cNvPr id="170" name="Google Shape;170;p9"/>
              <p:cNvSpPr/>
              <p:nvPr/>
            </p:nvSpPr>
            <p:spPr>
              <a:xfrm>
                <a:off x="0" y="0"/>
                <a:ext cx="812800" cy="812800"/>
              </a:xfrm>
              <a:custGeom>
                <a:avLst/>
                <a:gdLst/>
                <a:ahLst/>
                <a:cxnLst/>
                <a:rect l="l" t="t" r="r" b="b"/>
                <a:pathLst>
                  <a:path w="812800" h="812800" extrusionOk="0">
                    <a:moveTo>
                      <a:pt x="406400" y="0"/>
                    </a:moveTo>
                    <a:lnTo>
                      <a:pt x="812800" y="406400"/>
                    </a:lnTo>
                    <a:lnTo>
                      <a:pt x="406400" y="812800"/>
                    </a:lnTo>
                    <a:lnTo>
                      <a:pt x="0" y="406400"/>
                    </a:lnTo>
                    <a:lnTo>
                      <a:pt x="406400" y="0"/>
                    </a:lnTo>
                    <a:close/>
                  </a:path>
                </a:pathLst>
              </a:custGeom>
              <a:solidFill>
                <a:srgbClr val="FFFFFF"/>
              </a:solidFill>
              <a:ln>
                <a:noFill/>
              </a:ln>
            </p:spPr>
          </p:sp>
          <p:sp>
            <p:nvSpPr>
              <p:cNvPr id="171" name="Google Shape;171;p9"/>
              <p:cNvSpPr txBox="1"/>
              <p:nvPr/>
            </p:nvSpPr>
            <p:spPr>
              <a:xfrm>
                <a:off x="139700" y="101600"/>
                <a:ext cx="533400" cy="5715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172" name="Google Shape;172;p9"/>
          <p:cNvGrpSpPr/>
          <p:nvPr/>
        </p:nvGrpSpPr>
        <p:grpSpPr>
          <a:xfrm>
            <a:off x="13596948" y="4721304"/>
            <a:ext cx="3662325" cy="451348"/>
            <a:chOff x="0" y="0"/>
            <a:chExt cx="4883100" cy="601797"/>
          </a:xfrm>
        </p:grpSpPr>
        <p:cxnSp>
          <p:nvCxnSpPr>
            <p:cNvPr id="173" name="Google Shape;173;p9"/>
            <p:cNvCxnSpPr/>
            <p:nvPr/>
          </p:nvCxnSpPr>
          <p:spPr>
            <a:xfrm>
              <a:off x="0" y="300917"/>
              <a:ext cx="4582200" cy="0"/>
            </a:xfrm>
            <a:prstGeom prst="straightConnector1">
              <a:avLst/>
            </a:prstGeom>
            <a:noFill/>
            <a:ln w="114300" cap="flat" cmpd="sng">
              <a:solidFill>
                <a:srgbClr val="FFFFFF"/>
              </a:solidFill>
              <a:prstDash val="dot"/>
              <a:round/>
              <a:headEnd type="none" w="sm" len="sm"/>
              <a:tailEnd type="none" w="sm" len="sm"/>
            </a:ln>
          </p:spPr>
        </p:cxnSp>
        <p:grpSp>
          <p:nvGrpSpPr>
            <p:cNvPr id="174" name="Google Shape;174;p9"/>
            <p:cNvGrpSpPr/>
            <p:nvPr/>
          </p:nvGrpSpPr>
          <p:grpSpPr>
            <a:xfrm>
              <a:off x="4281303" y="0"/>
              <a:ext cx="601797" cy="601797"/>
              <a:chOff x="0" y="0"/>
              <a:chExt cx="812800" cy="812800"/>
            </a:xfrm>
          </p:grpSpPr>
          <p:sp>
            <p:nvSpPr>
              <p:cNvPr id="175" name="Google Shape;175;p9"/>
              <p:cNvSpPr/>
              <p:nvPr/>
            </p:nvSpPr>
            <p:spPr>
              <a:xfrm>
                <a:off x="0" y="0"/>
                <a:ext cx="812800" cy="812800"/>
              </a:xfrm>
              <a:custGeom>
                <a:avLst/>
                <a:gdLst/>
                <a:ahLst/>
                <a:cxnLst/>
                <a:rect l="l" t="t" r="r" b="b"/>
                <a:pathLst>
                  <a:path w="812800" h="812800" extrusionOk="0">
                    <a:moveTo>
                      <a:pt x="406400" y="0"/>
                    </a:moveTo>
                    <a:lnTo>
                      <a:pt x="812800" y="406400"/>
                    </a:lnTo>
                    <a:lnTo>
                      <a:pt x="406400" y="812800"/>
                    </a:lnTo>
                    <a:lnTo>
                      <a:pt x="0" y="406400"/>
                    </a:lnTo>
                    <a:lnTo>
                      <a:pt x="406400" y="0"/>
                    </a:lnTo>
                    <a:close/>
                  </a:path>
                </a:pathLst>
              </a:custGeom>
              <a:solidFill>
                <a:srgbClr val="FFFFFF"/>
              </a:solidFill>
              <a:ln>
                <a:noFill/>
              </a:ln>
            </p:spPr>
          </p:sp>
          <p:sp>
            <p:nvSpPr>
              <p:cNvPr id="176" name="Google Shape;176;p9"/>
              <p:cNvSpPr txBox="1"/>
              <p:nvPr/>
            </p:nvSpPr>
            <p:spPr>
              <a:xfrm>
                <a:off x="139700" y="101600"/>
                <a:ext cx="533400" cy="5715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177" name="Google Shape;177;p9"/>
          <p:cNvGrpSpPr/>
          <p:nvPr/>
        </p:nvGrpSpPr>
        <p:grpSpPr>
          <a:xfrm>
            <a:off x="16620919" y="966798"/>
            <a:ext cx="638517" cy="889537"/>
            <a:chOff x="0" y="-82536"/>
            <a:chExt cx="851356" cy="1186049"/>
          </a:xfrm>
        </p:grpSpPr>
        <p:grpSp>
          <p:nvGrpSpPr>
            <p:cNvPr id="178" name="Google Shape;178;p9"/>
            <p:cNvGrpSpPr/>
            <p:nvPr/>
          </p:nvGrpSpPr>
          <p:grpSpPr>
            <a:xfrm>
              <a:off x="0" y="-82536"/>
              <a:ext cx="851356" cy="1186049"/>
              <a:chOff x="0" y="-38100"/>
              <a:chExt cx="393000" cy="547500"/>
            </a:xfrm>
          </p:grpSpPr>
          <p:sp>
            <p:nvSpPr>
              <p:cNvPr id="179" name="Google Shape;179;p9"/>
              <p:cNvSpPr/>
              <p:nvPr/>
            </p:nvSpPr>
            <p:spPr>
              <a:xfrm>
                <a:off x="0" y="0"/>
                <a:ext cx="392916" cy="509331"/>
              </a:xfrm>
              <a:custGeom>
                <a:avLst/>
                <a:gdLst/>
                <a:ahLst/>
                <a:cxnLst/>
                <a:rect l="l" t="t" r="r" b="b"/>
                <a:pathLst>
                  <a:path w="392916" h="509331" extrusionOk="0">
                    <a:moveTo>
                      <a:pt x="72765" y="0"/>
                    </a:moveTo>
                    <a:lnTo>
                      <a:pt x="320151" y="0"/>
                    </a:lnTo>
                    <a:cubicBezTo>
                      <a:pt x="339450" y="0"/>
                      <a:pt x="357958" y="7666"/>
                      <a:pt x="371604" y="21312"/>
                    </a:cubicBezTo>
                    <a:cubicBezTo>
                      <a:pt x="385250" y="34958"/>
                      <a:pt x="392916" y="53466"/>
                      <a:pt x="392916" y="72765"/>
                    </a:cubicBezTo>
                    <a:lnTo>
                      <a:pt x="392916" y="436566"/>
                    </a:lnTo>
                    <a:cubicBezTo>
                      <a:pt x="392916" y="476753"/>
                      <a:pt x="360338" y="509331"/>
                      <a:pt x="320151" y="509331"/>
                    </a:cubicBezTo>
                    <a:lnTo>
                      <a:pt x="72765" y="509331"/>
                    </a:lnTo>
                    <a:cubicBezTo>
                      <a:pt x="32578" y="509331"/>
                      <a:pt x="0" y="476753"/>
                      <a:pt x="0" y="436566"/>
                    </a:cubicBezTo>
                    <a:lnTo>
                      <a:pt x="0" y="72765"/>
                    </a:lnTo>
                    <a:cubicBezTo>
                      <a:pt x="0" y="32578"/>
                      <a:pt x="32578" y="0"/>
                      <a:pt x="72765" y="0"/>
                    </a:cubicBezTo>
                    <a:close/>
                  </a:path>
                </a:pathLst>
              </a:custGeom>
              <a:solidFill>
                <a:srgbClr val="000000">
                  <a:alpha val="0"/>
                </a:srgbClr>
              </a:solidFill>
              <a:ln w="38100" cap="sq" cmpd="sng">
                <a:solidFill>
                  <a:srgbClr val="FFFFFF"/>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9"/>
              <p:cNvSpPr txBox="1"/>
              <p:nvPr/>
            </p:nvSpPr>
            <p:spPr>
              <a:xfrm>
                <a:off x="0" y="-38100"/>
                <a:ext cx="393000" cy="547500"/>
              </a:xfrm>
              <a:prstGeom prst="rect">
                <a:avLst/>
              </a:prstGeom>
              <a:noFill/>
              <a:ln>
                <a:noFill/>
              </a:ln>
            </p:spPr>
            <p:txBody>
              <a:bodyPr spcFirstLastPara="1" wrap="square" lIns="39325" tIns="39325" rIns="39325" bIns="39325"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81" name="Google Shape;181;p9"/>
            <p:cNvSpPr txBox="1"/>
            <p:nvPr/>
          </p:nvSpPr>
          <p:spPr>
            <a:xfrm>
              <a:off x="172540" y="59383"/>
              <a:ext cx="506100" cy="984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2399" b="1" i="0" u="none" strike="noStrike" cap="none">
                  <a:solidFill>
                    <a:srgbClr val="FFFFFF"/>
                  </a:solidFill>
                  <a:latin typeface="Dosis"/>
                  <a:ea typeface="Dosis"/>
                  <a:cs typeface="Dosis"/>
                  <a:sym typeface="Dosis"/>
                </a:rPr>
                <a:t>2024</a:t>
              </a:r>
              <a:endParaRPr>
                <a:latin typeface="Dosis"/>
                <a:ea typeface="Dosis"/>
                <a:cs typeface="Dosis"/>
                <a:sym typeface="Dosis"/>
              </a:endParaRPr>
            </a:p>
          </p:txBody>
        </p:sp>
      </p:grpSp>
      <p:sp>
        <p:nvSpPr>
          <p:cNvPr id="182" name="Google Shape;182;p9"/>
          <p:cNvSpPr txBox="1">
            <a:spLocks noGrp="1"/>
          </p:cNvSpPr>
          <p:nvPr>
            <p:ph type="title" idx="2"/>
          </p:nvPr>
        </p:nvSpPr>
        <p:spPr>
          <a:xfrm>
            <a:off x="843100" y="3185950"/>
            <a:ext cx="3662400" cy="1143000"/>
          </a:xfrm>
          <a:prstGeom prst="rect">
            <a:avLst/>
          </a:prstGeom>
        </p:spPr>
        <p:txBody>
          <a:bodyPr spcFirstLastPara="1" wrap="square" lIns="0" tIns="0" rIns="0" bIns="0" anchor="t" anchorCtr="0">
            <a:noAutofit/>
          </a:bodyPr>
          <a:lstStyle>
            <a:lvl1pPr lvl="0" algn="l" rtl="0">
              <a:spcBef>
                <a:spcPts val="0"/>
              </a:spcBef>
              <a:spcAft>
                <a:spcPts val="0"/>
              </a:spcAft>
              <a:buClr>
                <a:schemeClr val="lt1"/>
              </a:buClr>
              <a:buSzPts val="6300"/>
              <a:buNone/>
              <a:defRPr sz="6300">
                <a:solidFill>
                  <a:schemeClr val="lt1"/>
                </a:solidFill>
              </a:defRPr>
            </a:lvl1pPr>
            <a:lvl2pPr lvl="1" rtl="0">
              <a:spcBef>
                <a:spcPts val="0"/>
              </a:spcBef>
              <a:spcAft>
                <a:spcPts val="0"/>
              </a:spcAft>
              <a:buClr>
                <a:schemeClr val="lt1"/>
              </a:buClr>
              <a:buSzPts val="6300"/>
              <a:buNone/>
              <a:defRPr sz="6300">
                <a:solidFill>
                  <a:schemeClr val="lt1"/>
                </a:solidFill>
              </a:defRPr>
            </a:lvl2pPr>
            <a:lvl3pPr lvl="2" rtl="0">
              <a:spcBef>
                <a:spcPts val="0"/>
              </a:spcBef>
              <a:spcAft>
                <a:spcPts val="0"/>
              </a:spcAft>
              <a:buClr>
                <a:schemeClr val="lt1"/>
              </a:buClr>
              <a:buSzPts val="6300"/>
              <a:buNone/>
              <a:defRPr sz="6300">
                <a:solidFill>
                  <a:schemeClr val="lt1"/>
                </a:solidFill>
              </a:defRPr>
            </a:lvl3pPr>
            <a:lvl4pPr lvl="3" rtl="0">
              <a:spcBef>
                <a:spcPts val="0"/>
              </a:spcBef>
              <a:spcAft>
                <a:spcPts val="0"/>
              </a:spcAft>
              <a:buClr>
                <a:schemeClr val="lt1"/>
              </a:buClr>
              <a:buSzPts val="6300"/>
              <a:buNone/>
              <a:defRPr sz="6300">
                <a:solidFill>
                  <a:schemeClr val="lt1"/>
                </a:solidFill>
              </a:defRPr>
            </a:lvl4pPr>
            <a:lvl5pPr lvl="4" rtl="0">
              <a:spcBef>
                <a:spcPts val="0"/>
              </a:spcBef>
              <a:spcAft>
                <a:spcPts val="0"/>
              </a:spcAft>
              <a:buClr>
                <a:schemeClr val="lt1"/>
              </a:buClr>
              <a:buSzPts val="6300"/>
              <a:buNone/>
              <a:defRPr sz="6300">
                <a:solidFill>
                  <a:schemeClr val="lt1"/>
                </a:solidFill>
              </a:defRPr>
            </a:lvl5pPr>
            <a:lvl6pPr lvl="5" rtl="0">
              <a:spcBef>
                <a:spcPts val="0"/>
              </a:spcBef>
              <a:spcAft>
                <a:spcPts val="0"/>
              </a:spcAft>
              <a:buClr>
                <a:schemeClr val="lt1"/>
              </a:buClr>
              <a:buSzPts val="6300"/>
              <a:buNone/>
              <a:defRPr sz="6300">
                <a:solidFill>
                  <a:schemeClr val="lt1"/>
                </a:solidFill>
              </a:defRPr>
            </a:lvl6pPr>
            <a:lvl7pPr lvl="6" rtl="0">
              <a:spcBef>
                <a:spcPts val="0"/>
              </a:spcBef>
              <a:spcAft>
                <a:spcPts val="0"/>
              </a:spcAft>
              <a:buClr>
                <a:schemeClr val="lt1"/>
              </a:buClr>
              <a:buSzPts val="6300"/>
              <a:buNone/>
              <a:defRPr sz="6300">
                <a:solidFill>
                  <a:schemeClr val="lt1"/>
                </a:solidFill>
              </a:defRPr>
            </a:lvl7pPr>
            <a:lvl8pPr lvl="7" rtl="0">
              <a:spcBef>
                <a:spcPts val="0"/>
              </a:spcBef>
              <a:spcAft>
                <a:spcPts val="0"/>
              </a:spcAft>
              <a:buClr>
                <a:schemeClr val="lt1"/>
              </a:buClr>
              <a:buSzPts val="6300"/>
              <a:buNone/>
              <a:defRPr sz="6300">
                <a:solidFill>
                  <a:schemeClr val="lt1"/>
                </a:solidFill>
              </a:defRPr>
            </a:lvl8pPr>
            <a:lvl9pPr lvl="8" rtl="0">
              <a:spcBef>
                <a:spcPts val="0"/>
              </a:spcBef>
              <a:spcAft>
                <a:spcPts val="0"/>
              </a:spcAft>
              <a:buClr>
                <a:schemeClr val="lt1"/>
              </a:buClr>
              <a:buSzPts val="6300"/>
              <a:buNone/>
              <a:defRPr sz="6300">
                <a:solidFill>
                  <a:schemeClr val="lt1"/>
                </a:solidFill>
              </a:defRPr>
            </a:lvl9pPr>
          </a:lstStyle>
          <a:p>
            <a:endParaRPr/>
          </a:p>
        </p:txBody>
      </p:sp>
      <p:sp>
        <p:nvSpPr>
          <p:cNvPr id="183" name="Google Shape;183;p9"/>
          <p:cNvSpPr txBox="1">
            <a:spLocks noGrp="1"/>
          </p:cNvSpPr>
          <p:nvPr>
            <p:ph type="body" idx="1"/>
          </p:nvPr>
        </p:nvSpPr>
        <p:spPr>
          <a:xfrm>
            <a:off x="843100" y="5284126"/>
            <a:ext cx="3148500" cy="3062400"/>
          </a:xfrm>
          <a:prstGeom prst="rect">
            <a:avLst/>
          </a:prstGeom>
        </p:spPr>
        <p:txBody>
          <a:bodyPr spcFirstLastPara="1" wrap="square" lIns="0" tIns="0" rIns="0" bIns="0" anchor="t" anchorCtr="0">
            <a:noAutofit/>
          </a:bodyPr>
          <a:lstStyle>
            <a:lvl1pPr marL="457200" lvl="0" indent="-361950" rtl="0">
              <a:spcBef>
                <a:spcPts val="640"/>
              </a:spcBef>
              <a:spcAft>
                <a:spcPts val="0"/>
              </a:spcAft>
              <a:buSzPts val="2100"/>
              <a:buChar char="•"/>
              <a:defRPr/>
            </a:lvl1pPr>
            <a:lvl2pPr marL="914400" lvl="1" indent="-361950" rtl="0">
              <a:spcBef>
                <a:spcPts val="560"/>
              </a:spcBef>
              <a:spcAft>
                <a:spcPts val="0"/>
              </a:spcAft>
              <a:buSzPts val="2100"/>
              <a:buChar char="–"/>
              <a:defRPr/>
            </a:lvl2pPr>
            <a:lvl3pPr marL="1371600" lvl="2" indent="-361950" rtl="0">
              <a:spcBef>
                <a:spcPts val="480"/>
              </a:spcBef>
              <a:spcAft>
                <a:spcPts val="0"/>
              </a:spcAft>
              <a:buSzPts val="2100"/>
              <a:buChar char="•"/>
              <a:defRPr/>
            </a:lvl3pPr>
            <a:lvl4pPr marL="1828800" lvl="3" indent="-361950" rtl="0">
              <a:spcBef>
                <a:spcPts val="400"/>
              </a:spcBef>
              <a:spcAft>
                <a:spcPts val="0"/>
              </a:spcAft>
              <a:buSzPts val="2100"/>
              <a:buChar char="–"/>
              <a:defRPr/>
            </a:lvl4pPr>
            <a:lvl5pPr marL="2286000" lvl="4" indent="-361950" rtl="0">
              <a:spcBef>
                <a:spcPts val="400"/>
              </a:spcBef>
              <a:spcAft>
                <a:spcPts val="0"/>
              </a:spcAft>
              <a:buSzPts val="2100"/>
              <a:buChar char="»"/>
              <a:defRPr/>
            </a:lvl5pPr>
            <a:lvl6pPr marL="2743200" lvl="5" indent="-361950" rtl="0">
              <a:spcBef>
                <a:spcPts val="400"/>
              </a:spcBef>
              <a:spcAft>
                <a:spcPts val="0"/>
              </a:spcAft>
              <a:buSzPts val="2100"/>
              <a:buChar char="•"/>
              <a:defRPr/>
            </a:lvl6pPr>
            <a:lvl7pPr marL="3200400" lvl="6" indent="-361950" rtl="0">
              <a:spcBef>
                <a:spcPts val="400"/>
              </a:spcBef>
              <a:spcAft>
                <a:spcPts val="0"/>
              </a:spcAft>
              <a:buSzPts val="2100"/>
              <a:buChar char="•"/>
              <a:defRPr/>
            </a:lvl7pPr>
            <a:lvl8pPr marL="3657600" lvl="7" indent="-361950" rtl="0">
              <a:spcBef>
                <a:spcPts val="400"/>
              </a:spcBef>
              <a:spcAft>
                <a:spcPts val="0"/>
              </a:spcAft>
              <a:buSzPts val="2100"/>
              <a:buChar char="•"/>
              <a:defRPr/>
            </a:lvl8pPr>
            <a:lvl9pPr marL="4114800" lvl="8" indent="-361950" rtl="0">
              <a:spcBef>
                <a:spcPts val="400"/>
              </a:spcBef>
              <a:spcAft>
                <a:spcPts val="0"/>
              </a:spcAft>
              <a:buSzPts val="2100"/>
              <a:buChar char="•"/>
              <a:defRPr/>
            </a:lvl9pPr>
          </a:lstStyle>
          <a:p>
            <a:endParaRPr/>
          </a:p>
        </p:txBody>
      </p:sp>
      <p:sp>
        <p:nvSpPr>
          <p:cNvPr id="184" name="Google Shape;184;p9"/>
          <p:cNvSpPr txBox="1">
            <a:spLocks noGrp="1"/>
          </p:cNvSpPr>
          <p:nvPr>
            <p:ph type="title" idx="3"/>
          </p:nvPr>
        </p:nvSpPr>
        <p:spPr>
          <a:xfrm>
            <a:off x="5283950" y="3185950"/>
            <a:ext cx="3662400" cy="1143000"/>
          </a:xfrm>
          <a:prstGeom prst="rect">
            <a:avLst/>
          </a:prstGeom>
        </p:spPr>
        <p:txBody>
          <a:bodyPr spcFirstLastPara="1" wrap="square" lIns="0" tIns="0" rIns="0" bIns="0" anchor="t" anchorCtr="0">
            <a:noAutofit/>
          </a:bodyPr>
          <a:lstStyle>
            <a:lvl1pPr lvl="0" algn="l" rtl="0">
              <a:spcBef>
                <a:spcPts val="0"/>
              </a:spcBef>
              <a:spcAft>
                <a:spcPts val="0"/>
              </a:spcAft>
              <a:buClr>
                <a:schemeClr val="lt1"/>
              </a:buClr>
              <a:buSzPts val="6300"/>
              <a:buNone/>
              <a:defRPr sz="6300">
                <a:solidFill>
                  <a:schemeClr val="lt1"/>
                </a:solidFill>
              </a:defRPr>
            </a:lvl1pPr>
            <a:lvl2pPr lvl="1" rtl="0">
              <a:spcBef>
                <a:spcPts val="0"/>
              </a:spcBef>
              <a:spcAft>
                <a:spcPts val="0"/>
              </a:spcAft>
              <a:buClr>
                <a:schemeClr val="lt1"/>
              </a:buClr>
              <a:buSzPts val="6300"/>
              <a:buNone/>
              <a:defRPr sz="6300">
                <a:solidFill>
                  <a:schemeClr val="lt1"/>
                </a:solidFill>
              </a:defRPr>
            </a:lvl2pPr>
            <a:lvl3pPr lvl="2" rtl="0">
              <a:spcBef>
                <a:spcPts val="0"/>
              </a:spcBef>
              <a:spcAft>
                <a:spcPts val="0"/>
              </a:spcAft>
              <a:buClr>
                <a:schemeClr val="lt1"/>
              </a:buClr>
              <a:buSzPts val="6300"/>
              <a:buNone/>
              <a:defRPr sz="6300">
                <a:solidFill>
                  <a:schemeClr val="lt1"/>
                </a:solidFill>
              </a:defRPr>
            </a:lvl3pPr>
            <a:lvl4pPr lvl="3" rtl="0">
              <a:spcBef>
                <a:spcPts val="0"/>
              </a:spcBef>
              <a:spcAft>
                <a:spcPts val="0"/>
              </a:spcAft>
              <a:buClr>
                <a:schemeClr val="lt1"/>
              </a:buClr>
              <a:buSzPts val="6300"/>
              <a:buNone/>
              <a:defRPr sz="6300">
                <a:solidFill>
                  <a:schemeClr val="lt1"/>
                </a:solidFill>
              </a:defRPr>
            </a:lvl4pPr>
            <a:lvl5pPr lvl="4" rtl="0">
              <a:spcBef>
                <a:spcPts val="0"/>
              </a:spcBef>
              <a:spcAft>
                <a:spcPts val="0"/>
              </a:spcAft>
              <a:buClr>
                <a:schemeClr val="lt1"/>
              </a:buClr>
              <a:buSzPts val="6300"/>
              <a:buNone/>
              <a:defRPr sz="6300">
                <a:solidFill>
                  <a:schemeClr val="lt1"/>
                </a:solidFill>
              </a:defRPr>
            </a:lvl5pPr>
            <a:lvl6pPr lvl="5" rtl="0">
              <a:spcBef>
                <a:spcPts val="0"/>
              </a:spcBef>
              <a:spcAft>
                <a:spcPts val="0"/>
              </a:spcAft>
              <a:buClr>
                <a:schemeClr val="lt1"/>
              </a:buClr>
              <a:buSzPts val="6300"/>
              <a:buNone/>
              <a:defRPr sz="6300">
                <a:solidFill>
                  <a:schemeClr val="lt1"/>
                </a:solidFill>
              </a:defRPr>
            </a:lvl6pPr>
            <a:lvl7pPr lvl="6" rtl="0">
              <a:spcBef>
                <a:spcPts val="0"/>
              </a:spcBef>
              <a:spcAft>
                <a:spcPts val="0"/>
              </a:spcAft>
              <a:buClr>
                <a:schemeClr val="lt1"/>
              </a:buClr>
              <a:buSzPts val="6300"/>
              <a:buNone/>
              <a:defRPr sz="6300">
                <a:solidFill>
                  <a:schemeClr val="lt1"/>
                </a:solidFill>
              </a:defRPr>
            </a:lvl7pPr>
            <a:lvl8pPr lvl="7" rtl="0">
              <a:spcBef>
                <a:spcPts val="0"/>
              </a:spcBef>
              <a:spcAft>
                <a:spcPts val="0"/>
              </a:spcAft>
              <a:buClr>
                <a:schemeClr val="lt1"/>
              </a:buClr>
              <a:buSzPts val="6300"/>
              <a:buNone/>
              <a:defRPr sz="6300">
                <a:solidFill>
                  <a:schemeClr val="lt1"/>
                </a:solidFill>
              </a:defRPr>
            </a:lvl8pPr>
            <a:lvl9pPr lvl="8" rtl="0">
              <a:spcBef>
                <a:spcPts val="0"/>
              </a:spcBef>
              <a:spcAft>
                <a:spcPts val="0"/>
              </a:spcAft>
              <a:buClr>
                <a:schemeClr val="lt1"/>
              </a:buClr>
              <a:buSzPts val="6300"/>
              <a:buNone/>
              <a:defRPr sz="6300">
                <a:solidFill>
                  <a:schemeClr val="lt1"/>
                </a:solidFill>
              </a:defRPr>
            </a:lvl9pPr>
          </a:lstStyle>
          <a:p>
            <a:endParaRPr/>
          </a:p>
        </p:txBody>
      </p:sp>
      <p:sp>
        <p:nvSpPr>
          <p:cNvPr id="185" name="Google Shape;185;p9"/>
          <p:cNvSpPr txBox="1">
            <a:spLocks noGrp="1"/>
          </p:cNvSpPr>
          <p:nvPr>
            <p:ph type="body" idx="4"/>
          </p:nvPr>
        </p:nvSpPr>
        <p:spPr>
          <a:xfrm>
            <a:off x="5283950" y="5284126"/>
            <a:ext cx="3148500" cy="3062400"/>
          </a:xfrm>
          <a:prstGeom prst="rect">
            <a:avLst/>
          </a:prstGeom>
        </p:spPr>
        <p:txBody>
          <a:bodyPr spcFirstLastPara="1" wrap="square" lIns="0" tIns="0" rIns="0" bIns="0" anchor="t" anchorCtr="0">
            <a:noAutofit/>
          </a:bodyPr>
          <a:lstStyle>
            <a:lvl1pPr marL="457200" lvl="0" indent="-361950" rtl="0">
              <a:spcBef>
                <a:spcPts val="640"/>
              </a:spcBef>
              <a:spcAft>
                <a:spcPts val="0"/>
              </a:spcAft>
              <a:buSzPts val="2100"/>
              <a:buChar char="•"/>
              <a:defRPr/>
            </a:lvl1pPr>
            <a:lvl2pPr marL="914400" lvl="1" indent="-361950" rtl="0">
              <a:spcBef>
                <a:spcPts val="560"/>
              </a:spcBef>
              <a:spcAft>
                <a:spcPts val="0"/>
              </a:spcAft>
              <a:buSzPts val="2100"/>
              <a:buChar char="–"/>
              <a:defRPr/>
            </a:lvl2pPr>
            <a:lvl3pPr marL="1371600" lvl="2" indent="-361950" rtl="0">
              <a:spcBef>
                <a:spcPts val="480"/>
              </a:spcBef>
              <a:spcAft>
                <a:spcPts val="0"/>
              </a:spcAft>
              <a:buSzPts val="2100"/>
              <a:buChar char="•"/>
              <a:defRPr/>
            </a:lvl3pPr>
            <a:lvl4pPr marL="1828800" lvl="3" indent="-361950" rtl="0">
              <a:spcBef>
                <a:spcPts val="400"/>
              </a:spcBef>
              <a:spcAft>
                <a:spcPts val="0"/>
              </a:spcAft>
              <a:buSzPts val="2100"/>
              <a:buChar char="–"/>
              <a:defRPr/>
            </a:lvl4pPr>
            <a:lvl5pPr marL="2286000" lvl="4" indent="-361950" rtl="0">
              <a:spcBef>
                <a:spcPts val="400"/>
              </a:spcBef>
              <a:spcAft>
                <a:spcPts val="0"/>
              </a:spcAft>
              <a:buSzPts val="2100"/>
              <a:buChar char="»"/>
              <a:defRPr/>
            </a:lvl5pPr>
            <a:lvl6pPr marL="2743200" lvl="5" indent="-361950" rtl="0">
              <a:spcBef>
                <a:spcPts val="400"/>
              </a:spcBef>
              <a:spcAft>
                <a:spcPts val="0"/>
              </a:spcAft>
              <a:buSzPts val="2100"/>
              <a:buChar char="•"/>
              <a:defRPr/>
            </a:lvl6pPr>
            <a:lvl7pPr marL="3200400" lvl="6" indent="-361950" rtl="0">
              <a:spcBef>
                <a:spcPts val="400"/>
              </a:spcBef>
              <a:spcAft>
                <a:spcPts val="0"/>
              </a:spcAft>
              <a:buSzPts val="2100"/>
              <a:buChar char="•"/>
              <a:defRPr/>
            </a:lvl7pPr>
            <a:lvl8pPr marL="3657600" lvl="7" indent="-361950" rtl="0">
              <a:spcBef>
                <a:spcPts val="400"/>
              </a:spcBef>
              <a:spcAft>
                <a:spcPts val="0"/>
              </a:spcAft>
              <a:buSzPts val="2100"/>
              <a:buChar char="•"/>
              <a:defRPr/>
            </a:lvl8pPr>
            <a:lvl9pPr marL="4114800" lvl="8" indent="-361950" rtl="0">
              <a:spcBef>
                <a:spcPts val="400"/>
              </a:spcBef>
              <a:spcAft>
                <a:spcPts val="0"/>
              </a:spcAft>
              <a:buSzPts val="2100"/>
              <a:buChar char="•"/>
              <a:defRPr/>
            </a:lvl9pPr>
          </a:lstStyle>
          <a:p>
            <a:endParaRPr/>
          </a:p>
        </p:txBody>
      </p:sp>
      <p:sp>
        <p:nvSpPr>
          <p:cNvPr id="186" name="Google Shape;186;p9"/>
          <p:cNvSpPr txBox="1">
            <a:spLocks noGrp="1"/>
          </p:cNvSpPr>
          <p:nvPr>
            <p:ph type="title" idx="5"/>
          </p:nvPr>
        </p:nvSpPr>
        <p:spPr>
          <a:xfrm>
            <a:off x="9440450" y="3185950"/>
            <a:ext cx="3662400" cy="1143000"/>
          </a:xfrm>
          <a:prstGeom prst="rect">
            <a:avLst/>
          </a:prstGeom>
        </p:spPr>
        <p:txBody>
          <a:bodyPr spcFirstLastPara="1" wrap="square" lIns="0" tIns="0" rIns="0" bIns="0" anchor="t" anchorCtr="0">
            <a:noAutofit/>
          </a:bodyPr>
          <a:lstStyle>
            <a:lvl1pPr lvl="0" algn="l" rtl="0">
              <a:spcBef>
                <a:spcPts val="0"/>
              </a:spcBef>
              <a:spcAft>
                <a:spcPts val="0"/>
              </a:spcAft>
              <a:buClr>
                <a:schemeClr val="lt1"/>
              </a:buClr>
              <a:buSzPts val="6300"/>
              <a:buNone/>
              <a:defRPr sz="6300">
                <a:solidFill>
                  <a:schemeClr val="lt1"/>
                </a:solidFill>
              </a:defRPr>
            </a:lvl1pPr>
            <a:lvl2pPr lvl="1" rtl="0">
              <a:spcBef>
                <a:spcPts val="0"/>
              </a:spcBef>
              <a:spcAft>
                <a:spcPts val="0"/>
              </a:spcAft>
              <a:buClr>
                <a:schemeClr val="lt1"/>
              </a:buClr>
              <a:buSzPts val="6300"/>
              <a:buNone/>
              <a:defRPr sz="6300">
                <a:solidFill>
                  <a:schemeClr val="lt1"/>
                </a:solidFill>
              </a:defRPr>
            </a:lvl2pPr>
            <a:lvl3pPr lvl="2" rtl="0">
              <a:spcBef>
                <a:spcPts val="0"/>
              </a:spcBef>
              <a:spcAft>
                <a:spcPts val="0"/>
              </a:spcAft>
              <a:buClr>
                <a:schemeClr val="lt1"/>
              </a:buClr>
              <a:buSzPts val="6300"/>
              <a:buNone/>
              <a:defRPr sz="6300">
                <a:solidFill>
                  <a:schemeClr val="lt1"/>
                </a:solidFill>
              </a:defRPr>
            </a:lvl3pPr>
            <a:lvl4pPr lvl="3" rtl="0">
              <a:spcBef>
                <a:spcPts val="0"/>
              </a:spcBef>
              <a:spcAft>
                <a:spcPts val="0"/>
              </a:spcAft>
              <a:buClr>
                <a:schemeClr val="lt1"/>
              </a:buClr>
              <a:buSzPts val="6300"/>
              <a:buNone/>
              <a:defRPr sz="6300">
                <a:solidFill>
                  <a:schemeClr val="lt1"/>
                </a:solidFill>
              </a:defRPr>
            </a:lvl4pPr>
            <a:lvl5pPr lvl="4" rtl="0">
              <a:spcBef>
                <a:spcPts val="0"/>
              </a:spcBef>
              <a:spcAft>
                <a:spcPts val="0"/>
              </a:spcAft>
              <a:buClr>
                <a:schemeClr val="lt1"/>
              </a:buClr>
              <a:buSzPts val="6300"/>
              <a:buNone/>
              <a:defRPr sz="6300">
                <a:solidFill>
                  <a:schemeClr val="lt1"/>
                </a:solidFill>
              </a:defRPr>
            </a:lvl5pPr>
            <a:lvl6pPr lvl="5" rtl="0">
              <a:spcBef>
                <a:spcPts val="0"/>
              </a:spcBef>
              <a:spcAft>
                <a:spcPts val="0"/>
              </a:spcAft>
              <a:buClr>
                <a:schemeClr val="lt1"/>
              </a:buClr>
              <a:buSzPts val="6300"/>
              <a:buNone/>
              <a:defRPr sz="6300">
                <a:solidFill>
                  <a:schemeClr val="lt1"/>
                </a:solidFill>
              </a:defRPr>
            </a:lvl6pPr>
            <a:lvl7pPr lvl="6" rtl="0">
              <a:spcBef>
                <a:spcPts val="0"/>
              </a:spcBef>
              <a:spcAft>
                <a:spcPts val="0"/>
              </a:spcAft>
              <a:buClr>
                <a:schemeClr val="lt1"/>
              </a:buClr>
              <a:buSzPts val="6300"/>
              <a:buNone/>
              <a:defRPr sz="6300">
                <a:solidFill>
                  <a:schemeClr val="lt1"/>
                </a:solidFill>
              </a:defRPr>
            </a:lvl7pPr>
            <a:lvl8pPr lvl="7" rtl="0">
              <a:spcBef>
                <a:spcPts val="0"/>
              </a:spcBef>
              <a:spcAft>
                <a:spcPts val="0"/>
              </a:spcAft>
              <a:buClr>
                <a:schemeClr val="lt1"/>
              </a:buClr>
              <a:buSzPts val="6300"/>
              <a:buNone/>
              <a:defRPr sz="6300">
                <a:solidFill>
                  <a:schemeClr val="lt1"/>
                </a:solidFill>
              </a:defRPr>
            </a:lvl8pPr>
            <a:lvl9pPr lvl="8" rtl="0">
              <a:spcBef>
                <a:spcPts val="0"/>
              </a:spcBef>
              <a:spcAft>
                <a:spcPts val="0"/>
              </a:spcAft>
              <a:buClr>
                <a:schemeClr val="lt1"/>
              </a:buClr>
              <a:buSzPts val="6300"/>
              <a:buNone/>
              <a:defRPr sz="6300">
                <a:solidFill>
                  <a:schemeClr val="lt1"/>
                </a:solidFill>
              </a:defRPr>
            </a:lvl9pPr>
          </a:lstStyle>
          <a:p>
            <a:endParaRPr/>
          </a:p>
        </p:txBody>
      </p:sp>
      <p:sp>
        <p:nvSpPr>
          <p:cNvPr id="187" name="Google Shape;187;p9"/>
          <p:cNvSpPr txBox="1">
            <a:spLocks noGrp="1"/>
          </p:cNvSpPr>
          <p:nvPr>
            <p:ph type="body" idx="6"/>
          </p:nvPr>
        </p:nvSpPr>
        <p:spPr>
          <a:xfrm>
            <a:off x="9440450" y="5284126"/>
            <a:ext cx="3148500" cy="3062400"/>
          </a:xfrm>
          <a:prstGeom prst="rect">
            <a:avLst/>
          </a:prstGeom>
        </p:spPr>
        <p:txBody>
          <a:bodyPr spcFirstLastPara="1" wrap="square" lIns="0" tIns="0" rIns="0" bIns="0" anchor="t" anchorCtr="0">
            <a:noAutofit/>
          </a:bodyPr>
          <a:lstStyle>
            <a:lvl1pPr marL="457200" lvl="0" indent="-361950" rtl="0">
              <a:spcBef>
                <a:spcPts val="640"/>
              </a:spcBef>
              <a:spcAft>
                <a:spcPts val="0"/>
              </a:spcAft>
              <a:buSzPts val="2100"/>
              <a:buChar char="•"/>
              <a:defRPr/>
            </a:lvl1pPr>
            <a:lvl2pPr marL="914400" lvl="1" indent="-361950" rtl="0">
              <a:spcBef>
                <a:spcPts val="560"/>
              </a:spcBef>
              <a:spcAft>
                <a:spcPts val="0"/>
              </a:spcAft>
              <a:buSzPts val="2100"/>
              <a:buChar char="–"/>
              <a:defRPr/>
            </a:lvl2pPr>
            <a:lvl3pPr marL="1371600" lvl="2" indent="-361950" rtl="0">
              <a:spcBef>
                <a:spcPts val="480"/>
              </a:spcBef>
              <a:spcAft>
                <a:spcPts val="0"/>
              </a:spcAft>
              <a:buSzPts val="2100"/>
              <a:buChar char="•"/>
              <a:defRPr/>
            </a:lvl3pPr>
            <a:lvl4pPr marL="1828800" lvl="3" indent="-361950" rtl="0">
              <a:spcBef>
                <a:spcPts val="400"/>
              </a:spcBef>
              <a:spcAft>
                <a:spcPts val="0"/>
              </a:spcAft>
              <a:buSzPts val="2100"/>
              <a:buChar char="–"/>
              <a:defRPr/>
            </a:lvl4pPr>
            <a:lvl5pPr marL="2286000" lvl="4" indent="-361950" rtl="0">
              <a:spcBef>
                <a:spcPts val="400"/>
              </a:spcBef>
              <a:spcAft>
                <a:spcPts val="0"/>
              </a:spcAft>
              <a:buSzPts val="2100"/>
              <a:buChar char="»"/>
              <a:defRPr/>
            </a:lvl5pPr>
            <a:lvl6pPr marL="2743200" lvl="5" indent="-361950" rtl="0">
              <a:spcBef>
                <a:spcPts val="400"/>
              </a:spcBef>
              <a:spcAft>
                <a:spcPts val="0"/>
              </a:spcAft>
              <a:buSzPts val="2100"/>
              <a:buChar char="•"/>
              <a:defRPr/>
            </a:lvl6pPr>
            <a:lvl7pPr marL="3200400" lvl="6" indent="-361950" rtl="0">
              <a:spcBef>
                <a:spcPts val="400"/>
              </a:spcBef>
              <a:spcAft>
                <a:spcPts val="0"/>
              </a:spcAft>
              <a:buSzPts val="2100"/>
              <a:buChar char="•"/>
              <a:defRPr/>
            </a:lvl7pPr>
            <a:lvl8pPr marL="3657600" lvl="7" indent="-361950" rtl="0">
              <a:spcBef>
                <a:spcPts val="400"/>
              </a:spcBef>
              <a:spcAft>
                <a:spcPts val="0"/>
              </a:spcAft>
              <a:buSzPts val="2100"/>
              <a:buChar char="•"/>
              <a:defRPr/>
            </a:lvl8pPr>
            <a:lvl9pPr marL="4114800" lvl="8" indent="-361950" rtl="0">
              <a:spcBef>
                <a:spcPts val="400"/>
              </a:spcBef>
              <a:spcAft>
                <a:spcPts val="0"/>
              </a:spcAft>
              <a:buSzPts val="2100"/>
              <a:buChar char="•"/>
              <a:defRPr/>
            </a:lvl9pPr>
          </a:lstStyle>
          <a:p>
            <a:endParaRPr/>
          </a:p>
        </p:txBody>
      </p:sp>
      <p:sp>
        <p:nvSpPr>
          <p:cNvPr id="188" name="Google Shape;188;p9"/>
          <p:cNvSpPr txBox="1">
            <a:spLocks noGrp="1"/>
          </p:cNvSpPr>
          <p:nvPr>
            <p:ph type="title" idx="7"/>
          </p:nvPr>
        </p:nvSpPr>
        <p:spPr>
          <a:xfrm>
            <a:off x="13596950" y="3185950"/>
            <a:ext cx="3662400" cy="1143000"/>
          </a:xfrm>
          <a:prstGeom prst="rect">
            <a:avLst/>
          </a:prstGeom>
        </p:spPr>
        <p:txBody>
          <a:bodyPr spcFirstLastPara="1" wrap="square" lIns="0" tIns="0" rIns="0" bIns="0" anchor="t" anchorCtr="0">
            <a:noAutofit/>
          </a:bodyPr>
          <a:lstStyle>
            <a:lvl1pPr lvl="0" algn="l" rtl="0">
              <a:spcBef>
                <a:spcPts val="0"/>
              </a:spcBef>
              <a:spcAft>
                <a:spcPts val="0"/>
              </a:spcAft>
              <a:buClr>
                <a:schemeClr val="lt1"/>
              </a:buClr>
              <a:buSzPts val="6300"/>
              <a:buNone/>
              <a:defRPr sz="6300">
                <a:solidFill>
                  <a:schemeClr val="lt1"/>
                </a:solidFill>
              </a:defRPr>
            </a:lvl1pPr>
            <a:lvl2pPr lvl="1" rtl="0">
              <a:spcBef>
                <a:spcPts val="0"/>
              </a:spcBef>
              <a:spcAft>
                <a:spcPts val="0"/>
              </a:spcAft>
              <a:buClr>
                <a:schemeClr val="lt1"/>
              </a:buClr>
              <a:buSzPts val="6300"/>
              <a:buNone/>
              <a:defRPr sz="6300">
                <a:solidFill>
                  <a:schemeClr val="lt1"/>
                </a:solidFill>
              </a:defRPr>
            </a:lvl2pPr>
            <a:lvl3pPr lvl="2" rtl="0">
              <a:spcBef>
                <a:spcPts val="0"/>
              </a:spcBef>
              <a:spcAft>
                <a:spcPts val="0"/>
              </a:spcAft>
              <a:buClr>
                <a:schemeClr val="lt1"/>
              </a:buClr>
              <a:buSzPts val="6300"/>
              <a:buNone/>
              <a:defRPr sz="6300">
                <a:solidFill>
                  <a:schemeClr val="lt1"/>
                </a:solidFill>
              </a:defRPr>
            </a:lvl3pPr>
            <a:lvl4pPr lvl="3" rtl="0">
              <a:spcBef>
                <a:spcPts val="0"/>
              </a:spcBef>
              <a:spcAft>
                <a:spcPts val="0"/>
              </a:spcAft>
              <a:buClr>
                <a:schemeClr val="lt1"/>
              </a:buClr>
              <a:buSzPts val="6300"/>
              <a:buNone/>
              <a:defRPr sz="6300">
                <a:solidFill>
                  <a:schemeClr val="lt1"/>
                </a:solidFill>
              </a:defRPr>
            </a:lvl4pPr>
            <a:lvl5pPr lvl="4" rtl="0">
              <a:spcBef>
                <a:spcPts val="0"/>
              </a:spcBef>
              <a:spcAft>
                <a:spcPts val="0"/>
              </a:spcAft>
              <a:buClr>
                <a:schemeClr val="lt1"/>
              </a:buClr>
              <a:buSzPts val="6300"/>
              <a:buNone/>
              <a:defRPr sz="6300">
                <a:solidFill>
                  <a:schemeClr val="lt1"/>
                </a:solidFill>
              </a:defRPr>
            </a:lvl5pPr>
            <a:lvl6pPr lvl="5" rtl="0">
              <a:spcBef>
                <a:spcPts val="0"/>
              </a:spcBef>
              <a:spcAft>
                <a:spcPts val="0"/>
              </a:spcAft>
              <a:buClr>
                <a:schemeClr val="lt1"/>
              </a:buClr>
              <a:buSzPts val="6300"/>
              <a:buNone/>
              <a:defRPr sz="6300">
                <a:solidFill>
                  <a:schemeClr val="lt1"/>
                </a:solidFill>
              </a:defRPr>
            </a:lvl6pPr>
            <a:lvl7pPr lvl="6" rtl="0">
              <a:spcBef>
                <a:spcPts val="0"/>
              </a:spcBef>
              <a:spcAft>
                <a:spcPts val="0"/>
              </a:spcAft>
              <a:buClr>
                <a:schemeClr val="lt1"/>
              </a:buClr>
              <a:buSzPts val="6300"/>
              <a:buNone/>
              <a:defRPr sz="6300">
                <a:solidFill>
                  <a:schemeClr val="lt1"/>
                </a:solidFill>
              </a:defRPr>
            </a:lvl7pPr>
            <a:lvl8pPr lvl="7" rtl="0">
              <a:spcBef>
                <a:spcPts val="0"/>
              </a:spcBef>
              <a:spcAft>
                <a:spcPts val="0"/>
              </a:spcAft>
              <a:buClr>
                <a:schemeClr val="lt1"/>
              </a:buClr>
              <a:buSzPts val="6300"/>
              <a:buNone/>
              <a:defRPr sz="6300">
                <a:solidFill>
                  <a:schemeClr val="lt1"/>
                </a:solidFill>
              </a:defRPr>
            </a:lvl8pPr>
            <a:lvl9pPr lvl="8" rtl="0">
              <a:spcBef>
                <a:spcPts val="0"/>
              </a:spcBef>
              <a:spcAft>
                <a:spcPts val="0"/>
              </a:spcAft>
              <a:buClr>
                <a:schemeClr val="lt1"/>
              </a:buClr>
              <a:buSzPts val="6300"/>
              <a:buNone/>
              <a:defRPr sz="6300">
                <a:solidFill>
                  <a:schemeClr val="lt1"/>
                </a:solidFill>
              </a:defRPr>
            </a:lvl9pPr>
          </a:lstStyle>
          <a:p>
            <a:endParaRPr/>
          </a:p>
        </p:txBody>
      </p:sp>
      <p:sp>
        <p:nvSpPr>
          <p:cNvPr id="189" name="Google Shape;189;p9"/>
          <p:cNvSpPr txBox="1">
            <a:spLocks noGrp="1"/>
          </p:cNvSpPr>
          <p:nvPr>
            <p:ph type="body" idx="8"/>
          </p:nvPr>
        </p:nvSpPr>
        <p:spPr>
          <a:xfrm>
            <a:off x="13596950" y="5284126"/>
            <a:ext cx="3148500" cy="3062400"/>
          </a:xfrm>
          <a:prstGeom prst="rect">
            <a:avLst/>
          </a:prstGeom>
        </p:spPr>
        <p:txBody>
          <a:bodyPr spcFirstLastPara="1" wrap="square" lIns="0" tIns="0" rIns="0" bIns="0" anchor="t" anchorCtr="0">
            <a:noAutofit/>
          </a:bodyPr>
          <a:lstStyle>
            <a:lvl1pPr marL="457200" lvl="0" indent="-361950" rtl="0">
              <a:spcBef>
                <a:spcPts val="640"/>
              </a:spcBef>
              <a:spcAft>
                <a:spcPts val="0"/>
              </a:spcAft>
              <a:buSzPts val="2100"/>
              <a:buChar char="•"/>
              <a:defRPr/>
            </a:lvl1pPr>
            <a:lvl2pPr marL="914400" lvl="1" indent="-361950" rtl="0">
              <a:spcBef>
                <a:spcPts val="560"/>
              </a:spcBef>
              <a:spcAft>
                <a:spcPts val="0"/>
              </a:spcAft>
              <a:buSzPts val="2100"/>
              <a:buChar char="–"/>
              <a:defRPr/>
            </a:lvl2pPr>
            <a:lvl3pPr marL="1371600" lvl="2" indent="-361950" rtl="0">
              <a:spcBef>
                <a:spcPts val="480"/>
              </a:spcBef>
              <a:spcAft>
                <a:spcPts val="0"/>
              </a:spcAft>
              <a:buSzPts val="2100"/>
              <a:buChar char="•"/>
              <a:defRPr/>
            </a:lvl3pPr>
            <a:lvl4pPr marL="1828800" lvl="3" indent="-361950" rtl="0">
              <a:spcBef>
                <a:spcPts val="400"/>
              </a:spcBef>
              <a:spcAft>
                <a:spcPts val="0"/>
              </a:spcAft>
              <a:buSzPts val="2100"/>
              <a:buChar char="–"/>
              <a:defRPr/>
            </a:lvl4pPr>
            <a:lvl5pPr marL="2286000" lvl="4" indent="-361950" rtl="0">
              <a:spcBef>
                <a:spcPts val="400"/>
              </a:spcBef>
              <a:spcAft>
                <a:spcPts val="0"/>
              </a:spcAft>
              <a:buSzPts val="2100"/>
              <a:buChar char="»"/>
              <a:defRPr/>
            </a:lvl5pPr>
            <a:lvl6pPr marL="2743200" lvl="5" indent="-361950" rtl="0">
              <a:spcBef>
                <a:spcPts val="400"/>
              </a:spcBef>
              <a:spcAft>
                <a:spcPts val="0"/>
              </a:spcAft>
              <a:buSzPts val="2100"/>
              <a:buChar char="•"/>
              <a:defRPr/>
            </a:lvl6pPr>
            <a:lvl7pPr marL="3200400" lvl="6" indent="-361950" rtl="0">
              <a:spcBef>
                <a:spcPts val="400"/>
              </a:spcBef>
              <a:spcAft>
                <a:spcPts val="0"/>
              </a:spcAft>
              <a:buSzPts val="2100"/>
              <a:buChar char="•"/>
              <a:defRPr/>
            </a:lvl7pPr>
            <a:lvl8pPr marL="3657600" lvl="7" indent="-361950" rtl="0">
              <a:spcBef>
                <a:spcPts val="400"/>
              </a:spcBef>
              <a:spcAft>
                <a:spcPts val="0"/>
              </a:spcAft>
              <a:buSzPts val="2100"/>
              <a:buChar char="•"/>
              <a:defRPr/>
            </a:lvl8pPr>
            <a:lvl9pPr marL="4114800" lvl="8" indent="-361950" rtl="0">
              <a:spcBef>
                <a:spcPts val="400"/>
              </a:spcBef>
              <a:spcAft>
                <a:spcPts val="0"/>
              </a:spcAft>
              <a:buSzPts val="21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ustom Layout 8">
  <p:cSld name="CUSTOM_7">
    <p:spTree>
      <p:nvGrpSpPr>
        <p:cNvPr id="1" name="Shape 190"/>
        <p:cNvGrpSpPr/>
        <p:nvPr/>
      </p:nvGrpSpPr>
      <p:grpSpPr>
        <a:xfrm>
          <a:off x="0" y="0"/>
          <a:ext cx="0" cy="0"/>
          <a:chOff x="0" y="0"/>
          <a:chExt cx="0" cy="0"/>
        </a:xfrm>
      </p:grpSpPr>
      <p:sp>
        <p:nvSpPr>
          <p:cNvPr id="191" name="Google Shape;191;p10"/>
          <p:cNvSpPr>
            <a:spLocks noGrp="1"/>
          </p:cNvSpPr>
          <p:nvPr>
            <p:ph type="pic" idx="2"/>
          </p:nvPr>
        </p:nvSpPr>
        <p:spPr>
          <a:xfrm>
            <a:off x="1025200" y="2695275"/>
            <a:ext cx="2732400" cy="2745000"/>
          </a:xfrm>
          <a:prstGeom prst="rect">
            <a:avLst/>
          </a:prstGeom>
          <a:noFill/>
          <a:ln>
            <a:noFill/>
          </a:ln>
        </p:spPr>
      </p:sp>
      <p:sp>
        <p:nvSpPr>
          <p:cNvPr id="192" name="Google Shape;192;p10"/>
          <p:cNvSpPr>
            <a:spLocks noGrp="1"/>
          </p:cNvSpPr>
          <p:nvPr>
            <p:ph type="pic" idx="3"/>
          </p:nvPr>
        </p:nvSpPr>
        <p:spPr>
          <a:xfrm>
            <a:off x="1025200" y="6004275"/>
            <a:ext cx="2732400" cy="2745000"/>
          </a:xfrm>
          <a:prstGeom prst="rect">
            <a:avLst/>
          </a:prstGeom>
          <a:noFill/>
          <a:ln>
            <a:noFill/>
          </a:ln>
        </p:spPr>
      </p:sp>
      <p:sp>
        <p:nvSpPr>
          <p:cNvPr id="193" name="Google Shape;193;p10"/>
          <p:cNvSpPr>
            <a:spLocks noGrp="1"/>
          </p:cNvSpPr>
          <p:nvPr>
            <p:ph type="pic" idx="4"/>
          </p:nvPr>
        </p:nvSpPr>
        <p:spPr>
          <a:xfrm>
            <a:off x="8597825" y="2689000"/>
            <a:ext cx="2732400" cy="2745000"/>
          </a:xfrm>
          <a:prstGeom prst="rect">
            <a:avLst/>
          </a:prstGeom>
          <a:noFill/>
          <a:ln>
            <a:noFill/>
          </a:ln>
        </p:spPr>
      </p:sp>
      <p:sp>
        <p:nvSpPr>
          <p:cNvPr id="194" name="Google Shape;194;p10"/>
          <p:cNvSpPr>
            <a:spLocks noGrp="1"/>
          </p:cNvSpPr>
          <p:nvPr>
            <p:ph type="pic" idx="5"/>
          </p:nvPr>
        </p:nvSpPr>
        <p:spPr>
          <a:xfrm>
            <a:off x="8597825" y="5998000"/>
            <a:ext cx="2732400" cy="2745000"/>
          </a:xfrm>
          <a:prstGeom prst="rect">
            <a:avLst/>
          </a:prstGeom>
          <a:noFill/>
          <a:ln>
            <a:noFill/>
          </a:ln>
        </p:spPr>
      </p:sp>
      <p:sp>
        <p:nvSpPr>
          <p:cNvPr id="195" name="Google Shape;195;p10"/>
          <p:cNvSpPr txBox="1">
            <a:spLocks noGrp="1"/>
          </p:cNvSpPr>
          <p:nvPr>
            <p:ph type="title"/>
          </p:nvPr>
        </p:nvSpPr>
        <p:spPr>
          <a:xfrm>
            <a:off x="1028700" y="991325"/>
            <a:ext cx="13268700" cy="1143000"/>
          </a:xfrm>
          <a:prstGeom prst="rect">
            <a:avLst/>
          </a:prstGeom>
        </p:spPr>
        <p:txBody>
          <a:bodyPr spcFirstLastPara="1" wrap="square" lIns="0" tIns="0" rIns="0" bIns="0" anchor="t" anchorCtr="0">
            <a:noAutofit/>
          </a:bodyPr>
          <a:lstStyle>
            <a:lvl1pPr lvl="0" algn="l">
              <a:spcBef>
                <a:spcPts val="0"/>
              </a:spcBef>
              <a:spcAft>
                <a:spcPts val="0"/>
              </a:spcAft>
              <a:buSzPts val="8000"/>
              <a:buNone/>
              <a:defRPr/>
            </a:lvl1pPr>
            <a:lvl2pPr lvl="1">
              <a:spcBef>
                <a:spcPts val="0"/>
              </a:spcBef>
              <a:spcAft>
                <a:spcPts val="0"/>
              </a:spcAft>
              <a:buSzPts val="8000"/>
              <a:buNone/>
              <a:defRPr/>
            </a:lvl2pPr>
            <a:lvl3pPr lvl="2">
              <a:spcBef>
                <a:spcPts val="0"/>
              </a:spcBef>
              <a:spcAft>
                <a:spcPts val="0"/>
              </a:spcAft>
              <a:buSzPts val="8000"/>
              <a:buNone/>
              <a:defRPr/>
            </a:lvl3pPr>
            <a:lvl4pPr lvl="3">
              <a:spcBef>
                <a:spcPts val="0"/>
              </a:spcBef>
              <a:spcAft>
                <a:spcPts val="0"/>
              </a:spcAft>
              <a:buSzPts val="8000"/>
              <a:buNone/>
              <a:defRPr/>
            </a:lvl4pPr>
            <a:lvl5pPr lvl="4">
              <a:spcBef>
                <a:spcPts val="0"/>
              </a:spcBef>
              <a:spcAft>
                <a:spcPts val="0"/>
              </a:spcAft>
              <a:buSzPts val="8000"/>
              <a:buNone/>
              <a:defRPr/>
            </a:lvl5pPr>
            <a:lvl6pPr lvl="5">
              <a:spcBef>
                <a:spcPts val="0"/>
              </a:spcBef>
              <a:spcAft>
                <a:spcPts val="0"/>
              </a:spcAft>
              <a:buSzPts val="8000"/>
              <a:buNone/>
              <a:defRPr/>
            </a:lvl6pPr>
            <a:lvl7pPr lvl="6">
              <a:spcBef>
                <a:spcPts val="0"/>
              </a:spcBef>
              <a:spcAft>
                <a:spcPts val="0"/>
              </a:spcAft>
              <a:buSzPts val="8000"/>
              <a:buNone/>
              <a:defRPr/>
            </a:lvl7pPr>
            <a:lvl8pPr lvl="7">
              <a:spcBef>
                <a:spcPts val="0"/>
              </a:spcBef>
              <a:spcAft>
                <a:spcPts val="0"/>
              </a:spcAft>
              <a:buSzPts val="8000"/>
              <a:buNone/>
              <a:defRPr/>
            </a:lvl8pPr>
            <a:lvl9pPr lvl="8">
              <a:spcBef>
                <a:spcPts val="0"/>
              </a:spcBef>
              <a:spcAft>
                <a:spcPts val="0"/>
              </a:spcAft>
              <a:buSzPts val="8000"/>
              <a:buNone/>
              <a:defRPr/>
            </a:lvl9pPr>
          </a:lstStyle>
          <a:p>
            <a:endParaRPr/>
          </a:p>
        </p:txBody>
      </p:sp>
      <p:grpSp>
        <p:nvGrpSpPr>
          <p:cNvPr id="196" name="Google Shape;196;p10"/>
          <p:cNvGrpSpPr/>
          <p:nvPr/>
        </p:nvGrpSpPr>
        <p:grpSpPr>
          <a:xfrm>
            <a:off x="16170457" y="7208392"/>
            <a:ext cx="1539281" cy="1539281"/>
            <a:chOff x="0" y="0"/>
            <a:chExt cx="812800" cy="812800"/>
          </a:xfrm>
        </p:grpSpPr>
        <p:sp>
          <p:nvSpPr>
            <p:cNvPr id="197" name="Google Shape;197;p10"/>
            <p:cNvSpPr/>
            <p:nvPr/>
          </p:nvSpPr>
          <p:spPr>
            <a:xfrm>
              <a:off x="0" y="0"/>
              <a:ext cx="812800" cy="812800"/>
            </a:xfrm>
            <a:custGeom>
              <a:avLst/>
              <a:gdLst/>
              <a:ahLst/>
              <a:cxnLst/>
              <a:rect l="l" t="t" r="r" b="b"/>
              <a:pathLst>
                <a:path w="812800" h="812800" extrusionOk="0">
                  <a:moveTo>
                    <a:pt x="406400" y="0"/>
                  </a:moveTo>
                  <a:lnTo>
                    <a:pt x="812800" y="406400"/>
                  </a:lnTo>
                  <a:lnTo>
                    <a:pt x="406400" y="812800"/>
                  </a:lnTo>
                  <a:lnTo>
                    <a:pt x="0" y="406400"/>
                  </a:lnTo>
                  <a:lnTo>
                    <a:pt x="406400" y="0"/>
                  </a:lnTo>
                  <a:close/>
                </a:path>
              </a:pathLst>
            </a:custGeom>
            <a:gradFill>
              <a:gsLst>
                <a:gs pos="0">
                  <a:srgbClr val="5C24CC"/>
                </a:gs>
                <a:gs pos="50000">
                  <a:srgbClr val="8C52FF"/>
                </a:gs>
                <a:gs pos="100000">
                  <a:srgbClr val="EDCDFF"/>
                </a:gs>
              </a:gsLst>
              <a:lin ang="2700006" scaled="0"/>
            </a:gradFill>
            <a:ln>
              <a:noFill/>
            </a:ln>
          </p:spPr>
        </p:sp>
        <p:sp>
          <p:nvSpPr>
            <p:cNvPr id="198" name="Google Shape;198;p10"/>
            <p:cNvSpPr txBox="1"/>
            <p:nvPr/>
          </p:nvSpPr>
          <p:spPr>
            <a:xfrm>
              <a:off x="139700" y="101600"/>
              <a:ext cx="533400" cy="5715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99" name="Google Shape;199;p10"/>
          <p:cNvGrpSpPr/>
          <p:nvPr/>
        </p:nvGrpSpPr>
        <p:grpSpPr>
          <a:xfrm>
            <a:off x="16170457" y="8747696"/>
            <a:ext cx="1539281" cy="1539281"/>
            <a:chOff x="0" y="0"/>
            <a:chExt cx="812800" cy="812800"/>
          </a:xfrm>
        </p:grpSpPr>
        <p:sp>
          <p:nvSpPr>
            <p:cNvPr id="200" name="Google Shape;200;p10"/>
            <p:cNvSpPr/>
            <p:nvPr/>
          </p:nvSpPr>
          <p:spPr>
            <a:xfrm>
              <a:off x="0" y="0"/>
              <a:ext cx="812800" cy="812800"/>
            </a:xfrm>
            <a:custGeom>
              <a:avLst/>
              <a:gdLst/>
              <a:ahLst/>
              <a:cxnLst/>
              <a:rect l="l" t="t" r="r" b="b"/>
              <a:pathLst>
                <a:path w="812800" h="812800" extrusionOk="0">
                  <a:moveTo>
                    <a:pt x="406400" y="0"/>
                  </a:moveTo>
                  <a:lnTo>
                    <a:pt x="812800" y="406400"/>
                  </a:lnTo>
                  <a:lnTo>
                    <a:pt x="406400" y="812800"/>
                  </a:lnTo>
                  <a:lnTo>
                    <a:pt x="0" y="406400"/>
                  </a:lnTo>
                  <a:lnTo>
                    <a:pt x="406400" y="0"/>
                  </a:lnTo>
                  <a:close/>
                </a:path>
              </a:pathLst>
            </a:custGeom>
            <a:gradFill>
              <a:gsLst>
                <a:gs pos="0">
                  <a:srgbClr val="5C24CC"/>
                </a:gs>
                <a:gs pos="50000">
                  <a:srgbClr val="8C52FF"/>
                </a:gs>
                <a:gs pos="100000">
                  <a:srgbClr val="EDCDFF"/>
                </a:gs>
              </a:gsLst>
              <a:lin ang="2700006" scaled="0"/>
            </a:gradFill>
            <a:ln>
              <a:noFill/>
            </a:ln>
          </p:spPr>
        </p:sp>
        <p:sp>
          <p:nvSpPr>
            <p:cNvPr id="201" name="Google Shape;201;p10"/>
            <p:cNvSpPr txBox="1"/>
            <p:nvPr/>
          </p:nvSpPr>
          <p:spPr>
            <a:xfrm>
              <a:off x="139700" y="101600"/>
              <a:ext cx="533400" cy="5715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02" name="Google Shape;202;p10"/>
          <p:cNvGrpSpPr/>
          <p:nvPr/>
        </p:nvGrpSpPr>
        <p:grpSpPr>
          <a:xfrm>
            <a:off x="16170457" y="5669088"/>
            <a:ext cx="1539281" cy="1539281"/>
            <a:chOff x="0" y="0"/>
            <a:chExt cx="812800" cy="812800"/>
          </a:xfrm>
        </p:grpSpPr>
        <p:sp>
          <p:nvSpPr>
            <p:cNvPr id="203" name="Google Shape;203;p10"/>
            <p:cNvSpPr/>
            <p:nvPr/>
          </p:nvSpPr>
          <p:spPr>
            <a:xfrm>
              <a:off x="0" y="0"/>
              <a:ext cx="812800" cy="812800"/>
            </a:xfrm>
            <a:custGeom>
              <a:avLst/>
              <a:gdLst/>
              <a:ahLst/>
              <a:cxnLst/>
              <a:rect l="l" t="t" r="r" b="b"/>
              <a:pathLst>
                <a:path w="812800" h="812800" extrusionOk="0">
                  <a:moveTo>
                    <a:pt x="406400" y="0"/>
                  </a:moveTo>
                  <a:lnTo>
                    <a:pt x="812800" y="406400"/>
                  </a:lnTo>
                  <a:lnTo>
                    <a:pt x="406400" y="812800"/>
                  </a:lnTo>
                  <a:lnTo>
                    <a:pt x="0" y="406400"/>
                  </a:lnTo>
                  <a:lnTo>
                    <a:pt x="406400" y="0"/>
                  </a:lnTo>
                  <a:close/>
                </a:path>
              </a:pathLst>
            </a:custGeom>
            <a:gradFill>
              <a:gsLst>
                <a:gs pos="0">
                  <a:srgbClr val="5C24CC"/>
                </a:gs>
                <a:gs pos="50000">
                  <a:srgbClr val="8C52FF"/>
                </a:gs>
                <a:gs pos="100000">
                  <a:srgbClr val="EDCDFF"/>
                </a:gs>
              </a:gsLst>
              <a:lin ang="2700006" scaled="0"/>
            </a:gradFill>
            <a:ln>
              <a:noFill/>
            </a:ln>
          </p:spPr>
        </p:sp>
        <p:sp>
          <p:nvSpPr>
            <p:cNvPr id="204" name="Google Shape;204;p10"/>
            <p:cNvSpPr txBox="1"/>
            <p:nvPr/>
          </p:nvSpPr>
          <p:spPr>
            <a:xfrm>
              <a:off x="139700" y="101600"/>
              <a:ext cx="533400" cy="5715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05" name="Google Shape;205;p10"/>
          <p:cNvGrpSpPr/>
          <p:nvPr/>
        </p:nvGrpSpPr>
        <p:grpSpPr>
          <a:xfrm>
            <a:off x="16170457" y="4129785"/>
            <a:ext cx="1539281" cy="1539281"/>
            <a:chOff x="0" y="0"/>
            <a:chExt cx="812800" cy="812800"/>
          </a:xfrm>
        </p:grpSpPr>
        <p:sp>
          <p:nvSpPr>
            <p:cNvPr id="206" name="Google Shape;206;p10"/>
            <p:cNvSpPr/>
            <p:nvPr/>
          </p:nvSpPr>
          <p:spPr>
            <a:xfrm>
              <a:off x="0" y="0"/>
              <a:ext cx="812800" cy="812800"/>
            </a:xfrm>
            <a:custGeom>
              <a:avLst/>
              <a:gdLst/>
              <a:ahLst/>
              <a:cxnLst/>
              <a:rect l="l" t="t" r="r" b="b"/>
              <a:pathLst>
                <a:path w="812800" h="812800" extrusionOk="0">
                  <a:moveTo>
                    <a:pt x="406400" y="0"/>
                  </a:moveTo>
                  <a:lnTo>
                    <a:pt x="812800" y="406400"/>
                  </a:lnTo>
                  <a:lnTo>
                    <a:pt x="406400" y="812800"/>
                  </a:lnTo>
                  <a:lnTo>
                    <a:pt x="0" y="406400"/>
                  </a:lnTo>
                  <a:lnTo>
                    <a:pt x="406400" y="0"/>
                  </a:lnTo>
                  <a:close/>
                </a:path>
              </a:pathLst>
            </a:custGeom>
            <a:gradFill>
              <a:gsLst>
                <a:gs pos="0">
                  <a:srgbClr val="5C24CC"/>
                </a:gs>
                <a:gs pos="50000">
                  <a:srgbClr val="8C52FF"/>
                </a:gs>
                <a:gs pos="100000">
                  <a:srgbClr val="EDCDFF"/>
                </a:gs>
              </a:gsLst>
              <a:lin ang="2700006" scaled="0"/>
            </a:gradFill>
            <a:ln>
              <a:noFill/>
            </a:ln>
          </p:spPr>
        </p:sp>
        <p:sp>
          <p:nvSpPr>
            <p:cNvPr id="207" name="Google Shape;207;p10"/>
            <p:cNvSpPr txBox="1"/>
            <p:nvPr/>
          </p:nvSpPr>
          <p:spPr>
            <a:xfrm>
              <a:off x="139700" y="101600"/>
              <a:ext cx="533400" cy="5715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08" name="Google Shape;208;p10"/>
          <p:cNvSpPr txBox="1">
            <a:spLocks noGrp="1"/>
          </p:cNvSpPr>
          <p:nvPr>
            <p:ph type="subTitle" idx="1"/>
          </p:nvPr>
        </p:nvSpPr>
        <p:spPr>
          <a:xfrm>
            <a:off x="4230725" y="3580475"/>
            <a:ext cx="2611800" cy="549300"/>
          </a:xfrm>
          <a:prstGeom prst="rect">
            <a:avLst/>
          </a:prstGeom>
        </p:spPr>
        <p:txBody>
          <a:bodyPr spcFirstLastPara="1" wrap="square" lIns="0" tIns="0" rIns="0" bIns="0" anchor="t" anchorCtr="0">
            <a:noAutofit/>
          </a:bodyPr>
          <a:lstStyle>
            <a:lvl1pPr lvl="0" rtl="0">
              <a:spcBef>
                <a:spcPts val="640"/>
              </a:spcBef>
              <a:spcAft>
                <a:spcPts val="0"/>
              </a:spcAft>
              <a:buClr>
                <a:srgbClr val="8C52FF"/>
              </a:buClr>
              <a:buSzPts val="3200"/>
              <a:buNone/>
              <a:defRPr sz="3200" b="1">
                <a:solidFill>
                  <a:srgbClr val="8C52FF"/>
                </a:solidFill>
              </a:defRPr>
            </a:lvl1pPr>
            <a:lvl2pPr lvl="1" rtl="0">
              <a:spcBef>
                <a:spcPts val="560"/>
              </a:spcBef>
              <a:spcAft>
                <a:spcPts val="0"/>
              </a:spcAft>
              <a:buSzPts val="2100"/>
              <a:buNone/>
              <a:defRPr/>
            </a:lvl2pPr>
            <a:lvl3pPr lvl="2" rtl="0">
              <a:spcBef>
                <a:spcPts val="480"/>
              </a:spcBef>
              <a:spcAft>
                <a:spcPts val="0"/>
              </a:spcAft>
              <a:buSzPts val="2100"/>
              <a:buNone/>
              <a:defRPr/>
            </a:lvl3pPr>
            <a:lvl4pPr lvl="3" rtl="0">
              <a:spcBef>
                <a:spcPts val="400"/>
              </a:spcBef>
              <a:spcAft>
                <a:spcPts val="0"/>
              </a:spcAft>
              <a:buSzPts val="2100"/>
              <a:buNone/>
              <a:defRPr/>
            </a:lvl4pPr>
            <a:lvl5pPr lvl="4" rtl="0">
              <a:spcBef>
                <a:spcPts val="400"/>
              </a:spcBef>
              <a:spcAft>
                <a:spcPts val="0"/>
              </a:spcAft>
              <a:buSzPts val="2100"/>
              <a:buNone/>
              <a:defRPr/>
            </a:lvl5pPr>
            <a:lvl6pPr lvl="5" rtl="0">
              <a:spcBef>
                <a:spcPts val="400"/>
              </a:spcBef>
              <a:spcAft>
                <a:spcPts val="0"/>
              </a:spcAft>
              <a:buSzPts val="2100"/>
              <a:buNone/>
              <a:defRPr/>
            </a:lvl6pPr>
            <a:lvl7pPr lvl="6" rtl="0">
              <a:spcBef>
                <a:spcPts val="400"/>
              </a:spcBef>
              <a:spcAft>
                <a:spcPts val="0"/>
              </a:spcAft>
              <a:buSzPts val="2100"/>
              <a:buNone/>
              <a:defRPr/>
            </a:lvl7pPr>
            <a:lvl8pPr lvl="7" rtl="0">
              <a:spcBef>
                <a:spcPts val="400"/>
              </a:spcBef>
              <a:spcAft>
                <a:spcPts val="0"/>
              </a:spcAft>
              <a:buSzPts val="2100"/>
              <a:buNone/>
              <a:defRPr/>
            </a:lvl8pPr>
            <a:lvl9pPr lvl="8" rtl="0">
              <a:spcBef>
                <a:spcPts val="400"/>
              </a:spcBef>
              <a:spcAft>
                <a:spcPts val="0"/>
              </a:spcAft>
              <a:buSzPts val="2100"/>
              <a:buNone/>
              <a:defRPr/>
            </a:lvl9pPr>
          </a:lstStyle>
          <a:p>
            <a:endParaRPr/>
          </a:p>
        </p:txBody>
      </p:sp>
      <p:sp>
        <p:nvSpPr>
          <p:cNvPr id="209" name="Google Shape;209;p10"/>
          <p:cNvSpPr txBox="1">
            <a:spLocks noGrp="1"/>
          </p:cNvSpPr>
          <p:nvPr>
            <p:ph type="body" idx="6"/>
          </p:nvPr>
        </p:nvSpPr>
        <p:spPr>
          <a:xfrm>
            <a:off x="4230725" y="4291000"/>
            <a:ext cx="3148500" cy="1143000"/>
          </a:xfrm>
          <a:prstGeom prst="rect">
            <a:avLst/>
          </a:prstGeom>
        </p:spPr>
        <p:txBody>
          <a:bodyPr spcFirstLastPara="1" wrap="square" lIns="0" tIns="0" rIns="0" bIns="0" anchor="t" anchorCtr="0">
            <a:noAutofit/>
          </a:bodyPr>
          <a:lstStyle>
            <a:lvl1pPr marL="457200" lvl="0" indent="-361950" rtl="0">
              <a:spcBef>
                <a:spcPts val="640"/>
              </a:spcBef>
              <a:spcAft>
                <a:spcPts val="0"/>
              </a:spcAft>
              <a:buSzPts val="2100"/>
              <a:buChar char="•"/>
              <a:defRPr/>
            </a:lvl1pPr>
            <a:lvl2pPr marL="914400" lvl="1" indent="-361950" rtl="0">
              <a:spcBef>
                <a:spcPts val="560"/>
              </a:spcBef>
              <a:spcAft>
                <a:spcPts val="0"/>
              </a:spcAft>
              <a:buSzPts val="2100"/>
              <a:buChar char="–"/>
              <a:defRPr/>
            </a:lvl2pPr>
            <a:lvl3pPr marL="1371600" lvl="2" indent="-361950" rtl="0">
              <a:spcBef>
                <a:spcPts val="480"/>
              </a:spcBef>
              <a:spcAft>
                <a:spcPts val="0"/>
              </a:spcAft>
              <a:buSzPts val="2100"/>
              <a:buChar char="•"/>
              <a:defRPr/>
            </a:lvl3pPr>
            <a:lvl4pPr marL="1828800" lvl="3" indent="-361950" rtl="0">
              <a:spcBef>
                <a:spcPts val="400"/>
              </a:spcBef>
              <a:spcAft>
                <a:spcPts val="0"/>
              </a:spcAft>
              <a:buSzPts val="2100"/>
              <a:buChar char="–"/>
              <a:defRPr/>
            </a:lvl4pPr>
            <a:lvl5pPr marL="2286000" lvl="4" indent="-361950" rtl="0">
              <a:spcBef>
                <a:spcPts val="400"/>
              </a:spcBef>
              <a:spcAft>
                <a:spcPts val="0"/>
              </a:spcAft>
              <a:buSzPts val="2100"/>
              <a:buChar char="»"/>
              <a:defRPr/>
            </a:lvl5pPr>
            <a:lvl6pPr marL="2743200" lvl="5" indent="-361950" rtl="0">
              <a:spcBef>
                <a:spcPts val="400"/>
              </a:spcBef>
              <a:spcAft>
                <a:spcPts val="0"/>
              </a:spcAft>
              <a:buSzPts val="2100"/>
              <a:buChar char="•"/>
              <a:defRPr/>
            </a:lvl6pPr>
            <a:lvl7pPr marL="3200400" lvl="6" indent="-361950" rtl="0">
              <a:spcBef>
                <a:spcPts val="400"/>
              </a:spcBef>
              <a:spcAft>
                <a:spcPts val="0"/>
              </a:spcAft>
              <a:buSzPts val="2100"/>
              <a:buChar char="•"/>
              <a:defRPr/>
            </a:lvl7pPr>
            <a:lvl8pPr marL="3657600" lvl="7" indent="-361950" rtl="0">
              <a:spcBef>
                <a:spcPts val="400"/>
              </a:spcBef>
              <a:spcAft>
                <a:spcPts val="0"/>
              </a:spcAft>
              <a:buSzPts val="2100"/>
              <a:buChar char="•"/>
              <a:defRPr/>
            </a:lvl8pPr>
            <a:lvl9pPr marL="4114800" lvl="8" indent="-361950" rtl="0">
              <a:spcBef>
                <a:spcPts val="400"/>
              </a:spcBef>
              <a:spcAft>
                <a:spcPts val="0"/>
              </a:spcAft>
              <a:buSzPts val="2100"/>
              <a:buChar char="•"/>
              <a:defRPr/>
            </a:lvl9pPr>
          </a:lstStyle>
          <a:p>
            <a:endParaRPr/>
          </a:p>
        </p:txBody>
      </p:sp>
      <p:sp>
        <p:nvSpPr>
          <p:cNvPr id="210" name="Google Shape;210;p10"/>
          <p:cNvSpPr txBox="1">
            <a:spLocks noGrp="1"/>
          </p:cNvSpPr>
          <p:nvPr>
            <p:ph type="subTitle" idx="7"/>
          </p:nvPr>
        </p:nvSpPr>
        <p:spPr>
          <a:xfrm>
            <a:off x="4230725" y="6744000"/>
            <a:ext cx="2611800" cy="549300"/>
          </a:xfrm>
          <a:prstGeom prst="rect">
            <a:avLst/>
          </a:prstGeom>
        </p:spPr>
        <p:txBody>
          <a:bodyPr spcFirstLastPara="1" wrap="square" lIns="0" tIns="0" rIns="0" bIns="0" anchor="t" anchorCtr="0">
            <a:noAutofit/>
          </a:bodyPr>
          <a:lstStyle>
            <a:lvl1pPr lvl="0" rtl="0">
              <a:spcBef>
                <a:spcPts val="640"/>
              </a:spcBef>
              <a:spcAft>
                <a:spcPts val="0"/>
              </a:spcAft>
              <a:buClr>
                <a:srgbClr val="8C52FF"/>
              </a:buClr>
              <a:buSzPts val="3200"/>
              <a:buNone/>
              <a:defRPr sz="3200" b="1">
                <a:solidFill>
                  <a:srgbClr val="8C52FF"/>
                </a:solidFill>
              </a:defRPr>
            </a:lvl1pPr>
            <a:lvl2pPr lvl="1" rtl="0">
              <a:spcBef>
                <a:spcPts val="560"/>
              </a:spcBef>
              <a:spcAft>
                <a:spcPts val="0"/>
              </a:spcAft>
              <a:buSzPts val="2100"/>
              <a:buNone/>
              <a:defRPr/>
            </a:lvl2pPr>
            <a:lvl3pPr lvl="2" rtl="0">
              <a:spcBef>
                <a:spcPts val="480"/>
              </a:spcBef>
              <a:spcAft>
                <a:spcPts val="0"/>
              </a:spcAft>
              <a:buSzPts val="2100"/>
              <a:buNone/>
              <a:defRPr/>
            </a:lvl3pPr>
            <a:lvl4pPr lvl="3" rtl="0">
              <a:spcBef>
                <a:spcPts val="400"/>
              </a:spcBef>
              <a:spcAft>
                <a:spcPts val="0"/>
              </a:spcAft>
              <a:buSzPts val="2100"/>
              <a:buNone/>
              <a:defRPr/>
            </a:lvl4pPr>
            <a:lvl5pPr lvl="4" rtl="0">
              <a:spcBef>
                <a:spcPts val="400"/>
              </a:spcBef>
              <a:spcAft>
                <a:spcPts val="0"/>
              </a:spcAft>
              <a:buSzPts val="2100"/>
              <a:buNone/>
              <a:defRPr/>
            </a:lvl5pPr>
            <a:lvl6pPr lvl="5" rtl="0">
              <a:spcBef>
                <a:spcPts val="400"/>
              </a:spcBef>
              <a:spcAft>
                <a:spcPts val="0"/>
              </a:spcAft>
              <a:buSzPts val="2100"/>
              <a:buNone/>
              <a:defRPr/>
            </a:lvl6pPr>
            <a:lvl7pPr lvl="6" rtl="0">
              <a:spcBef>
                <a:spcPts val="400"/>
              </a:spcBef>
              <a:spcAft>
                <a:spcPts val="0"/>
              </a:spcAft>
              <a:buSzPts val="2100"/>
              <a:buNone/>
              <a:defRPr/>
            </a:lvl7pPr>
            <a:lvl8pPr lvl="7" rtl="0">
              <a:spcBef>
                <a:spcPts val="400"/>
              </a:spcBef>
              <a:spcAft>
                <a:spcPts val="0"/>
              </a:spcAft>
              <a:buSzPts val="2100"/>
              <a:buNone/>
              <a:defRPr/>
            </a:lvl8pPr>
            <a:lvl9pPr lvl="8" rtl="0">
              <a:spcBef>
                <a:spcPts val="400"/>
              </a:spcBef>
              <a:spcAft>
                <a:spcPts val="0"/>
              </a:spcAft>
              <a:buSzPts val="2100"/>
              <a:buNone/>
              <a:defRPr/>
            </a:lvl9pPr>
          </a:lstStyle>
          <a:p>
            <a:endParaRPr/>
          </a:p>
        </p:txBody>
      </p:sp>
      <p:sp>
        <p:nvSpPr>
          <p:cNvPr id="211" name="Google Shape;211;p10"/>
          <p:cNvSpPr txBox="1">
            <a:spLocks noGrp="1"/>
          </p:cNvSpPr>
          <p:nvPr>
            <p:ph type="body" idx="8"/>
          </p:nvPr>
        </p:nvSpPr>
        <p:spPr>
          <a:xfrm>
            <a:off x="4230725" y="7454525"/>
            <a:ext cx="3148500" cy="1143000"/>
          </a:xfrm>
          <a:prstGeom prst="rect">
            <a:avLst/>
          </a:prstGeom>
        </p:spPr>
        <p:txBody>
          <a:bodyPr spcFirstLastPara="1" wrap="square" lIns="0" tIns="0" rIns="0" bIns="0" anchor="t" anchorCtr="0">
            <a:noAutofit/>
          </a:bodyPr>
          <a:lstStyle>
            <a:lvl1pPr marL="457200" lvl="0" indent="-361950" rtl="0">
              <a:spcBef>
                <a:spcPts val="640"/>
              </a:spcBef>
              <a:spcAft>
                <a:spcPts val="0"/>
              </a:spcAft>
              <a:buSzPts val="2100"/>
              <a:buChar char="•"/>
              <a:defRPr/>
            </a:lvl1pPr>
            <a:lvl2pPr marL="914400" lvl="1" indent="-361950" rtl="0">
              <a:spcBef>
                <a:spcPts val="560"/>
              </a:spcBef>
              <a:spcAft>
                <a:spcPts val="0"/>
              </a:spcAft>
              <a:buSzPts val="2100"/>
              <a:buChar char="–"/>
              <a:defRPr/>
            </a:lvl2pPr>
            <a:lvl3pPr marL="1371600" lvl="2" indent="-361950" rtl="0">
              <a:spcBef>
                <a:spcPts val="480"/>
              </a:spcBef>
              <a:spcAft>
                <a:spcPts val="0"/>
              </a:spcAft>
              <a:buSzPts val="2100"/>
              <a:buChar char="•"/>
              <a:defRPr/>
            </a:lvl3pPr>
            <a:lvl4pPr marL="1828800" lvl="3" indent="-361950" rtl="0">
              <a:spcBef>
                <a:spcPts val="400"/>
              </a:spcBef>
              <a:spcAft>
                <a:spcPts val="0"/>
              </a:spcAft>
              <a:buSzPts val="2100"/>
              <a:buChar char="–"/>
              <a:defRPr/>
            </a:lvl4pPr>
            <a:lvl5pPr marL="2286000" lvl="4" indent="-361950" rtl="0">
              <a:spcBef>
                <a:spcPts val="400"/>
              </a:spcBef>
              <a:spcAft>
                <a:spcPts val="0"/>
              </a:spcAft>
              <a:buSzPts val="2100"/>
              <a:buChar char="»"/>
              <a:defRPr/>
            </a:lvl5pPr>
            <a:lvl6pPr marL="2743200" lvl="5" indent="-361950" rtl="0">
              <a:spcBef>
                <a:spcPts val="400"/>
              </a:spcBef>
              <a:spcAft>
                <a:spcPts val="0"/>
              </a:spcAft>
              <a:buSzPts val="2100"/>
              <a:buChar char="•"/>
              <a:defRPr/>
            </a:lvl6pPr>
            <a:lvl7pPr marL="3200400" lvl="6" indent="-361950" rtl="0">
              <a:spcBef>
                <a:spcPts val="400"/>
              </a:spcBef>
              <a:spcAft>
                <a:spcPts val="0"/>
              </a:spcAft>
              <a:buSzPts val="2100"/>
              <a:buChar char="•"/>
              <a:defRPr/>
            </a:lvl7pPr>
            <a:lvl8pPr marL="3657600" lvl="7" indent="-361950" rtl="0">
              <a:spcBef>
                <a:spcPts val="400"/>
              </a:spcBef>
              <a:spcAft>
                <a:spcPts val="0"/>
              </a:spcAft>
              <a:buSzPts val="2100"/>
              <a:buChar char="•"/>
              <a:defRPr/>
            </a:lvl8pPr>
            <a:lvl9pPr marL="4114800" lvl="8" indent="-361950" rtl="0">
              <a:spcBef>
                <a:spcPts val="400"/>
              </a:spcBef>
              <a:spcAft>
                <a:spcPts val="0"/>
              </a:spcAft>
              <a:buSzPts val="2100"/>
              <a:buChar char="•"/>
              <a:defRPr/>
            </a:lvl9pPr>
          </a:lstStyle>
          <a:p>
            <a:endParaRPr/>
          </a:p>
        </p:txBody>
      </p:sp>
      <p:sp>
        <p:nvSpPr>
          <p:cNvPr id="212" name="Google Shape;212;p10"/>
          <p:cNvSpPr txBox="1">
            <a:spLocks noGrp="1"/>
          </p:cNvSpPr>
          <p:nvPr>
            <p:ph type="subTitle" idx="9"/>
          </p:nvPr>
        </p:nvSpPr>
        <p:spPr>
          <a:xfrm>
            <a:off x="11849475" y="3732225"/>
            <a:ext cx="2611800" cy="549300"/>
          </a:xfrm>
          <a:prstGeom prst="rect">
            <a:avLst/>
          </a:prstGeom>
        </p:spPr>
        <p:txBody>
          <a:bodyPr spcFirstLastPara="1" wrap="square" lIns="0" tIns="0" rIns="0" bIns="0" anchor="t" anchorCtr="0">
            <a:noAutofit/>
          </a:bodyPr>
          <a:lstStyle>
            <a:lvl1pPr lvl="0" rtl="0">
              <a:spcBef>
                <a:spcPts val="640"/>
              </a:spcBef>
              <a:spcAft>
                <a:spcPts val="0"/>
              </a:spcAft>
              <a:buClr>
                <a:srgbClr val="8C52FF"/>
              </a:buClr>
              <a:buSzPts val="3200"/>
              <a:buNone/>
              <a:defRPr sz="3200" b="1">
                <a:solidFill>
                  <a:srgbClr val="8C52FF"/>
                </a:solidFill>
              </a:defRPr>
            </a:lvl1pPr>
            <a:lvl2pPr lvl="1" rtl="0">
              <a:spcBef>
                <a:spcPts val="560"/>
              </a:spcBef>
              <a:spcAft>
                <a:spcPts val="0"/>
              </a:spcAft>
              <a:buSzPts val="2100"/>
              <a:buNone/>
              <a:defRPr/>
            </a:lvl2pPr>
            <a:lvl3pPr lvl="2" rtl="0">
              <a:spcBef>
                <a:spcPts val="480"/>
              </a:spcBef>
              <a:spcAft>
                <a:spcPts val="0"/>
              </a:spcAft>
              <a:buSzPts val="2100"/>
              <a:buNone/>
              <a:defRPr/>
            </a:lvl3pPr>
            <a:lvl4pPr lvl="3" rtl="0">
              <a:spcBef>
                <a:spcPts val="400"/>
              </a:spcBef>
              <a:spcAft>
                <a:spcPts val="0"/>
              </a:spcAft>
              <a:buSzPts val="2100"/>
              <a:buNone/>
              <a:defRPr/>
            </a:lvl4pPr>
            <a:lvl5pPr lvl="4" rtl="0">
              <a:spcBef>
                <a:spcPts val="400"/>
              </a:spcBef>
              <a:spcAft>
                <a:spcPts val="0"/>
              </a:spcAft>
              <a:buSzPts val="2100"/>
              <a:buNone/>
              <a:defRPr/>
            </a:lvl5pPr>
            <a:lvl6pPr lvl="5" rtl="0">
              <a:spcBef>
                <a:spcPts val="400"/>
              </a:spcBef>
              <a:spcAft>
                <a:spcPts val="0"/>
              </a:spcAft>
              <a:buSzPts val="2100"/>
              <a:buNone/>
              <a:defRPr/>
            </a:lvl6pPr>
            <a:lvl7pPr lvl="6" rtl="0">
              <a:spcBef>
                <a:spcPts val="400"/>
              </a:spcBef>
              <a:spcAft>
                <a:spcPts val="0"/>
              </a:spcAft>
              <a:buSzPts val="2100"/>
              <a:buNone/>
              <a:defRPr/>
            </a:lvl7pPr>
            <a:lvl8pPr lvl="7" rtl="0">
              <a:spcBef>
                <a:spcPts val="400"/>
              </a:spcBef>
              <a:spcAft>
                <a:spcPts val="0"/>
              </a:spcAft>
              <a:buSzPts val="2100"/>
              <a:buNone/>
              <a:defRPr/>
            </a:lvl8pPr>
            <a:lvl9pPr lvl="8" rtl="0">
              <a:spcBef>
                <a:spcPts val="400"/>
              </a:spcBef>
              <a:spcAft>
                <a:spcPts val="0"/>
              </a:spcAft>
              <a:buSzPts val="2100"/>
              <a:buNone/>
              <a:defRPr/>
            </a:lvl9pPr>
          </a:lstStyle>
          <a:p>
            <a:endParaRPr/>
          </a:p>
        </p:txBody>
      </p:sp>
      <p:sp>
        <p:nvSpPr>
          <p:cNvPr id="213" name="Google Shape;213;p10"/>
          <p:cNvSpPr txBox="1">
            <a:spLocks noGrp="1"/>
          </p:cNvSpPr>
          <p:nvPr>
            <p:ph type="body" idx="13"/>
          </p:nvPr>
        </p:nvSpPr>
        <p:spPr>
          <a:xfrm>
            <a:off x="11849475" y="4442750"/>
            <a:ext cx="3148500" cy="1143000"/>
          </a:xfrm>
          <a:prstGeom prst="rect">
            <a:avLst/>
          </a:prstGeom>
        </p:spPr>
        <p:txBody>
          <a:bodyPr spcFirstLastPara="1" wrap="square" lIns="0" tIns="0" rIns="0" bIns="0" anchor="t" anchorCtr="0">
            <a:noAutofit/>
          </a:bodyPr>
          <a:lstStyle>
            <a:lvl1pPr marL="457200" lvl="0" indent="-361950" rtl="0">
              <a:spcBef>
                <a:spcPts val="640"/>
              </a:spcBef>
              <a:spcAft>
                <a:spcPts val="0"/>
              </a:spcAft>
              <a:buSzPts val="2100"/>
              <a:buChar char="•"/>
              <a:defRPr/>
            </a:lvl1pPr>
            <a:lvl2pPr marL="914400" lvl="1" indent="-361950" rtl="0">
              <a:spcBef>
                <a:spcPts val="560"/>
              </a:spcBef>
              <a:spcAft>
                <a:spcPts val="0"/>
              </a:spcAft>
              <a:buSzPts val="2100"/>
              <a:buChar char="–"/>
              <a:defRPr/>
            </a:lvl2pPr>
            <a:lvl3pPr marL="1371600" lvl="2" indent="-361950" rtl="0">
              <a:spcBef>
                <a:spcPts val="480"/>
              </a:spcBef>
              <a:spcAft>
                <a:spcPts val="0"/>
              </a:spcAft>
              <a:buSzPts val="2100"/>
              <a:buChar char="•"/>
              <a:defRPr/>
            </a:lvl3pPr>
            <a:lvl4pPr marL="1828800" lvl="3" indent="-361950" rtl="0">
              <a:spcBef>
                <a:spcPts val="400"/>
              </a:spcBef>
              <a:spcAft>
                <a:spcPts val="0"/>
              </a:spcAft>
              <a:buSzPts val="2100"/>
              <a:buChar char="–"/>
              <a:defRPr/>
            </a:lvl4pPr>
            <a:lvl5pPr marL="2286000" lvl="4" indent="-361950" rtl="0">
              <a:spcBef>
                <a:spcPts val="400"/>
              </a:spcBef>
              <a:spcAft>
                <a:spcPts val="0"/>
              </a:spcAft>
              <a:buSzPts val="2100"/>
              <a:buChar char="»"/>
              <a:defRPr/>
            </a:lvl5pPr>
            <a:lvl6pPr marL="2743200" lvl="5" indent="-361950" rtl="0">
              <a:spcBef>
                <a:spcPts val="400"/>
              </a:spcBef>
              <a:spcAft>
                <a:spcPts val="0"/>
              </a:spcAft>
              <a:buSzPts val="2100"/>
              <a:buChar char="•"/>
              <a:defRPr/>
            </a:lvl6pPr>
            <a:lvl7pPr marL="3200400" lvl="6" indent="-361950" rtl="0">
              <a:spcBef>
                <a:spcPts val="400"/>
              </a:spcBef>
              <a:spcAft>
                <a:spcPts val="0"/>
              </a:spcAft>
              <a:buSzPts val="2100"/>
              <a:buChar char="•"/>
              <a:defRPr/>
            </a:lvl7pPr>
            <a:lvl8pPr marL="3657600" lvl="7" indent="-361950" rtl="0">
              <a:spcBef>
                <a:spcPts val="400"/>
              </a:spcBef>
              <a:spcAft>
                <a:spcPts val="0"/>
              </a:spcAft>
              <a:buSzPts val="2100"/>
              <a:buChar char="•"/>
              <a:defRPr/>
            </a:lvl8pPr>
            <a:lvl9pPr marL="4114800" lvl="8" indent="-361950" rtl="0">
              <a:spcBef>
                <a:spcPts val="400"/>
              </a:spcBef>
              <a:spcAft>
                <a:spcPts val="0"/>
              </a:spcAft>
              <a:buSzPts val="2100"/>
              <a:buChar char="•"/>
              <a:defRPr/>
            </a:lvl9pPr>
          </a:lstStyle>
          <a:p>
            <a:endParaRPr/>
          </a:p>
        </p:txBody>
      </p:sp>
      <p:sp>
        <p:nvSpPr>
          <p:cNvPr id="214" name="Google Shape;214;p10"/>
          <p:cNvSpPr txBox="1">
            <a:spLocks noGrp="1"/>
          </p:cNvSpPr>
          <p:nvPr>
            <p:ph type="subTitle" idx="14"/>
          </p:nvPr>
        </p:nvSpPr>
        <p:spPr>
          <a:xfrm>
            <a:off x="11849475" y="6895750"/>
            <a:ext cx="2611800" cy="549300"/>
          </a:xfrm>
          <a:prstGeom prst="rect">
            <a:avLst/>
          </a:prstGeom>
        </p:spPr>
        <p:txBody>
          <a:bodyPr spcFirstLastPara="1" wrap="square" lIns="0" tIns="0" rIns="0" bIns="0" anchor="t" anchorCtr="0">
            <a:noAutofit/>
          </a:bodyPr>
          <a:lstStyle>
            <a:lvl1pPr lvl="0" rtl="0">
              <a:spcBef>
                <a:spcPts val="640"/>
              </a:spcBef>
              <a:spcAft>
                <a:spcPts val="0"/>
              </a:spcAft>
              <a:buClr>
                <a:srgbClr val="8C52FF"/>
              </a:buClr>
              <a:buSzPts val="3200"/>
              <a:buNone/>
              <a:defRPr sz="3200" b="1">
                <a:solidFill>
                  <a:srgbClr val="8C52FF"/>
                </a:solidFill>
              </a:defRPr>
            </a:lvl1pPr>
            <a:lvl2pPr lvl="1" rtl="0">
              <a:spcBef>
                <a:spcPts val="560"/>
              </a:spcBef>
              <a:spcAft>
                <a:spcPts val="0"/>
              </a:spcAft>
              <a:buSzPts val="2100"/>
              <a:buNone/>
              <a:defRPr/>
            </a:lvl2pPr>
            <a:lvl3pPr lvl="2" rtl="0">
              <a:spcBef>
                <a:spcPts val="480"/>
              </a:spcBef>
              <a:spcAft>
                <a:spcPts val="0"/>
              </a:spcAft>
              <a:buSzPts val="2100"/>
              <a:buNone/>
              <a:defRPr/>
            </a:lvl3pPr>
            <a:lvl4pPr lvl="3" rtl="0">
              <a:spcBef>
                <a:spcPts val="400"/>
              </a:spcBef>
              <a:spcAft>
                <a:spcPts val="0"/>
              </a:spcAft>
              <a:buSzPts val="2100"/>
              <a:buNone/>
              <a:defRPr/>
            </a:lvl4pPr>
            <a:lvl5pPr lvl="4" rtl="0">
              <a:spcBef>
                <a:spcPts val="400"/>
              </a:spcBef>
              <a:spcAft>
                <a:spcPts val="0"/>
              </a:spcAft>
              <a:buSzPts val="2100"/>
              <a:buNone/>
              <a:defRPr/>
            </a:lvl5pPr>
            <a:lvl6pPr lvl="5" rtl="0">
              <a:spcBef>
                <a:spcPts val="400"/>
              </a:spcBef>
              <a:spcAft>
                <a:spcPts val="0"/>
              </a:spcAft>
              <a:buSzPts val="2100"/>
              <a:buNone/>
              <a:defRPr/>
            </a:lvl6pPr>
            <a:lvl7pPr lvl="6" rtl="0">
              <a:spcBef>
                <a:spcPts val="400"/>
              </a:spcBef>
              <a:spcAft>
                <a:spcPts val="0"/>
              </a:spcAft>
              <a:buSzPts val="2100"/>
              <a:buNone/>
              <a:defRPr/>
            </a:lvl7pPr>
            <a:lvl8pPr lvl="7" rtl="0">
              <a:spcBef>
                <a:spcPts val="400"/>
              </a:spcBef>
              <a:spcAft>
                <a:spcPts val="0"/>
              </a:spcAft>
              <a:buSzPts val="2100"/>
              <a:buNone/>
              <a:defRPr/>
            </a:lvl8pPr>
            <a:lvl9pPr lvl="8" rtl="0">
              <a:spcBef>
                <a:spcPts val="400"/>
              </a:spcBef>
              <a:spcAft>
                <a:spcPts val="0"/>
              </a:spcAft>
              <a:buSzPts val="2100"/>
              <a:buNone/>
              <a:defRPr/>
            </a:lvl9pPr>
          </a:lstStyle>
          <a:p>
            <a:endParaRPr/>
          </a:p>
        </p:txBody>
      </p:sp>
      <p:sp>
        <p:nvSpPr>
          <p:cNvPr id="215" name="Google Shape;215;p10"/>
          <p:cNvSpPr txBox="1">
            <a:spLocks noGrp="1"/>
          </p:cNvSpPr>
          <p:nvPr>
            <p:ph type="body" idx="15"/>
          </p:nvPr>
        </p:nvSpPr>
        <p:spPr>
          <a:xfrm>
            <a:off x="11849475" y="7606275"/>
            <a:ext cx="3148500" cy="1143000"/>
          </a:xfrm>
          <a:prstGeom prst="rect">
            <a:avLst/>
          </a:prstGeom>
        </p:spPr>
        <p:txBody>
          <a:bodyPr spcFirstLastPara="1" wrap="square" lIns="0" tIns="0" rIns="0" bIns="0" anchor="t" anchorCtr="0">
            <a:noAutofit/>
          </a:bodyPr>
          <a:lstStyle>
            <a:lvl1pPr marL="457200" lvl="0" indent="-361950" rtl="0">
              <a:spcBef>
                <a:spcPts val="640"/>
              </a:spcBef>
              <a:spcAft>
                <a:spcPts val="0"/>
              </a:spcAft>
              <a:buSzPts val="2100"/>
              <a:buChar char="•"/>
              <a:defRPr/>
            </a:lvl1pPr>
            <a:lvl2pPr marL="914400" lvl="1" indent="-361950" rtl="0">
              <a:spcBef>
                <a:spcPts val="560"/>
              </a:spcBef>
              <a:spcAft>
                <a:spcPts val="0"/>
              </a:spcAft>
              <a:buSzPts val="2100"/>
              <a:buChar char="–"/>
              <a:defRPr/>
            </a:lvl2pPr>
            <a:lvl3pPr marL="1371600" lvl="2" indent="-361950" rtl="0">
              <a:spcBef>
                <a:spcPts val="480"/>
              </a:spcBef>
              <a:spcAft>
                <a:spcPts val="0"/>
              </a:spcAft>
              <a:buSzPts val="2100"/>
              <a:buChar char="•"/>
              <a:defRPr/>
            </a:lvl3pPr>
            <a:lvl4pPr marL="1828800" lvl="3" indent="-361950" rtl="0">
              <a:spcBef>
                <a:spcPts val="400"/>
              </a:spcBef>
              <a:spcAft>
                <a:spcPts val="0"/>
              </a:spcAft>
              <a:buSzPts val="2100"/>
              <a:buChar char="–"/>
              <a:defRPr/>
            </a:lvl4pPr>
            <a:lvl5pPr marL="2286000" lvl="4" indent="-361950" rtl="0">
              <a:spcBef>
                <a:spcPts val="400"/>
              </a:spcBef>
              <a:spcAft>
                <a:spcPts val="0"/>
              </a:spcAft>
              <a:buSzPts val="2100"/>
              <a:buChar char="»"/>
              <a:defRPr/>
            </a:lvl5pPr>
            <a:lvl6pPr marL="2743200" lvl="5" indent="-361950" rtl="0">
              <a:spcBef>
                <a:spcPts val="400"/>
              </a:spcBef>
              <a:spcAft>
                <a:spcPts val="0"/>
              </a:spcAft>
              <a:buSzPts val="2100"/>
              <a:buChar char="•"/>
              <a:defRPr/>
            </a:lvl6pPr>
            <a:lvl7pPr marL="3200400" lvl="6" indent="-361950" rtl="0">
              <a:spcBef>
                <a:spcPts val="400"/>
              </a:spcBef>
              <a:spcAft>
                <a:spcPts val="0"/>
              </a:spcAft>
              <a:buSzPts val="2100"/>
              <a:buChar char="•"/>
              <a:defRPr/>
            </a:lvl7pPr>
            <a:lvl8pPr marL="3657600" lvl="7" indent="-361950" rtl="0">
              <a:spcBef>
                <a:spcPts val="400"/>
              </a:spcBef>
              <a:spcAft>
                <a:spcPts val="0"/>
              </a:spcAft>
              <a:buSzPts val="2100"/>
              <a:buChar char="•"/>
              <a:defRPr/>
            </a:lvl8pPr>
            <a:lvl9pPr marL="4114800" lvl="8" indent="-361950" rtl="0">
              <a:spcBef>
                <a:spcPts val="400"/>
              </a:spcBef>
              <a:spcAft>
                <a:spcPts val="0"/>
              </a:spcAft>
              <a:buSzPts val="21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ustom Layout 9">
  <p:cSld name="CUSTOM_8">
    <p:spTree>
      <p:nvGrpSpPr>
        <p:cNvPr id="1" name="Shape 216"/>
        <p:cNvGrpSpPr/>
        <p:nvPr/>
      </p:nvGrpSpPr>
      <p:grpSpPr>
        <a:xfrm>
          <a:off x="0" y="0"/>
          <a:ext cx="0" cy="0"/>
          <a:chOff x="0" y="0"/>
          <a:chExt cx="0" cy="0"/>
        </a:xfrm>
      </p:grpSpPr>
      <p:sp>
        <p:nvSpPr>
          <p:cNvPr id="217" name="Google Shape;217;p11"/>
          <p:cNvSpPr>
            <a:spLocks noGrp="1"/>
          </p:cNvSpPr>
          <p:nvPr>
            <p:ph type="pic" idx="2"/>
          </p:nvPr>
        </p:nvSpPr>
        <p:spPr>
          <a:xfrm>
            <a:off x="-30725" y="-30725"/>
            <a:ext cx="18288000" cy="10319400"/>
          </a:xfrm>
          <a:prstGeom prst="rect">
            <a:avLst/>
          </a:prstGeom>
          <a:noFill/>
          <a:ln>
            <a:noFill/>
          </a:ln>
        </p:spPr>
      </p:sp>
      <p:sp>
        <p:nvSpPr>
          <p:cNvPr id="218" name="Google Shape;218;p11"/>
          <p:cNvSpPr/>
          <p:nvPr/>
        </p:nvSpPr>
        <p:spPr>
          <a:xfrm>
            <a:off x="-1775" y="0"/>
            <a:ext cx="18291008" cy="10288692"/>
          </a:xfrm>
          <a:custGeom>
            <a:avLst/>
            <a:gdLst/>
            <a:ahLst/>
            <a:cxnLst/>
            <a:rect l="l" t="t" r="r" b="b"/>
            <a:pathLst>
              <a:path w="4816592" h="2709333" extrusionOk="0">
                <a:moveTo>
                  <a:pt x="0" y="0"/>
                </a:moveTo>
                <a:lnTo>
                  <a:pt x="4816592" y="0"/>
                </a:lnTo>
                <a:lnTo>
                  <a:pt x="4816592" y="2709333"/>
                </a:lnTo>
                <a:lnTo>
                  <a:pt x="0" y="2709333"/>
                </a:lnTo>
                <a:close/>
              </a:path>
            </a:pathLst>
          </a:custGeom>
          <a:gradFill>
            <a:gsLst>
              <a:gs pos="0">
                <a:srgbClr val="5C24CC">
                  <a:alpha val="60000"/>
                </a:srgbClr>
              </a:gs>
              <a:gs pos="50000">
                <a:srgbClr val="8C52FF">
                  <a:alpha val="60000"/>
                </a:srgbClr>
              </a:gs>
              <a:gs pos="100000">
                <a:srgbClr val="EDCDFF">
                  <a:alpha val="60000"/>
                </a:srgbClr>
              </a:gs>
            </a:gsLst>
            <a:lin ang="2700006" scaled="0"/>
          </a:gradFill>
          <a:ln>
            <a:noFill/>
          </a:ln>
        </p:spPr>
      </p:sp>
      <p:sp>
        <p:nvSpPr>
          <p:cNvPr id="219" name="Google Shape;219;p11"/>
          <p:cNvSpPr/>
          <p:nvPr/>
        </p:nvSpPr>
        <p:spPr>
          <a:xfrm>
            <a:off x="24225" y="-25"/>
            <a:ext cx="18288000" cy="10287000"/>
          </a:xfrm>
          <a:prstGeom prst="rect">
            <a:avLst/>
          </a:prstGeom>
          <a:solidFill>
            <a:srgbClr val="000000">
              <a:alpha val="0"/>
            </a:srgbClr>
          </a:solidFill>
          <a:ln w="2286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220" name="Google Shape;220;p11"/>
          <p:cNvSpPr txBox="1">
            <a:spLocks noGrp="1"/>
          </p:cNvSpPr>
          <p:nvPr>
            <p:ph type="title"/>
          </p:nvPr>
        </p:nvSpPr>
        <p:spPr>
          <a:xfrm>
            <a:off x="1071725" y="5082950"/>
            <a:ext cx="10327500" cy="3305100"/>
          </a:xfrm>
          <a:prstGeom prst="rect">
            <a:avLst/>
          </a:prstGeom>
        </p:spPr>
        <p:txBody>
          <a:bodyPr spcFirstLastPara="1" wrap="square" lIns="0" tIns="0" rIns="0" bIns="0" anchor="t" anchorCtr="0">
            <a:noAutofit/>
          </a:bodyPr>
          <a:lstStyle>
            <a:lvl1pPr lvl="0" algn="l">
              <a:spcBef>
                <a:spcPts val="0"/>
              </a:spcBef>
              <a:spcAft>
                <a:spcPts val="0"/>
              </a:spcAft>
              <a:buClr>
                <a:schemeClr val="lt1"/>
              </a:buClr>
              <a:buSzPts val="5600"/>
              <a:buNone/>
              <a:defRPr sz="5600">
                <a:solidFill>
                  <a:schemeClr val="lt1"/>
                </a:solidFill>
              </a:defRPr>
            </a:lvl1pPr>
            <a:lvl2pPr lvl="1">
              <a:spcBef>
                <a:spcPts val="0"/>
              </a:spcBef>
              <a:spcAft>
                <a:spcPts val="0"/>
              </a:spcAft>
              <a:buSzPts val="8000"/>
              <a:buNone/>
              <a:defRPr/>
            </a:lvl2pPr>
            <a:lvl3pPr lvl="2">
              <a:spcBef>
                <a:spcPts val="0"/>
              </a:spcBef>
              <a:spcAft>
                <a:spcPts val="0"/>
              </a:spcAft>
              <a:buSzPts val="8000"/>
              <a:buNone/>
              <a:defRPr/>
            </a:lvl3pPr>
            <a:lvl4pPr lvl="3">
              <a:spcBef>
                <a:spcPts val="0"/>
              </a:spcBef>
              <a:spcAft>
                <a:spcPts val="0"/>
              </a:spcAft>
              <a:buSzPts val="8000"/>
              <a:buNone/>
              <a:defRPr/>
            </a:lvl4pPr>
            <a:lvl5pPr lvl="4">
              <a:spcBef>
                <a:spcPts val="0"/>
              </a:spcBef>
              <a:spcAft>
                <a:spcPts val="0"/>
              </a:spcAft>
              <a:buSzPts val="8000"/>
              <a:buNone/>
              <a:defRPr/>
            </a:lvl5pPr>
            <a:lvl6pPr lvl="5">
              <a:spcBef>
                <a:spcPts val="0"/>
              </a:spcBef>
              <a:spcAft>
                <a:spcPts val="0"/>
              </a:spcAft>
              <a:buSzPts val="8000"/>
              <a:buNone/>
              <a:defRPr/>
            </a:lvl6pPr>
            <a:lvl7pPr lvl="6">
              <a:spcBef>
                <a:spcPts val="0"/>
              </a:spcBef>
              <a:spcAft>
                <a:spcPts val="0"/>
              </a:spcAft>
              <a:buSzPts val="8000"/>
              <a:buNone/>
              <a:defRPr/>
            </a:lvl7pPr>
            <a:lvl8pPr lvl="7">
              <a:spcBef>
                <a:spcPts val="0"/>
              </a:spcBef>
              <a:spcAft>
                <a:spcPts val="0"/>
              </a:spcAft>
              <a:buSzPts val="8000"/>
              <a:buNone/>
              <a:defRPr/>
            </a:lvl8pPr>
            <a:lvl9pPr lvl="8">
              <a:spcBef>
                <a:spcPts val="0"/>
              </a:spcBef>
              <a:spcAft>
                <a:spcPts val="0"/>
              </a:spcAft>
              <a:buSzPts val="8000"/>
              <a:buNone/>
              <a:defRPr/>
            </a:lvl9pPr>
          </a:lstStyle>
          <a:p>
            <a:endParaRPr/>
          </a:p>
        </p:txBody>
      </p:sp>
      <p:sp>
        <p:nvSpPr>
          <p:cNvPr id="221" name="Google Shape;221;p11"/>
          <p:cNvSpPr txBox="1">
            <a:spLocks noGrp="1"/>
          </p:cNvSpPr>
          <p:nvPr>
            <p:ph type="title" idx="3"/>
          </p:nvPr>
        </p:nvSpPr>
        <p:spPr>
          <a:xfrm>
            <a:off x="1071725" y="8983900"/>
            <a:ext cx="5996400" cy="663900"/>
          </a:xfrm>
          <a:prstGeom prst="rect">
            <a:avLst/>
          </a:prstGeom>
        </p:spPr>
        <p:txBody>
          <a:bodyPr spcFirstLastPara="1" wrap="square" lIns="0" tIns="0" rIns="0" bIns="0" anchor="t" anchorCtr="0">
            <a:noAutofit/>
          </a:bodyPr>
          <a:lstStyle>
            <a:lvl1pPr lvl="0" algn="l" rtl="0">
              <a:spcBef>
                <a:spcPts val="0"/>
              </a:spcBef>
              <a:spcAft>
                <a:spcPts val="0"/>
              </a:spcAft>
              <a:buClr>
                <a:schemeClr val="lt1"/>
              </a:buClr>
              <a:buSzPts val="4200"/>
              <a:buFont typeface="Dosis"/>
              <a:buNone/>
              <a:defRPr sz="4200">
                <a:solidFill>
                  <a:schemeClr val="lt1"/>
                </a:solidFill>
                <a:latin typeface="Dosis"/>
                <a:ea typeface="Dosis"/>
                <a:cs typeface="Dosis"/>
                <a:sym typeface="Dosis"/>
              </a:defRPr>
            </a:lvl1pPr>
            <a:lvl2pPr lvl="1" rtl="0">
              <a:spcBef>
                <a:spcPts val="0"/>
              </a:spcBef>
              <a:spcAft>
                <a:spcPts val="0"/>
              </a:spcAft>
              <a:buSzPts val="4200"/>
              <a:buNone/>
              <a:defRPr sz="4200"/>
            </a:lvl2pPr>
            <a:lvl3pPr lvl="2" rtl="0">
              <a:spcBef>
                <a:spcPts val="0"/>
              </a:spcBef>
              <a:spcAft>
                <a:spcPts val="0"/>
              </a:spcAft>
              <a:buSzPts val="4200"/>
              <a:buNone/>
              <a:defRPr sz="4200"/>
            </a:lvl3pPr>
            <a:lvl4pPr lvl="3" rtl="0">
              <a:spcBef>
                <a:spcPts val="0"/>
              </a:spcBef>
              <a:spcAft>
                <a:spcPts val="0"/>
              </a:spcAft>
              <a:buSzPts val="4200"/>
              <a:buNone/>
              <a:defRPr sz="4200"/>
            </a:lvl4pPr>
            <a:lvl5pPr lvl="4" rtl="0">
              <a:spcBef>
                <a:spcPts val="0"/>
              </a:spcBef>
              <a:spcAft>
                <a:spcPts val="0"/>
              </a:spcAft>
              <a:buSzPts val="4200"/>
              <a:buNone/>
              <a:defRPr sz="4200"/>
            </a:lvl5pPr>
            <a:lvl6pPr lvl="5" rtl="0">
              <a:spcBef>
                <a:spcPts val="0"/>
              </a:spcBef>
              <a:spcAft>
                <a:spcPts val="0"/>
              </a:spcAft>
              <a:buSzPts val="4200"/>
              <a:buNone/>
              <a:defRPr sz="4200"/>
            </a:lvl6pPr>
            <a:lvl7pPr lvl="6" rtl="0">
              <a:spcBef>
                <a:spcPts val="0"/>
              </a:spcBef>
              <a:spcAft>
                <a:spcPts val="0"/>
              </a:spcAft>
              <a:buSzPts val="4200"/>
              <a:buNone/>
              <a:defRPr sz="4200"/>
            </a:lvl7pPr>
            <a:lvl8pPr lvl="7" rtl="0">
              <a:spcBef>
                <a:spcPts val="0"/>
              </a:spcBef>
              <a:spcAft>
                <a:spcPts val="0"/>
              </a:spcAft>
              <a:buSzPts val="4200"/>
              <a:buNone/>
              <a:defRPr sz="4200"/>
            </a:lvl8pPr>
            <a:lvl9pPr lvl="8" rtl="0">
              <a:spcBef>
                <a:spcPts val="0"/>
              </a:spcBef>
              <a:spcAft>
                <a:spcPts val="0"/>
              </a:spcAft>
              <a:buSzPts val="4200"/>
              <a:buNone/>
              <a:defRPr sz="42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ustom Layout 10">
  <p:cSld name="CUSTOM_9">
    <p:spTree>
      <p:nvGrpSpPr>
        <p:cNvPr id="1" name="Shape 222"/>
        <p:cNvGrpSpPr/>
        <p:nvPr/>
      </p:nvGrpSpPr>
      <p:grpSpPr>
        <a:xfrm>
          <a:off x="0" y="0"/>
          <a:ext cx="0" cy="0"/>
          <a:chOff x="0" y="0"/>
          <a:chExt cx="0" cy="0"/>
        </a:xfrm>
      </p:grpSpPr>
      <p:sp>
        <p:nvSpPr>
          <p:cNvPr id="223" name="Google Shape;223;p12"/>
          <p:cNvSpPr>
            <a:spLocks noGrp="1"/>
          </p:cNvSpPr>
          <p:nvPr>
            <p:ph type="pic" idx="2"/>
          </p:nvPr>
        </p:nvSpPr>
        <p:spPr>
          <a:xfrm>
            <a:off x="5979825" y="0"/>
            <a:ext cx="6185400" cy="10287000"/>
          </a:xfrm>
          <a:prstGeom prst="rect">
            <a:avLst/>
          </a:prstGeom>
          <a:noFill/>
          <a:ln>
            <a:noFill/>
          </a:ln>
        </p:spPr>
      </p:sp>
      <p:sp>
        <p:nvSpPr>
          <p:cNvPr id="224" name="Google Shape;224;p12"/>
          <p:cNvSpPr txBox="1">
            <a:spLocks noGrp="1"/>
          </p:cNvSpPr>
          <p:nvPr>
            <p:ph type="title"/>
          </p:nvPr>
        </p:nvSpPr>
        <p:spPr>
          <a:xfrm>
            <a:off x="1028700" y="2764800"/>
            <a:ext cx="4329000" cy="2319000"/>
          </a:xfrm>
          <a:prstGeom prst="rect">
            <a:avLst/>
          </a:prstGeom>
        </p:spPr>
        <p:txBody>
          <a:bodyPr spcFirstLastPara="1" wrap="square" lIns="0" tIns="0" rIns="0" bIns="0" anchor="t" anchorCtr="0">
            <a:noAutofit/>
          </a:bodyPr>
          <a:lstStyle>
            <a:lvl1pPr lvl="0" algn="l">
              <a:spcBef>
                <a:spcPts val="0"/>
              </a:spcBef>
              <a:spcAft>
                <a:spcPts val="0"/>
              </a:spcAft>
              <a:buSzPts val="8000"/>
              <a:buNone/>
              <a:defRPr/>
            </a:lvl1pPr>
            <a:lvl2pPr lvl="1">
              <a:spcBef>
                <a:spcPts val="0"/>
              </a:spcBef>
              <a:spcAft>
                <a:spcPts val="0"/>
              </a:spcAft>
              <a:buSzPts val="8000"/>
              <a:buNone/>
              <a:defRPr/>
            </a:lvl2pPr>
            <a:lvl3pPr lvl="2">
              <a:spcBef>
                <a:spcPts val="0"/>
              </a:spcBef>
              <a:spcAft>
                <a:spcPts val="0"/>
              </a:spcAft>
              <a:buSzPts val="8000"/>
              <a:buNone/>
              <a:defRPr/>
            </a:lvl3pPr>
            <a:lvl4pPr lvl="3">
              <a:spcBef>
                <a:spcPts val="0"/>
              </a:spcBef>
              <a:spcAft>
                <a:spcPts val="0"/>
              </a:spcAft>
              <a:buSzPts val="8000"/>
              <a:buNone/>
              <a:defRPr/>
            </a:lvl4pPr>
            <a:lvl5pPr lvl="4">
              <a:spcBef>
                <a:spcPts val="0"/>
              </a:spcBef>
              <a:spcAft>
                <a:spcPts val="0"/>
              </a:spcAft>
              <a:buSzPts val="8000"/>
              <a:buNone/>
              <a:defRPr/>
            </a:lvl5pPr>
            <a:lvl6pPr lvl="5">
              <a:spcBef>
                <a:spcPts val="0"/>
              </a:spcBef>
              <a:spcAft>
                <a:spcPts val="0"/>
              </a:spcAft>
              <a:buSzPts val="8000"/>
              <a:buNone/>
              <a:defRPr/>
            </a:lvl6pPr>
            <a:lvl7pPr lvl="6">
              <a:spcBef>
                <a:spcPts val="0"/>
              </a:spcBef>
              <a:spcAft>
                <a:spcPts val="0"/>
              </a:spcAft>
              <a:buSzPts val="8000"/>
              <a:buNone/>
              <a:defRPr/>
            </a:lvl7pPr>
            <a:lvl8pPr lvl="7">
              <a:spcBef>
                <a:spcPts val="0"/>
              </a:spcBef>
              <a:spcAft>
                <a:spcPts val="0"/>
              </a:spcAft>
              <a:buSzPts val="8000"/>
              <a:buNone/>
              <a:defRPr/>
            </a:lvl8pPr>
            <a:lvl9pPr lvl="8">
              <a:spcBef>
                <a:spcPts val="0"/>
              </a:spcBef>
              <a:spcAft>
                <a:spcPts val="0"/>
              </a:spcAft>
              <a:buSzPts val="8000"/>
              <a:buNone/>
              <a:defRPr/>
            </a:lvl9pPr>
          </a:lstStyle>
          <a:p>
            <a:endParaRPr/>
          </a:p>
        </p:txBody>
      </p:sp>
      <p:grpSp>
        <p:nvGrpSpPr>
          <p:cNvPr id="225" name="Google Shape;225;p12"/>
          <p:cNvGrpSpPr/>
          <p:nvPr/>
        </p:nvGrpSpPr>
        <p:grpSpPr>
          <a:xfrm>
            <a:off x="11344142" y="3008113"/>
            <a:ext cx="1543440" cy="1688102"/>
            <a:chOff x="0" y="-38100"/>
            <a:chExt cx="406500" cy="444600"/>
          </a:xfrm>
        </p:grpSpPr>
        <p:sp>
          <p:nvSpPr>
            <p:cNvPr id="226" name="Google Shape;226;p12"/>
            <p:cNvSpPr/>
            <p:nvPr/>
          </p:nvSpPr>
          <p:spPr>
            <a:xfrm>
              <a:off x="0" y="0"/>
              <a:ext cx="406400" cy="406400"/>
            </a:xfrm>
            <a:custGeom>
              <a:avLst/>
              <a:gdLst/>
              <a:ahLst/>
              <a:cxnLst/>
              <a:rect l="l" t="t" r="r" b="b"/>
              <a:pathLst>
                <a:path w="406400" h="406400" extrusionOk="0">
                  <a:moveTo>
                    <a:pt x="75259" y="0"/>
                  </a:moveTo>
                  <a:lnTo>
                    <a:pt x="331141" y="0"/>
                  </a:lnTo>
                  <a:cubicBezTo>
                    <a:pt x="372705" y="0"/>
                    <a:pt x="406400" y="33695"/>
                    <a:pt x="406400" y="75259"/>
                  </a:cubicBezTo>
                  <a:lnTo>
                    <a:pt x="406400" y="331141"/>
                  </a:lnTo>
                  <a:cubicBezTo>
                    <a:pt x="406400" y="372705"/>
                    <a:pt x="372705" y="406400"/>
                    <a:pt x="331141" y="406400"/>
                  </a:cubicBezTo>
                  <a:lnTo>
                    <a:pt x="75259" y="406400"/>
                  </a:lnTo>
                  <a:cubicBezTo>
                    <a:pt x="33695" y="406400"/>
                    <a:pt x="0" y="372705"/>
                    <a:pt x="0" y="331141"/>
                  </a:cubicBezTo>
                  <a:lnTo>
                    <a:pt x="0" y="75259"/>
                  </a:lnTo>
                  <a:cubicBezTo>
                    <a:pt x="0" y="33695"/>
                    <a:pt x="33695" y="0"/>
                    <a:pt x="75259" y="0"/>
                  </a:cubicBezTo>
                  <a:close/>
                </a:path>
              </a:pathLst>
            </a:custGeom>
            <a:solidFill>
              <a:srgbClr val="8C5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2"/>
            <p:cNvSpPr txBox="1"/>
            <p:nvPr/>
          </p:nvSpPr>
          <p:spPr>
            <a:xfrm>
              <a:off x="0" y="-38100"/>
              <a:ext cx="406500" cy="4446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8" name="Google Shape;228;p12"/>
          <p:cNvGrpSpPr/>
          <p:nvPr/>
        </p:nvGrpSpPr>
        <p:grpSpPr>
          <a:xfrm>
            <a:off x="11344142" y="5014620"/>
            <a:ext cx="1543440" cy="1688102"/>
            <a:chOff x="0" y="-38100"/>
            <a:chExt cx="406500" cy="444600"/>
          </a:xfrm>
        </p:grpSpPr>
        <p:sp>
          <p:nvSpPr>
            <p:cNvPr id="229" name="Google Shape;229;p12"/>
            <p:cNvSpPr/>
            <p:nvPr/>
          </p:nvSpPr>
          <p:spPr>
            <a:xfrm>
              <a:off x="0" y="0"/>
              <a:ext cx="406400" cy="406400"/>
            </a:xfrm>
            <a:custGeom>
              <a:avLst/>
              <a:gdLst/>
              <a:ahLst/>
              <a:cxnLst/>
              <a:rect l="l" t="t" r="r" b="b"/>
              <a:pathLst>
                <a:path w="406400" h="406400" extrusionOk="0">
                  <a:moveTo>
                    <a:pt x="75259" y="0"/>
                  </a:moveTo>
                  <a:lnTo>
                    <a:pt x="331141" y="0"/>
                  </a:lnTo>
                  <a:cubicBezTo>
                    <a:pt x="372705" y="0"/>
                    <a:pt x="406400" y="33695"/>
                    <a:pt x="406400" y="75259"/>
                  </a:cubicBezTo>
                  <a:lnTo>
                    <a:pt x="406400" y="331141"/>
                  </a:lnTo>
                  <a:cubicBezTo>
                    <a:pt x="406400" y="372705"/>
                    <a:pt x="372705" y="406400"/>
                    <a:pt x="331141" y="406400"/>
                  </a:cubicBezTo>
                  <a:lnTo>
                    <a:pt x="75259" y="406400"/>
                  </a:lnTo>
                  <a:cubicBezTo>
                    <a:pt x="33695" y="406400"/>
                    <a:pt x="0" y="372705"/>
                    <a:pt x="0" y="331141"/>
                  </a:cubicBezTo>
                  <a:lnTo>
                    <a:pt x="0" y="75259"/>
                  </a:lnTo>
                  <a:cubicBezTo>
                    <a:pt x="0" y="33695"/>
                    <a:pt x="33695" y="0"/>
                    <a:pt x="75259" y="0"/>
                  </a:cubicBezTo>
                  <a:close/>
                </a:path>
              </a:pathLst>
            </a:custGeom>
            <a:solidFill>
              <a:srgbClr val="8C5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2"/>
            <p:cNvSpPr txBox="1"/>
            <p:nvPr/>
          </p:nvSpPr>
          <p:spPr>
            <a:xfrm>
              <a:off x="0" y="-38100"/>
              <a:ext cx="406500" cy="4446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31" name="Google Shape;231;p12"/>
          <p:cNvGrpSpPr/>
          <p:nvPr/>
        </p:nvGrpSpPr>
        <p:grpSpPr>
          <a:xfrm>
            <a:off x="11344142" y="7021127"/>
            <a:ext cx="1543440" cy="1688102"/>
            <a:chOff x="0" y="-38100"/>
            <a:chExt cx="406500" cy="444600"/>
          </a:xfrm>
        </p:grpSpPr>
        <p:sp>
          <p:nvSpPr>
            <p:cNvPr id="232" name="Google Shape;232;p12"/>
            <p:cNvSpPr/>
            <p:nvPr/>
          </p:nvSpPr>
          <p:spPr>
            <a:xfrm>
              <a:off x="0" y="0"/>
              <a:ext cx="406400" cy="406400"/>
            </a:xfrm>
            <a:custGeom>
              <a:avLst/>
              <a:gdLst/>
              <a:ahLst/>
              <a:cxnLst/>
              <a:rect l="l" t="t" r="r" b="b"/>
              <a:pathLst>
                <a:path w="406400" h="406400" extrusionOk="0">
                  <a:moveTo>
                    <a:pt x="75259" y="0"/>
                  </a:moveTo>
                  <a:lnTo>
                    <a:pt x="331141" y="0"/>
                  </a:lnTo>
                  <a:cubicBezTo>
                    <a:pt x="372705" y="0"/>
                    <a:pt x="406400" y="33695"/>
                    <a:pt x="406400" y="75259"/>
                  </a:cubicBezTo>
                  <a:lnTo>
                    <a:pt x="406400" y="331141"/>
                  </a:lnTo>
                  <a:cubicBezTo>
                    <a:pt x="406400" y="372705"/>
                    <a:pt x="372705" y="406400"/>
                    <a:pt x="331141" y="406400"/>
                  </a:cubicBezTo>
                  <a:lnTo>
                    <a:pt x="75259" y="406400"/>
                  </a:lnTo>
                  <a:cubicBezTo>
                    <a:pt x="33695" y="406400"/>
                    <a:pt x="0" y="372705"/>
                    <a:pt x="0" y="331141"/>
                  </a:cubicBezTo>
                  <a:lnTo>
                    <a:pt x="0" y="75259"/>
                  </a:lnTo>
                  <a:cubicBezTo>
                    <a:pt x="0" y="33695"/>
                    <a:pt x="33695" y="0"/>
                    <a:pt x="75259" y="0"/>
                  </a:cubicBezTo>
                  <a:close/>
                </a:path>
              </a:pathLst>
            </a:custGeom>
            <a:solidFill>
              <a:srgbClr val="8C5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2"/>
            <p:cNvSpPr txBox="1"/>
            <p:nvPr/>
          </p:nvSpPr>
          <p:spPr>
            <a:xfrm>
              <a:off x="0" y="-38100"/>
              <a:ext cx="406500" cy="4446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4" name="Google Shape;234;p12"/>
          <p:cNvSpPr/>
          <p:nvPr/>
        </p:nvSpPr>
        <p:spPr>
          <a:xfrm>
            <a:off x="11726257" y="7434554"/>
            <a:ext cx="778821" cy="1005520"/>
          </a:xfrm>
          <a:custGeom>
            <a:avLst/>
            <a:gdLst/>
            <a:ahLst/>
            <a:cxnLst/>
            <a:rect l="l" t="t" r="r" b="b"/>
            <a:pathLst>
              <a:path w="778821" h="1005520" extrusionOk="0">
                <a:moveTo>
                  <a:pt x="0" y="0"/>
                </a:moveTo>
                <a:lnTo>
                  <a:pt x="778821" y="0"/>
                </a:lnTo>
                <a:lnTo>
                  <a:pt x="778821" y="1005521"/>
                </a:lnTo>
                <a:lnTo>
                  <a:pt x="0" y="1005521"/>
                </a:lnTo>
                <a:lnTo>
                  <a:pt x="0" y="0"/>
                </a:lnTo>
                <a:close/>
              </a:path>
            </a:pathLst>
          </a:custGeom>
          <a:blipFill rotWithShape="1">
            <a:blip r:embed="rId2">
              <a:alphaModFix/>
            </a:blip>
            <a:stretch>
              <a:fillRect/>
            </a:stretch>
          </a:blipFill>
          <a:ln>
            <a:noFill/>
          </a:ln>
        </p:spPr>
      </p:sp>
      <p:sp>
        <p:nvSpPr>
          <p:cNvPr id="235" name="Google Shape;235;p12"/>
          <p:cNvSpPr/>
          <p:nvPr/>
        </p:nvSpPr>
        <p:spPr>
          <a:xfrm>
            <a:off x="11633536" y="5653801"/>
            <a:ext cx="964262" cy="554012"/>
          </a:xfrm>
          <a:custGeom>
            <a:avLst/>
            <a:gdLst/>
            <a:ahLst/>
            <a:cxnLst/>
            <a:rect l="l" t="t" r="r" b="b"/>
            <a:pathLst>
              <a:path w="964262" h="554012" extrusionOk="0">
                <a:moveTo>
                  <a:pt x="0" y="0"/>
                </a:moveTo>
                <a:lnTo>
                  <a:pt x="964262" y="0"/>
                </a:lnTo>
                <a:lnTo>
                  <a:pt x="964262" y="554012"/>
                </a:lnTo>
                <a:lnTo>
                  <a:pt x="0" y="554012"/>
                </a:lnTo>
                <a:lnTo>
                  <a:pt x="0" y="0"/>
                </a:lnTo>
                <a:close/>
              </a:path>
            </a:pathLst>
          </a:custGeom>
          <a:blipFill rotWithShape="1">
            <a:blip r:embed="rId3">
              <a:alphaModFix/>
            </a:blip>
            <a:stretch>
              <a:fillRect/>
            </a:stretch>
          </a:blipFill>
          <a:ln>
            <a:noFill/>
          </a:ln>
        </p:spPr>
      </p:sp>
      <p:sp>
        <p:nvSpPr>
          <p:cNvPr id="236" name="Google Shape;236;p12"/>
          <p:cNvSpPr/>
          <p:nvPr/>
        </p:nvSpPr>
        <p:spPr>
          <a:xfrm>
            <a:off x="11726257" y="3534889"/>
            <a:ext cx="778821" cy="778821"/>
          </a:xfrm>
          <a:custGeom>
            <a:avLst/>
            <a:gdLst/>
            <a:ahLst/>
            <a:cxnLst/>
            <a:rect l="l" t="t" r="r" b="b"/>
            <a:pathLst>
              <a:path w="778821" h="778821" extrusionOk="0">
                <a:moveTo>
                  <a:pt x="0" y="0"/>
                </a:moveTo>
                <a:lnTo>
                  <a:pt x="778821" y="0"/>
                </a:lnTo>
                <a:lnTo>
                  <a:pt x="778821" y="778822"/>
                </a:lnTo>
                <a:lnTo>
                  <a:pt x="0" y="778822"/>
                </a:lnTo>
                <a:lnTo>
                  <a:pt x="0" y="0"/>
                </a:lnTo>
                <a:close/>
              </a:path>
            </a:pathLst>
          </a:custGeom>
          <a:blipFill rotWithShape="1">
            <a:blip r:embed="rId4">
              <a:alphaModFix/>
            </a:blip>
            <a:stretch>
              <a:fillRect/>
            </a:stretch>
          </a:blipFill>
          <a:ln>
            <a:noFill/>
          </a:ln>
        </p:spPr>
      </p:sp>
      <p:sp>
        <p:nvSpPr>
          <p:cNvPr id="237" name="Google Shape;237;p12"/>
          <p:cNvSpPr txBox="1">
            <a:spLocks noGrp="1"/>
          </p:cNvSpPr>
          <p:nvPr>
            <p:ph type="body" idx="1"/>
          </p:nvPr>
        </p:nvSpPr>
        <p:spPr>
          <a:xfrm>
            <a:off x="1028800" y="5284125"/>
            <a:ext cx="3979500" cy="2319000"/>
          </a:xfrm>
          <a:prstGeom prst="rect">
            <a:avLst/>
          </a:prstGeom>
        </p:spPr>
        <p:txBody>
          <a:bodyPr spcFirstLastPara="1" wrap="square" lIns="0" tIns="0" rIns="0" bIns="0" anchor="t" anchorCtr="0">
            <a:noAutofit/>
          </a:bodyPr>
          <a:lstStyle>
            <a:lvl1pPr marL="457200" lvl="0" indent="-361950" rtl="0">
              <a:spcBef>
                <a:spcPts val="640"/>
              </a:spcBef>
              <a:spcAft>
                <a:spcPts val="0"/>
              </a:spcAft>
              <a:buSzPts val="2100"/>
              <a:buChar char="•"/>
              <a:defRPr/>
            </a:lvl1pPr>
            <a:lvl2pPr marL="914400" lvl="1" indent="-361950" rtl="0">
              <a:spcBef>
                <a:spcPts val="560"/>
              </a:spcBef>
              <a:spcAft>
                <a:spcPts val="0"/>
              </a:spcAft>
              <a:buSzPts val="2100"/>
              <a:buChar char="–"/>
              <a:defRPr/>
            </a:lvl2pPr>
            <a:lvl3pPr marL="1371600" lvl="2" indent="-361950" rtl="0">
              <a:spcBef>
                <a:spcPts val="480"/>
              </a:spcBef>
              <a:spcAft>
                <a:spcPts val="0"/>
              </a:spcAft>
              <a:buSzPts val="2100"/>
              <a:buChar char="•"/>
              <a:defRPr/>
            </a:lvl3pPr>
            <a:lvl4pPr marL="1828800" lvl="3" indent="-361950" rtl="0">
              <a:spcBef>
                <a:spcPts val="400"/>
              </a:spcBef>
              <a:spcAft>
                <a:spcPts val="0"/>
              </a:spcAft>
              <a:buSzPts val="2100"/>
              <a:buChar char="–"/>
              <a:defRPr/>
            </a:lvl4pPr>
            <a:lvl5pPr marL="2286000" lvl="4" indent="-361950" rtl="0">
              <a:spcBef>
                <a:spcPts val="400"/>
              </a:spcBef>
              <a:spcAft>
                <a:spcPts val="0"/>
              </a:spcAft>
              <a:buSzPts val="2100"/>
              <a:buChar char="»"/>
              <a:defRPr/>
            </a:lvl5pPr>
            <a:lvl6pPr marL="2743200" lvl="5" indent="-361950" rtl="0">
              <a:spcBef>
                <a:spcPts val="400"/>
              </a:spcBef>
              <a:spcAft>
                <a:spcPts val="0"/>
              </a:spcAft>
              <a:buSzPts val="2100"/>
              <a:buChar char="•"/>
              <a:defRPr/>
            </a:lvl6pPr>
            <a:lvl7pPr marL="3200400" lvl="6" indent="-361950" rtl="0">
              <a:spcBef>
                <a:spcPts val="400"/>
              </a:spcBef>
              <a:spcAft>
                <a:spcPts val="0"/>
              </a:spcAft>
              <a:buSzPts val="2100"/>
              <a:buChar char="•"/>
              <a:defRPr/>
            </a:lvl7pPr>
            <a:lvl8pPr marL="3657600" lvl="7" indent="-361950" rtl="0">
              <a:spcBef>
                <a:spcPts val="400"/>
              </a:spcBef>
              <a:spcAft>
                <a:spcPts val="0"/>
              </a:spcAft>
              <a:buSzPts val="2100"/>
              <a:buChar char="•"/>
              <a:defRPr/>
            </a:lvl8pPr>
            <a:lvl9pPr marL="4114800" lvl="8" indent="-361950" rtl="0">
              <a:spcBef>
                <a:spcPts val="400"/>
              </a:spcBef>
              <a:spcAft>
                <a:spcPts val="0"/>
              </a:spcAft>
              <a:buSzPts val="2100"/>
              <a:buChar char="•"/>
              <a:defRPr/>
            </a:lvl9pPr>
          </a:lstStyle>
          <a:p>
            <a:endParaRPr/>
          </a:p>
        </p:txBody>
      </p:sp>
      <p:sp>
        <p:nvSpPr>
          <p:cNvPr id="238" name="Google Shape;238;p12"/>
          <p:cNvSpPr txBox="1">
            <a:spLocks noGrp="1"/>
          </p:cNvSpPr>
          <p:nvPr>
            <p:ph type="subTitle" idx="3"/>
          </p:nvPr>
        </p:nvSpPr>
        <p:spPr>
          <a:xfrm>
            <a:off x="13294825" y="3649650"/>
            <a:ext cx="3979500" cy="549300"/>
          </a:xfrm>
          <a:prstGeom prst="rect">
            <a:avLst/>
          </a:prstGeom>
        </p:spPr>
        <p:txBody>
          <a:bodyPr spcFirstLastPara="1" wrap="square" lIns="0" tIns="0" rIns="0" bIns="0" anchor="t" anchorCtr="0">
            <a:noAutofit/>
          </a:bodyPr>
          <a:lstStyle>
            <a:lvl1pPr lvl="0" rtl="0">
              <a:spcBef>
                <a:spcPts val="640"/>
              </a:spcBef>
              <a:spcAft>
                <a:spcPts val="0"/>
              </a:spcAft>
              <a:buSzPts val="3200"/>
              <a:buNone/>
              <a:defRPr sz="3200" b="1"/>
            </a:lvl1pPr>
            <a:lvl2pPr lvl="1" rtl="0">
              <a:spcBef>
                <a:spcPts val="560"/>
              </a:spcBef>
              <a:spcAft>
                <a:spcPts val="0"/>
              </a:spcAft>
              <a:buSzPts val="2100"/>
              <a:buNone/>
              <a:defRPr/>
            </a:lvl2pPr>
            <a:lvl3pPr lvl="2" rtl="0">
              <a:spcBef>
                <a:spcPts val="480"/>
              </a:spcBef>
              <a:spcAft>
                <a:spcPts val="0"/>
              </a:spcAft>
              <a:buSzPts val="2100"/>
              <a:buNone/>
              <a:defRPr/>
            </a:lvl3pPr>
            <a:lvl4pPr lvl="3" rtl="0">
              <a:spcBef>
                <a:spcPts val="400"/>
              </a:spcBef>
              <a:spcAft>
                <a:spcPts val="0"/>
              </a:spcAft>
              <a:buSzPts val="2100"/>
              <a:buNone/>
              <a:defRPr/>
            </a:lvl4pPr>
            <a:lvl5pPr lvl="4" rtl="0">
              <a:spcBef>
                <a:spcPts val="400"/>
              </a:spcBef>
              <a:spcAft>
                <a:spcPts val="0"/>
              </a:spcAft>
              <a:buSzPts val="2100"/>
              <a:buNone/>
              <a:defRPr/>
            </a:lvl5pPr>
            <a:lvl6pPr lvl="5" rtl="0">
              <a:spcBef>
                <a:spcPts val="400"/>
              </a:spcBef>
              <a:spcAft>
                <a:spcPts val="0"/>
              </a:spcAft>
              <a:buSzPts val="2100"/>
              <a:buNone/>
              <a:defRPr/>
            </a:lvl6pPr>
            <a:lvl7pPr lvl="6" rtl="0">
              <a:spcBef>
                <a:spcPts val="400"/>
              </a:spcBef>
              <a:spcAft>
                <a:spcPts val="0"/>
              </a:spcAft>
              <a:buSzPts val="2100"/>
              <a:buNone/>
              <a:defRPr/>
            </a:lvl7pPr>
            <a:lvl8pPr lvl="7" rtl="0">
              <a:spcBef>
                <a:spcPts val="400"/>
              </a:spcBef>
              <a:spcAft>
                <a:spcPts val="0"/>
              </a:spcAft>
              <a:buSzPts val="2100"/>
              <a:buNone/>
              <a:defRPr/>
            </a:lvl8pPr>
            <a:lvl9pPr lvl="8" rtl="0">
              <a:spcBef>
                <a:spcPts val="400"/>
              </a:spcBef>
              <a:spcAft>
                <a:spcPts val="0"/>
              </a:spcAft>
              <a:buSzPts val="2100"/>
              <a:buNone/>
              <a:defRPr/>
            </a:lvl9pPr>
          </a:lstStyle>
          <a:p>
            <a:endParaRPr/>
          </a:p>
        </p:txBody>
      </p:sp>
      <p:sp>
        <p:nvSpPr>
          <p:cNvPr id="239" name="Google Shape;239;p12"/>
          <p:cNvSpPr txBox="1">
            <a:spLocks noGrp="1"/>
          </p:cNvSpPr>
          <p:nvPr>
            <p:ph type="subTitle" idx="4"/>
          </p:nvPr>
        </p:nvSpPr>
        <p:spPr>
          <a:xfrm>
            <a:off x="13294825" y="5584025"/>
            <a:ext cx="3979500" cy="549300"/>
          </a:xfrm>
          <a:prstGeom prst="rect">
            <a:avLst/>
          </a:prstGeom>
        </p:spPr>
        <p:txBody>
          <a:bodyPr spcFirstLastPara="1" wrap="square" lIns="0" tIns="0" rIns="0" bIns="0" anchor="t" anchorCtr="0">
            <a:noAutofit/>
          </a:bodyPr>
          <a:lstStyle>
            <a:lvl1pPr lvl="0" rtl="0">
              <a:spcBef>
                <a:spcPts val="640"/>
              </a:spcBef>
              <a:spcAft>
                <a:spcPts val="0"/>
              </a:spcAft>
              <a:buSzPts val="3200"/>
              <a:buNone/>
              <a:defRPr sz="3200" b="1"/>
            </a:lvl1pPr>
            <a:lvl2pPr lvl="1" rtl="0">
              <a:spcBef>
                <a:spcPts val="560"/>
              </a:spcBef>
              <a:spcAft>
                <a:spcPts val="0"/>
              </a:spcAft>
              <a:buSzPts val="2100"/>
              <a:buNone/>
              <a:defRPr/>
            </a:lvl2pPr>
            <a:lvl3pPr lvl="2" rtl="0">
              <a:spcBef>
                <a:spcPts val="480"/>
              </a:spcBef>
              <a:spcAft>
                <a:spcPts val="0"/>
              </a:spcAft>
              <a:buSzPts val="2100"/>
              <a:buNone/>
              <a:defRPr/>
            </a:lvl3pPr>
            <a:lvl4pPr lvl="3" rtl="0">
              <a:spcBef>
                <a:spcPts val="400"/>
              </a:spcBef>
              <a:spcAft>
                <a:spcPts val="0"/>
              </a:spcAft>
              <a:buSzPts val="2100"/>
              <a:buNone/>
              <a:defRPr/>
            </a:lvl4pPr>
            <a:lvl5pPr lvl="4" rtl="0">
              <a:spcBef>
                <a:spcPts val="400"/>
              </a:spcBef>
              <a:spcAft>
                <a:spcPts val="0"/>
              </a:spcAft>
              <a:buSzPts val="2100"/>
              <a:buNone/>
              <a:defRPr/>
            </a:lvl5pPr>
            <a:lvl6pPr lvl="5" rtl="0">
              <a:spcBef>
                <a:spcPts val="400"/>
              </a:spcBef>
              <a:spcAft>
                <a:spcPts val="0"/>
              </a:spcAft>
              <a:buSzPts val="2100"/>
              <a:buNone/>
              <a:defRPr/>
            </a:lvl6pPr>
            <a:lvl7pPr lvl="6" rtl="0">
              <a:spcBef>
                <a:spcPts val="400"/>
              </a:spcBef>
              <a:spcAft>
                <a:spcPts val="0"/>
              </a:spcAft>
              <a:buSzPts val="2100"/>
              <a:buNone/>
              <a:defRPr/>
            </a:lvl7pPr>
            <a:lvl8pPr lvl="7" rtl="0">
              <a:spcBef>
                <a:spcPts val="400"/>
              </a:spcBef>
              <a:spcAft>
                <a:spcPts val="0"/>
              </a:spcAft>
              <a:buSzPts val="2100"/>
              <a:buNone/>
              <a:defRPr/>
            </a:lvl8pPr>
            <a:lvl9pPr lvl="8" rtl="0">
              <a:spcBef>
                <a:spcPts val="400"/>
              </a:spcBef>
              <a:spcAft>
                <a:spcPts val="0"/>
              </a:spcAft>
              <a:buSzPts val="2100"/>
              <a:buNone/>
              <a:defRPr/>
            </a:lvl9pPr>
          </a:lstStyle>
          <a:p>
            <a:endParaRPr/>
          </a:p>
        </p:txBody>
      </p:sp>
      <p:sp>
        <p:nvSpPr>
          <p:cNvPr id="240" name="Google Shape;240;p12"/>
          <p:cNvSpPr txBox="1">
            <a:spLocks noGrp="1"/>
          </p:cNvSpPr>
          <p:nvPr>
            <p:ph type="subTitle" idx="5"/>
          </p:nvPr>
        </p:nvSpPr>
        <p:spPr>
          <a:xfrm>
            <a:off x="13294825" y="7518400"/>
            <a:ext cx="3979500" cy="549300"/>
          </a:xfrm>
          <a:prstGeom prst="rect">
            <a:avLst/>
          </a:prstGeom>
        </p:spPr>
        <p:txBody>
          <a:bodyPr spcFirstLastPara="1" wrap="square" lIns="0" tIns="0" rIns="0" bIns="0" anchor="t" anchorCtr="0">
            <a:noAutofit/>
          </a:bodyPr>
          <a:lstStyle>
            <a:lvl1pPr lvl="0" rtl="0">
              <a:spcBef>
                <a:spcPts val="640"/>
              </a:spcBef>
              <a:spcAft>
                <a:spcPts val="0"/>
              </a:spcAft>
              <a:buSzPts val="3200"/>
              <a:buNone/>
              <a:defRPr sz="3200" b="1"/>
            </a:lvl1pPr>
            <a:lvl2pPr lvl="1" rtl="0">
              <a:spcBef>
                <a:spcPts val="560"/>
              </a:spcBef>
              <a:spcAft>
                <a:spcPts val="0"/>
              </a:spcAft>
              <a:buSzPts val="2100"/>
              <a:buNone/>
              <a:defRPr/>
            </a:lvl2pPr>
            <a:lvl3pPr lvl="2" rtl="0">
              <a:spcBef>
                <a:spcPts val="480"/>
              </a:spcBef>
              <a:spcAft>
                <a:spcPts val="0"/>
              </a:spcAft>
              <a:buSzPts val="2100"/>
              <a:buNone/>
              <a:defRPr/>
            </a:lvl3pPr>
            <a:lvl4pPr lvl="3" rtl="0">
              <a:spcBef>
                <a:spcPts val="400"/>
              </a:spcBef>
              <a:spcAft>
                <a:spcPts val="0"/>
              </a:spcAft>
              <a:buSzPts val="2100"/>
              <a:buNone/>
              <a:defRPr/>
            </a:lvl4pPr>
            <a:lvl5pPr lvl="4" rtl="0">
              <a:spcBef>
                <a:spcPts val="400"/>
              </a:spcBef>
              <a:spcAft>
                <a:spcPts val="0"/>
              </a:spcAft>
              <a:buSzPts val="2100"/>
              <a:buNone/>
              <a:defRPr/>
            </a:lvl5pPr>
            <a:lvl6pPr lvl="5" rtl="0">
              <a:spcBef>
                <a:spcPts val="400"/>
              </a:spcBef>
              <a:spcAft>
                <a:spcPts val="0"/>
              </a:spcAft>
              <a:buSzPts val="2100"/>
              <a:buNone/>
              <a:defRPr/>
            </a:lvl6pPr>
            <a:lvl7pPr lvl="6" rtl="0">
              <a:spcBef>
                <a:spcPts val="400"/>
              </a:spcBef>
              <a:spcAft>
                <a:spcPts val="0"/>
              </a:spcAft>
              <a:buSzPts val="2100"/>
              <a:buNone/>
              <a:defRPr/>
            </a:lvl7pPr>
            <a:lvl8pPr lvl="7" rtl="0">
              <a:spcBef>
                <a:spcPts val="400"/>
              </a:spcBef>
              <a:spcAft>
                <a:spcPts val="0"/>
              </a:spcAft>
              <a:buSzPts val="2100"/>
              <a:buNone/>
              <a:defRPr/>
            </a:lvl8pPr>
            <a:lvl9pPr lvl="8" rtl="0">
              <a:spcBef>
                <a:spcPts val="400"/>
              </a:spcBef>
              <a:spcAft>
                <a:spcPts val="0"/>
              </a:spcAft>
              <a:buSzPts val="21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BC4A8-7D55-4AFE-8679-6FBFAFA5FE04}"/>
              </a:ext>
            </a:extLst>
          </p:cNvPr>
          <p:cNvSpPr>
            <a:spLocks noGrp="1"/>
          </p:cNvSpPr>
          <p:nvPr>
            <p:ph type="ctrTitle"/>
          </p:nvPr>
        </p:nvSpPr>
        <p:spPr>
          <a:xfrm>
            <a:off x="2286000" y="1683545"/>
            <a:ext cx="13716000" cy="3581400"/>
          </a:xfrm>
        </p:spPr>
        <p:txBody>
          <a:bodyPr anchor="b"/>
          <a:lstStyle>
            <a:lvl1pPr algn="ctr">
              <a:defRPr sz="9000"/>
            </a:lvl1pPr>
          </a:lstStyle>
          <a:p>
            <a:r>
              <a:rPr lang="en-US"/>
              <a:t>Click to edit Master title style</a:t>
            </a:r>
          </a:p>
        </p:txBody>
      </p:sp>
      <p:sp>
        <p:nvSpPr>
          <p:cNvPr id="3" name="Subtitle 2">
            <a:extLst>
              <a:ext uri="{FF2B5EF4-FFF2-40B4-BE49-F238E27FC236}">
                <a16:creationId xmlns:a16="http://schemas.microsoft.com/office/drawing/2014/main" id="{88C1929F-B7F3-44B1-A69B-5CF7DB6DC122}"/>
              </a:ext>
            </a:extLst>
          </p:cNvPr>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p>
        </p:txBody>
      </p:sp>
      <p:sp>
        <p:nvSpPr>
          <p:cNvPr id="4" name="Date Placeholder 3">
            <a:extLst>
              <a:ext uri="{FF2B5EF4-FFF2-40B4-BE49-F238E27FC236}">
                <a16:creationId xmlns:a16="http://schemas.microsoft.com/office/drawing/2014/main" id="{FC479F88-0F64-40AC-9A3F-76B16304A967}"/>
              </a:ext>
            </a:extLst>
          </p:cNvPr>
          <p:cNvSpPr>
            <a:spLocks noGrp="1"/>
          </p:cNvSpPr>
          <p:nvPr>
            <p:ph type="dt" sz="half" idx="10"/>
          </p:nvPr>
        </p:nvSpPr>
        <p:spPr/>
        <p:txBody>
          <a:bodyPr/>
          <a:lstStyle/>
          <a:p>
            <a:fld id="{9496E596-D3EF-464C-AF83-157E8576F2D7}" type="datetimeFigureOut">
              <a:rPr lang="en-US" smtClean="0"/>
              <a:t>12/29/2025</a:t>
            </a:fld>
            <a:endParaRPr lang="en-US"/>
          </a:p>
        </p:txBody>
      </p:sp>
      <p:sp>
        <p:nvSpPr>
          <p:cNvPr id="5" name="Footer Placeholder 4">
            <a:extLst>
              <a:ext uri="{FF2B5EF4-FFF2-40B4-BE49-F238E27FC236}">
                <a16:creationId xmlns:a16="http://schemas.microsoft.com/office/drawing/2014/main" id="{B5DC9FEC-36D8-4D3A-8ADA-9E240A7B29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7A89F9-5775-4E5B-813D-261C95C0A080}"/>
              </a:ext>
            </a:extLst>
          </p:cNvPr>
          <p:cNvSpPr>
            <a:spLocks noGrp="1"/>
          </p:cNvSpPr>
          <p:nvPr>
            <p:ph type="sldNum" sz="quarter" idx="12"/>
          </p:nvPr>
        </p:nvSpPr>
        <p:spPr/>
        <p:txBody>
          <a:bodyPr/>
          <a:lstStyle/>
          <a:p>
            <a:fld id="{84EDCBDD-3982-46BF-A52B-2A0C40A9DBCF}" type="slidenum">
              <a:rPr lang="en-US" smtClean="0"/>
              <a:t>‹#›</a:t>
            </a:fld>
            <a:endParaRPr lang="en-US"/>
          </a:p>
        </p:txBody>
      </p:sp>
    </p:spTree>
    <p:extLst>
      <p:ext uri="{BB962C8B-B14F-4D97-AF65-F5344CB8AC3E}">
        <p14:creationId xmlns:p14="http://schemas.microsoft.com/office/powerpoint/2010/main" val="35665650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1EDF7"/>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504825"/>
            <a:ext cx="13268700" cy="1143000"/>
          </a:xfrm>
          <a:prstGeom prst="rect">
            <a:avLst/>
          </a:prstGeom>
          <a:noFill/>
          <a:ln>
            <a:noFill/>
          </a:ln>
        </p:spPr>
        <p:txBody>
          <a:bodyPr spcFirstLastPara="1" wrap="square" lIns="0" tIns="0" rIns="0" bIns="0" anchor="ctr" anchorCtr="0">
            <a:noAutofit/>
          </a:bodyPr>
          <a:lstStyle>
            <a:lvl1pPr marR="0" lvl="0" algn="ctr" rtl="0">
              <a:spcBef>
                <a:spcPts val="0"/>
              </a:spcBef>
              <a:spcAft>
                <a:spcPts val="0"/>
              </a:spcAft>
              <a:buClr>
                <a:srgbClr val="8C52FF"/>
              </a:buClr>
              <a:buSzPts val="8000"/>
              <a:buFont typeface="Dosis ExtraBold"/>
              <a:buNone/>
              <a:defRPr sz="8000" i="0" u="none" strike="noStrike" cap="none">
                <a:solidFill>
                  <a:srgbClr val="8C52FF"/>
                </a:solidFill>
                <a:latin typeface="Dosis ExtraBold"/>
                <a:ea typeface="Dosis ExtraBold"/>
                <a:cs typeface="Dosis ExtraBold"/>
                <a:sym typeface="Dosis ExtraBold"/>
              </a:defRPr>
            </a:lvl1pPr>
            <a:lvl2pPr lvl="1">
              <a:spcBef>
                <a:spcPts val="0"/>
              </a:spcBef>
              <a:spcAft>
                <a:spcPts val="0"/>
              </a:spcAft>
              <a:buClr>
                <a:srgbClr val="8C52FF"/>
              </a:buClr>
              <a:buSzPts val="8000"/>
              <a:buFont typeface="Dosis ExtraBold"/>
              <a:buNone/>
              <a:defRPr sz="8000">
                <a:solidFill>
                  <a:srgbClr val="8C52FF"/>
                </a:solidFill>
                <a:latin typeface="Dosis ExtraBold"/>
                <a:ea typeface="Dosis ExtraBold"/>
                <a:cs typeface="Dosis ExtraBold"/>
                <a:sym typeface="Dosis ExtraBold"/>
              </a:defRPr>
            </a:lvl2pPr>
            <a:lvl3pPr lvl="2">
              <a:spcBef>
                <a:spcPts val="0"/>
              </a:spcBef>
              <a:spcAft>
                <a:spcPts val="0"/>
              </a:spcAft>
              <a:buClr>
                <a:srgbClr val="8C52FF"/>
              </a:buClr>
              <a:buSzPts val="8000"/>
              <a:buFont typeface="Dosis ExtraBold"/>
              <a:buNone/>
              <a:defRPr sz="8000">
                <a:solidFill>
                  <a:srgbClr val="8C52FF"/>
                </a:solidFill>
                <a:latin typeface="Dosis ExtraBold"/>
                <a:ea typeface="Dosis ExtraBold"/>
                <a:cs typeface="Dosis ExtraBold"/>
                <a:sym typeface="Dosis ExtraBold"/>
              </a:defRPr>
            </a:lvl3pPr>
            <a:lvl4pPr lvl="3">
              <a:spcBef>
                <a:spcPts val="0"/>
              </a:spcBef>
              <a:spcAft>
                <a:spcPts val="0"/>
              </a:spcAft>
              <a:buClr>
                <a:srgbClr val="8C52FF"/>
              </a:buClr>
              <a:buSzPts val="8000"/>
              <a:buFont typeface="Dosis ExtraBold"/>
              <a:buNone/>
              <a:defRPr sz="8000">
                <a:solidFill>
                  <a:srgbClr val="8C52FF"/>
                </a:solidFill>
                <a:latin typeface="Dosis ExtraBold"/>
                <a:ea typeface="Dosis ExtraBold"/>
                <a:cs typeface="Dosis ExtraBold"/>
                <a:sym typeface="Dosis ExtraBold"/>
              </a:defRPr>
            </a:lvl4pPr>
            <a:lvl5pPr lvl="4">
              <a:spcBef>
                <a:spcPts val="0"/>
              </a:spcBef>
              <a:spcAft>
                <a:spcPts val="0"/>
              </a:spcAft>
              <a:buClr>
                <a:srgbClr val="8C52FF"/>
              </a:buClr>
              <a:buSzPts val="8000"/>
              <a:buFont typeface="Dosis ExtraBold"/>
              <a:buNone/>
              <a:defRPr sz="8000">
                <a:solidFill>
                  <a:srgbClr val="8C52FF"/>
                </a:solidFill>
                <a:latin typeface="Dosis ExtraBold"/>
                <a:ea typeface="Dosis ExtraBold"/>
                <a:cs typeface="Dosis ExtraBold"/>
                <a:sym typeface="Dosis ExtraBold"/>
              </a:defRPr>
            </a:lvl5pPr>
            <a:lvl6pPr lvl="5">
              <a:spcBef>
                <a:spcPts val="0"/>
              </a:spcBef>
              <a:spcAft>
                <a:spcPts val="0"/>
              </a:spcAft>
              <a:buClr>
                <a:srgbClr val="8C52FF"/>
              </a:buClr>
              <a:buSzPts val="8000"/>
              <a:buFont typeface="Dosis ExtraBold"/>
              <a:buNone/>
              <a:defRPr sz="8000">
                <a:solidFill>
                  <a:srgbClr val="8C52FF"/>
                </a:solidFill>
                <a:latin typeface="Dosis ExtraBold"/>
                <a:ea typeface="Dosis ExtraBold"/>
                <a:cs typeface="Dosis ExtraBold"/>
                <a:sym typeface="Dosis ExtraBold"/>
              </a:defRPr>
            </a:lvl6pPr>
            <a:lvl7pPr lvl="6">
              <a:spcBef>
                <a:spcPts val="0"/>
              </a:spcBef>
              <a:spcAft>
                <a:spcPts val="0"/>
              </a:spcAft>
              <a:buClr>
                <a:srgbClr val="8C52FF"/>
              </a:buClr>
              <a:buSzPts val="8000"/>
              <a:buFont typeface="Dosis ExtraBold"/>
              <a:buNone/>
              <a:defRPr sz="8000">
                <a:solidFill>
                  <a:srgbClr val="8C52FF"/>
                </a:solidFill>
                <a:latin typeface="Dosis ExtraBold"/>
                <a:ea typeface="Dosis ExtraBold"/>
                <a:cs typeface="Dosis ExtraBold"/>
                <a:sym typeface="Dosis ExtraBold"/>
              </a:defRPr>
            </a:lvl7pPr>
            <a:lvl8pPr lvl="7">
              <a:spcBef>
                <a:spcPts val="0"/>
              </a:spcBef>
              <a:spcAft>
                <a:spcPts val="0"/>
              </a:spcAft>
              <a:buClr>
                <a:srgbClr val="8C52FF"/>
              </a:buClr>
              <a:buSzPts val="8000"/>
              <a:buFont typeface="Dosis ExtraBold"/>
              <a:buNone/>
              <a:defRPr sz="8000">
                <a:solidFill>
                  <a:srgbClr val="8C52FF"/>
                </a:solidFill>
                <a:latin typeface="Dosis ExtraBold"/>
                <a:ea typeface="Dosis ExtraBold"/>
                <a:cs typeface="Dosis ExtraBold"/>
                <a:sym typeface="Dosis ExtraBold"/>
              </a:defRPr>
            </a:lvl8pPr>
            <a:lvl9pPr lvl="8">
              <a:spcBef>
                <a:spcPts val="0"/>
              </a:spcBef>
              <a:spcAft>
                <a:spcPts val="0"/>
              </a:spcAft>
              <a:buClr>
                <a:srgbClr val="8C52FF"/>
              </a:buClr>
              <a:buSzPts val="8000"/>
              <a:buFont typeface="Dosis ExtraBold"/>
              <a:buNone/>
              <a:defRPr sz="8000">
                <a:solidFill>
                  <a:srgbClr val="8C52FF"/>
                </a:solidFill>
                <a:latin typeface="Dosis ExtraBold"/>
                <a:ea typeface="Dosis ExtraBold"/>
                <a:cs typeface="Dosis ExtraBold"/>
                <a:sym typeface="Dosis ExtraBold"/>
              </a:defRPr>
            </a:lvl9pPr>
          </a:lstStyle>
          <a:p>
            <a:endParaRPr/>
          </a:p>
        </p:txBody>
      </p:sp>
      <p:sp>
        <p:nvSpPr>
          <p:cNvPr id="7" name="Google Shape;7;p1"/>
          <p:cNvSpPr txBox="1">
            <a:spLocks noGrp="1"/>
          </p:cNvSpPr>
          <p:nvPr>
            <p:ph type="body" idx="1"/>
          </p:nvPr>
        </p:nvSpPr>
        <p:spPr>
          <a:xfrm>
            <a:off x="457200" y="1830375"/>
            <a:ext cx="8229600" cy="4526100"/>
          </a:xfrm>
          <a:prstGeom prst="rect">
            <a:avLst/>
          </a:prstGeom>
          <a:noFill/>
          <a:ln>
            <a:noFill/>
          </a:ln>
        </p:spPr>
        <p:txBody>
          <a:bodyPr spcFirstLastPara="1" wrap="square" lIns="0" tIns="0" rIns="0" bIns="0" anchor="t" anchorCtr="0">
            <a:noAutofit/>
          </a:bodyPr>
          <a:lstStyle>
            <a:lvl1pPr marL="457200" marR="0" lvl="0" indent="-361950" algn="l" rtl="0">
              <a:spcBef>
                <a:spcPts val="640"/>
              </a:spcBef>
              <a:spcAft>
                <a:spcPts val="0"/>
              </a:spcAft>
              <a:buClr>
                <a:srgbClr val="1E1C1A"/>
              </a:buClr>
              <a:buSzPts val="2100"/>
              <a:buFont typeface="Dosis"/>
              <a:buChar char="•"/>
              <a:defRPr sz="2100" i="0" u="none" strike="noStrike" cap="none">
                <a:solidFill>
                  <a:srgbClr val="1E1C1A"/>
                </a:solidFill>
                <a:latin typeface="Dosis"/>
                <a:ea typeface="Dosis"/>
                <a:cs typeface="Dosis"/>
                <a:sym typeface="Dosis"/>
              </a:defRPr>
            </a:lvl1pPr>
            <a:lvl2pPr marL="914400" marR="0" lvl="1" indent="-361950" algn="l" rtl="0">
              <a:spcBef>
                <a:spcPts val="560"/>
              </a:spcBef>
              <a:spcAft>
                <a:spcPts val="0"/>
              </a:spcAft>
              <a:buClr>
                <a:srgbClr val="1E1C1A"/>
              </a:buClr>
              <a:buSzPts val="2100"/>
              <a:buFont typeface="Dosis"/>
              <a:buChar char="–"/>
              <a:defRPr sz="2100" i="0" u="none" strike="noStrike" cap="none">
                <a:solidFill>
                  <a:srgbClr val="1E1C1A"/>
                </a:solidFill>
                <a:latin typeface="Dosis"/>
                <a:ea typeface="Dosis"/>
                <a:cs typeface="Dosis"/>
                <a:sym typeface="Dosis"/>
              </a:defRPr>
            </a:lvl2pPr>
            <a:lvl3pPr marL="1371600" marR="0" lvl="2" indent="-361950" algn="l" rtl="0">
              <a:spcBef>
                <a:spcPts val="480"/>
              </a:spcBef>
              <a:spcAft>
                <a:spcPts val="0"/>
              </a:spcAft>
              <a:buClr>
                <a:srgbClr val="1E1C1A"/>
              </a:buClr>
              <a:buSzPts val="2100"/>
              <a:buFont typeface="Dosis"/>
              <a:buChar char="•"/>
              <a:defRPr sz="2100" i="0" u="none" strike="noStrike" cap="none">
                <a:solidFill>
                  <a:srgbClr val="1E1C1A"/>
                </a:solidFill>
                <a:latin typeface="Dosis"/>
                <a:ea typeface="Dosis"/>
                <a:cs typeface="Dosis"/>
                <a:sym typeface="Dosis"/>
              </a:defRPr>
            </a:lvl3pPr>
            <a:lvl4pPr marL="1828800" marR="0" lvl="3" indent="-361950" algn="l" rtl="0">
              <a:spcBef>
                <a:spcPts val="400"/>
              </a:spcBef>
              <a:spcAft>
                <a:spcPts val="0"/>
              </a:spcAft>
              <a:buClr>
                <a:srgbClr val="1E1C1A"/>
              </a:buClr>
              <a:buSzPts val="2100"/>
              <a:buFont typeface="Dosis"/>
              <a:buChar char="–"/>
              <a:defRPr sz="2100" i="0" u="none" strike="noStrike" cap="none">
                <a:solidFill>
                  <a:srgbClr val="1E1C1A"/>
                </a:solidFill>
                <a:latin typeface="Dosis"/>
                <a:ea typeface="Dosis"/>
                <a:cs typeface="Dosis"/>
                <a:sym typeface="Dosis"/>
              </a:defRPr>
            </a:lvl4pPr>
            <a:lvl5pPr marL="2286000" marR="0" lvl="4" indent="-361950" algn="l" rtl="0">
              <a:spcBef>
                <a:spcPts val="400"/>
              </a:spcBef>
              <a:spcAft>
                <a:spcPts val="0"/>
              </a:spcAft>
              <a:buClr>
                <a:srgbClr val="1E1C1A"/>
              </a:buClr>
              <a:buSzPts val="2100"/>
              <a:buFont typeface="Dosis"/>
              <a:buChar char="»"/>
              <a:defRPr sz="2100" i="0" u="none" strike="noStrike" cap="none">
                <a:solidFill>
                  <a:srgbClr val="1E1C1A"/>
                </a:solidFill>
                <a:latin typeface="Dosis"/>
                <a:ea typeface="Dosis"/>
                <a:cs typeface="Dosis"/>
                <a:sym typeface="Dosis"/>
              </a:defRPr>
            </a:lvl5pPr>
            <a:lvl6pPr marL="2743200" marR="0" lvl="5" indent="-361950" algn="l" rtl="0">
              <a:spcBef>
                <a:spcPts val="400"/>
              </a:spcBef>
              <a:spcAft>
                <a:spcPts val="0"/>
              </a:spcAft>
              <a:buClr>
                <a:srgbClr val="1E1C1A"/>
              </a:buClr>
              <a:buSzPts val="2100"/>
              <a:buFont typeface="Dosis"/>
              <a:buChar char="•"/>
              <a:defRPr sz="2100" i="0" u="none" strike="noStrike" cap="none">
                <a:solidFill>
                  <a:srgbClr val="1E1C1A"/>
                </a:solidFill>
                <a:latin typeface="Dosis"/>
                <a:ea typeface="Dosis"/>
                <a:cs typeface="Dosis"/>
                <a:sym typeface="Dosis"/>
              </a:defRPr>
            </a:lvl6pPr>
            <a:lvl7pPr marL="3200400" marR="0" lvl="6" indent="-361950" algn="l" rtl="0">
              <a:spcBef>
                <a:spcPts val="400"/>
              </a:spcBef>
              <a:spcAft>
                <a:spcPts val="0"/>
              </a:spcAft>
              <a:buClr>
                <a:srgbClr val="1E1C1A"/>
              </a:buClr>
              <a:buSzPts val="2100"/>
              <a:buFont typeface="Dosis"/>
              <a:buChar char="•"/>
              <a:defRPr sz="2100" i="0" u="none" strike="noStrike" cap="none">
                <a:solidFill>
                  <a:srgbClr val="1E1C1A"/>
                </a:solidFill>
                <a:latin typeface="Dosis"/>
                <a:ea typeface="Dosis"/>
                <a:cs typeface="Dosis"/>
                <a:sym typeface="Dosis"/>
              </a:defRPr>
            </a:lvl7pPr>
            <a:lvl8pPr marL="3657600" marR="0" lvl="7" indent="-361950" algn="l" rtl="0">
              <a:spcBef>
                <a:spcPts val="400"/>
              </a:spcBef>
              <a:spcAft>
                <a:spcPts val="0"/>
              </a:spcAft>
              <a:buClr>
                <a:srgbClr val="1E1C1A"/>
              </a:buClr>
              <a:buSzPts val="2100"/>
              <a:buFont typeface="Dosis"/>
              <a:buChar char="•"/>
              <a:defRPr sz="2100" i="0" u="none" strike="noStrike" cap="none">
                <a:solidFill>
                  <a:srgbClr val="1E1C1A"/>
                </a:solidFill>
                <a:latin typeface="Dosis"/>
                <a:ea typeface="Dosis"/>
                <a:cs typeface="Dosis"/>
                <a:sym typeface="Dosis"/>
              </a:defRPr>
            </a:lvl8pPr>
            <a:lvl9pPr marL="4114800" marR="0" lvl="8" indent="-361950" algn="l" rtl="0">
              <a:spcBef>
                <a:spcPts val="400"/>
              </a:spcBef>
              <a:spcAft>
                <a:spcPts val="0"/>
              </a:spcAft>
              <a:buClr>
                <a:srgbClr val="1E1C1A"/>
              </a:buClr>
              <a:buSzPts val="2100"/>
              <a:buFont typeface="Dosis"/>
              <a:buChar char="•"/>
              <a:defRPr sz="2100" i="0" u="none" strike="noStrike" cap="none">
                <a:solidFill>
                  <a:srgbClr val="1E1C1A"/>
                </a:solidFill>
                <a:latin typeface="Dosis"/>
                <a:ea typeface="Dosis"/>
                <a:cs typeface="Dosis"/>
                <a:sym typeface="Dosis"/>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1" name="Google Shape;11;p1"/>
          <p:cNvSpPr txBox="1"/>
          <p:nvPr/>
        </p:nvSpPr>
        <p:spPr>
          <a:xfrm>
            <a:off x="1028700" y="9475979"/>
            <a:ext cx="2408100" cy="2154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400" b="1" i="0" u="none" strike="noStrike" cap="none">
                <a:solidFill>
                  <a:srgbClr val="8C52FF"/>
                </a:solidFill>
                <a:latin typeface="Dosis"/>
                <a:ea typeface="Dosis"/>
                <a:cs typeface="Dosis"/>
                <a:sym typeface="Dosis"/>
              </a:rPr>
              <a:t>MCKINSEY STRATEGIC PLANNING</a:t>
            </a:r>
            <a:endParaRPr/>
          </a:p>
        </p:txBody>
      </p:sp>
      <p:grpSp>
        <p:nvGrpSpPr>
          <p:cNvPr id="12" name="Google Shape;12;p1"/>
          <p:cNvGrpSpPr/>
          <p:nvPr/>
        </p:nvGrpSpPr>
        <p:grpSpPr>
          <a:xfrm>
            <a:off x="16620919" y="966799"/>
            <a:ext cx="638507" cy="889523"/>
            <a:chOff x="16620919" y="966799"/>
            <a:chExt cx="638507" cy="889523"/>
          </a:xfrm>
        </p:grpSpPr>
        <p:grpSp>
          <p:nvGrpSpPr>
            <p:cNvPr id="13" name="Google Shape;13;p1"/>
            <p:cNvGrpSpPr/>
            <p:nvPr/>
          </p:nvGrpSpPr>
          <p:grpSpPr>
            <a:xfrm>
              <a:off x="16620919" y="966799"/>
              <a:ext cx="638507" cy="889523"/>
              <a:chOff x="0" y="-38100"/>
              <a:chExt cx="393000" cy="547500"/>
            </a:xfrm>
          </p:grpSpPr>
          <p:sp>
            <p:nvSpPr>
              <p:cNvPr id="14" name="Google Shape;14;p1"/>
              <p:cNvSpPr/>
              <p:nvPr/>
            </p:nvSpPr>
            <p:spPr>
              <a:xfrm>
                <a:off x="0" y="0"/>
                <a:ext cx="392916" cy="509331"/>
              </a:xfrm>
              <a:custGeom>
                <a:avLst/>
                <a:gdLst/>
                <a:ahLst/>
                <a:cxnLst/>
                <a:rect l="l" t="t" r="r" b="b"/>
                <a:pathLst>
                  <a:path w="392916" h="509331" extrusionOk="0">
                    <a:moveTo>
                      <a:pt x="72765" y="0"/>
                    </a:moveTo>
                    <a:lnTo>
                      <a:pt x="320151" y="0"/>
                    </a:lnTo>
                    <a:cubicBezTo>
                      <a:pt x="339450" y="0"/>
                      <a:pt x="357958" y="7666"/>
                      <a:pt x="371604" y="21312"/>
                    </a:cubicBezTo>
                    <a:cubicBezTo>
                      <a:pt x="385250" y="34958"/>
                      <a:pt x="392916" y="53466"/>
                      <a:pt x="392916" y="72765"/>
                    </a:cubicBezTo>
                    <a:lnTo>
                      <a:pt x="392916" y="436566"/>
                    </a:lnTo>
                    <a:cubicBezTo>
                      <a:pt x="392916" y="476753"/>
                      <a:pt x="360338" y="509331"/>
                      <a:pt x="320151" y="509331"/>
                    </a:cubicBezTo>
                    <a:lnTo>
                      <a:pt x="72765" y="509331"/>
                    </a:lnTo>
                    <a:cubicBezTo>
                      <a:pt x="32578" y="509331"/>
                      <a:pt x="0" y="476753"/>
                      <a:pt x="0" y="436566"/>
                    </a:cubicBezTo>
                    <a:lnTo>
                      <a:pt x="0" y="72765"/>
                    </a:lnTo>
                    <a:cubicBezTo>
                      <a:pt x="0" y="32578"/>
                      <a:pt x="32578" y="0"/>
                      <a:pt x="72765" y="0"/>
                    </a:cubicBezTo>
                    <a:close/>
                  </a:path>
                </a:pathLst>
              </a:custGeom>
              <a:solidFill>
                <a:srgbClr val="000000">
                  <a:alpha val="0"/>
                </a:srgbClr>
              </a:solidFill>
              <a:ln w="38100" cap="sq" cmpd="sng">
                <a:solidFill>
                  <a:srgbClr val="8C52FF"/>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osis"/>
                  <a:ea typeface="Dosis"/>
                  <a:cs typeface="Dosis"/>
                  <a:sym typeface="Dosis"/>
                </a:endParaRPr>
              </a:p>
            </p:txBody>
          </p:sp>
          <p:sp>
            <p:nvSpPr>
              <p:cNvPr id="15" name="Google Shape;15;p1"/>
              <p:cNvSpPr txBox="1"/>
              <p:nvPr/>
            </p:nvSpPr>
            <p:spPr>
              <a:xfrm>
                <a:off x="0" y="-38100"/>
                <a:ext cx="393000" cy="547500"/>
              </a:xfrm>
              <a:prstGeom prst="rect">
                <a:avLst/>
              </a:prstGeom>
              <a:noFill/>
              <a:ln>
                <a:noFill/>
              </a:ln>
            </p:spPr>
            <p:txBody>
              <a:bodyPr spcFirstLastPara="1" wrap="square" lIns="39325" tIns="39325" rIns="39325" bIns="39325" anchor="ctr" anchorCtr="0">
                <a:noAutofit/>
              </a:bodyPr>
              <a:lstStyle/>
              <a:p>
                <a:pPr marL="0" marR="0" lvl="0" indent="0" algn="ctr" rtl="0">
                  <a:lnSpc>
                    <a:spcPct val="147722"/>
                  </a:lnSpc>
                  <a:spcBef>
                    <a:spcPts val="0"/>
                  </a:spcBef>
                  <a:spcAft>
                    <a:spcPts val="0"/>
                  </a:spcAft>
                  <a:buNone/>
                </a:pPr>
                <a:endParaRPr sz="1800" i="0" u="none" strike="noStrike" cap="none">
                  <a:solidFill>
                    <a:schemeClr val="dk1"/>
                  </a:solidFill>
                  <a:latin typeface="Dosis"/>
                  <a:ea typeface="Dosis"/>
                  <a:cs typeface="Dosis"/>
                  <a:sym typeface="Dosis"/>
                </a:endParaRPr>
              </a:p>
            </p:txBody>
          </p:sp>
        </p:grpSp>
        <p:sp>
          <p:nvSpPr>
            <p:cNvPr id="16" name="Google Shape;16;p1"/>
            <p:cNvSpPr txBox="1"/>
            <p:nvPr/>
          </p:nvSpPr>
          <p:spPr>
            <a:xfrm>
              <a:off x="16761086" y="1067850"/>
              <a:ext cx="358200" cy="738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2399" b="1" i="0" u="none" strike="noStrike" cap="none">
                  <a:solidFill>
                    <a:srgbClr val="8C52FF"/>
                  </a:solidFill>
                  <a:latin typeface="Dosis"/>
                  <a:ea typeface="Dosis"/>
                  <a:cs typeface="Dosis"/>
                  <a:sym typeface="Dosis"/>
                </a:rPr>
                <a:t>2024</a:t>
              </a:r>
              <a:endParaRPr>
                <a:latin typeface="Dosis"/>
                <a:ea typeface="Dosis"/>
                <a:cs typeface="Dosis"/>
                <a:sym typeface="Dosis"/>
              </a:endParaRPr>
            </a:p>
          </p:txBody>
        </p:sp>
      </p:gr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jpeg"/><Relationship Id="rId7" Type="http://schemas.openxmlformats.org/officeDocument/2006/relationships/image" Target="../media/image14.svg"/><Relationship Id="rId2" Type="http://schemas.openxmlformats.org/officeDocument/2006/relationships/image" Target="../media/image9.jpeg"/><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svg"/><Relationship Id="rId10" Type="http://schemas.openxmlformats.org/officeDocument/2006/relationships/image" Target="../media/image17.jpeg"/><Relationship Id="rId4" Type="http://schemas.openxmlformats.org/officeDocument/2006/relationships/image" Target="../media/image11.png"/><Relationship Id="rId9" Type="http://schemas.openxmlformats.org/officeDocument/2006/relationships/image" Target="../media/image16.svg"/></Relationships>
</file>

<file path=ppt/slides/_rels/slide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jpg"/><Relationship Id="rId4" Type="http://schemas.openxmlformats.org/officeDocument/2006/relationships/image" Target="../media/image21.jpg"/></Relationships>
</file>

<file path=ppt/slides/_rels/slide7.xml.rels><?xml version="1.0" encoding="UTF-8" standalone="yes"?>
<Relationships xmlns="http://schemas.openxmlformats.org/package/2006/relationships"><Relationship Id="rId8" Type="http://schemas.openxmlformats.org/officeDocument/2006/relationships/image" Target="../media/image28.jpg"/><Relationship Id="rId3" Type="http://schemas.openxmlformats.org/officeDocument/2006/relationships/image" Target="../media/image20.png"/><Relationship Id="rId7" Type="http://schemas.openxmlformats.org/officeDocument/2006/relationships/image" Target="../media/image27.jp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6.jpg"/><Relationship Id="rId5" Type="http://schemas.openxmlformats.org/officeDocument/2006/relationships/image" Target="../media/image25.jpg"/><Relationship Id="rId4" Type="http://schemas.openxmlformats.org/officeDocument/2006/relationships/image" Target="../media/image24.jpg"/><Relationship Id="rId9" Type="http://schemas.openxmlformats.org/officeDocument/2006/relationships/image" Target="../media/image29.png"/></Relationships>
</file>

<file path=ppt/slides/_rels/slide8.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0.png"/><Relationship Id="rId7" Type="http://schemas.openxmlformats.org/officeDocument/2006/relationships/image" Target="../media/image33.jp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32.jpg"/><Relationship Id="rId5" Type="http://schemas.openxmlformats.org/officeDocument/2006/relationships/image" Target="../media/image31.jpg"/><Relationship Id="rId4" Type="http://schemas.openxmlformats.org/officeDocument/2006/relationships/image" Target="../media/image30.jpg"/></Relationships>
</file>

<file path=ppt/slides/_rels/slide9.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20.png"/><Relationship Id="rId7" Type="http://schemas.openxmlformats.org/officeDocument/2006/relationships/image" Target="../media/image38.jp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7.jpg"/><Relationship Id="rId5" Type="http://schemas.openxmlformats.org/officeDocument/2006/relationships/image" Target="../media/image36.jpg"/><Relationship Id="rId4" Type="http://schemas.openxmlformats.org/officeDocument/2006/relationships/image" Target="../media/image35.jp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4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2.jpg"/><Relationship Id="rId5" Type="http://schemas.openxmlformats.org/officeDocument/2006/relationships/image" Target="../media/image41.jpg"/><Relationship Id="rId4" Type="http://schemas.openxmlformats.org/officeDocument/2006/relationships/image" Target="../media/image40.jp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45.jpg"/><Relationship Id="rId4" Type="http://schemas.openxmlformats.org/officeDocument/2006/relationships/image" Target="../media/image44.jp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9.png"/><Relationship Id="rId5" Type="http://schemas.openxmlformats.org/officeDocument/2006/relationships/image" Target="../media/image48.jpg"/><Relationship Id="rId4" Type="http://schemas.openxmlformats.org/officeDocument/2006/relationships/image" Target="../media/image47.jpg"/></Relationships>
</file>

<file path=ppt/slides/_rels/slide13.xml.rels><?xml version="1.0" encoding="UTF-8" standalone="yes"?>
<Relationships xmlns="http://schemas.openxmlformats.org/package/2006/relationships"><Relationship Id="rId8" Type="http://schemas.openxmlformats.org/officeDocument/2006/relationships/image" Target="../media/image54.jpg"/><Relationship Id="rId3" Type="http://schemas.openxmlformats.org/officeDocument/2006/relationships/image" Target="../media/image20.png"/><Relationship Id="rId7" Type="http://schemas.openxmlformats.org/officeDocument/2006/relationships/image" Target="../media/image53.jp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2.jpg"/><Relationship Id="rId5" Type="http://schemas.openxmlformats.org/officeDocument/2006/relationships/image" Target="../media/image51.jpg"/><Relationship Id="rId4" Type="http://schemas.openxmlformats.org/officeDocument/2006/relationships/image" Target="../media/image50.jpg"/><Relationship Id="rId9" Type="http://schemas.openxmlformats.org/officeDocument/2006/relationships/image" Target="../media/image55.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58.jpg"/><Relationship Id="rId5" Type="http://schemas.openxmlformats.org/officeDocument/2006/relationships/image" Target="../media/image57.jpg"/><Relationship Id="rId4" Type="http://schemas.openxmlformats.org/officeDocument/2006/relationships/image" Target="../media/image56.jp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61.png"/><Relationship Id="rId5" Type="http://schemas.openxmlformats.org/officeDocument/2006/relationships/image" Target="../media/image60.jpg"/><Relationship Id="rId4" Type="http://schemas.openxmlformats.org/officeDocument/2006/relationships/image" Target="../media/image59.jp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62.png"/></Relationships>
</file>

<file path=ppt/slides/_rels/slide1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microsoft.com/office/2007/relationships/hdphoto" Target="../media/hdphoto1.wdp"/></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hyperlink" Target="https://www.google.com/search?newwindow=1&amp;sca_esv=0efdabec1efa738b&amp;biw=1366&amp;bih=641&amp;sxsrf=AE3TifPcV-BRkJuEkrk_Ounw5klq3zEFsw:1766750704363&amp;q=satya+nadella&amp;si=AMgyJEtULK0SKwwDiAHLrI671RJyDx-wUN8blqkRvh761sUowFe5RnnzP6y6r13C5KtDijUt7KzZA7zPwJ_Dmw1o4yYamakTxE_KbUpHZuPzkIYGUnHCP9g%3D&amp;sa=X&amp;ved=2ahUKEwiWrI-hm9uRAxW0yzgGHfHsBlkQyNoBKAB6BAgdEAA&amp;ictx=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pic>
        <p:nvPicPr>
          <p:cNvPr id="245" name="Google Shape;245;p13"/>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246" name="Google Shape;246;p13"/>
          <p:cNvSpPr/>
          <p:nvPr/>
        </p:nvSpPr>
        <p:spPr>
          <a:xfrm>
            <a:off x="-50" y="0"/>
            <a:ext cx="18291008" cy="10288692"/>
          </a:xfrm>
          <a:custGeom>
            <a:avLst/>
            <a:gdLst/>
            <a:ahLst/>
            <a:cxnLst/>
            <a:rect l="l" t="t" r="r" b="b"/>
            <a:pathLst>
              <a:path w="4816592" h="2709333" extrusionOk="0">
                <a:moveTo>
                  <a:pt x="0" y="0"/>
                </a:moveTo>
                <a:lnTo>
                  <a:pt x="4816592" y="0"/>
                </a:lnTo>
                <a:lnTo>
                  <a:pt x="4816592" y="2709333"/>
                </a:lnTo>
                <a:lnTo>
                  <a:pt x="0" y="2709333"/>
                </a:lnTo>
                <a:close/>
              </a:path>
            </a:pathLst>
          </a:custGeom>
          <a:gradFill>
            <a:gsLst>
              <a:gs pos="0">
                <a:srgbClr val="5C24CC">
                  <a:alpha val="60000"/>
                </a:srgbClr>
              </a:gs>
              <a:gs pos="50000">
                <a:srgbClr val="8C52FF">
                  <a:alpha val="60000"/>
                </a:srgbClr>
              </a:gs>
              <a:gs pos="100000">
                <a:srgbClr val="EDCDFF">
                  <a:alpha val="60000"/>
                </a:srgbClr>
              </a:gs>
            </a:gsLst>
            <a:lin ang="2700000" scaled="0"/>
          </a:gradFill>
          <a:ln>
            <a:noFill/>
          </a:ln>
        </p:spPr>
        <p:txBody>
          <a:bodyPr/>
          <a:lstStyle/>
          <a:p>
            <a:endParaRPr lang="en-IN"/>
          </a:p>
        </p:txBody>
      </p:sp>
      <p:grpSp>
        <p:nvGrpSpPr>
          <p:cNvPr id="247" name="Google Shape;247;p13"/>
          <p:cNvGrpSpPr/>
          <p:nvPr/>
        </p:nvGrpSpPr>
        <p:grpSpPr>
          <a:xfrm>
            <a:off x="15394414" y="814884"/>
            <a:ext cx="1864886" cy="2503848"/>
            <a:chOff x="0" y="-38100"/>
            <a:chExt cx="491163" cy="659450"/>
          </a:xfrm>
        </p:grpSpPr>
        <p:sp>
          <p:nvSpPr>
            <p:cNvPr id="248" name="Google Shape;248;p13"/>
            <p:cNvSpPr/>
            <p:nvPr/>
          </p:nvSpPr>
          <p:spPr>
            <a:xfrm>
              <a:off x="0" y="0"/>
              <a:ext cx="491163" cy="621350"/>
            </a:xfrm>
            <a:custGeom>
              <a:avLst/>
              <a:gdLst/>
              <a:ahLst/>
              <a:cxnLst/>
              <a:rect l="l" t="t" r="r" b="b"/>
              <a:pathLst>
                <a:path w="491163" h="621350" extrusionOk="0">
                  <a:moveTo>
                    <a:pt x="83028" y="0"/>
                  </a:moveTo>
                  <a:lnTo>
                    <a:pt x="408135" y="0"/>
                  </a:lnTo>
                  <a:cubicBezTo>
                    <a:pt x="430155" y="0"/>
                    <a:pt x="451274" y="8748"/>
                    <a:pt x="466845" y="24318"/>
                  </a:cubicBezTo>
                  <a:cubicBezTo>
                    <a:pt x="482416" y="39889"/>
                    <a:pt x="491163" y="61008"/>
                    <a:pt x="491163" y="83028"/>
                  </a:cubicBezTo>
                  <a:lnTo>
                    <a:pt x="491163" y="538321"/>
                  </a:lnTo>
                  <a:cubicBezTo>
                    <a:pt x="491163" y="584177"/>
                    <a:pt x="453990" y="621350"/>
                    <a:pt x="408135" y="621350"/>
                  </a:cubicBezTo>
                  <a:lnTo>
                    <a:pt x="83028" y="621350"/>
                  </a:lnTo>
                  <a:cubicBezTo>
                    <a:pt x="61008" y="621350"/>
                    <a:pt x="39889" y="612602"/>
                    <a:pt x="24318" y="597031"/>
                  </a:cubicBezTo>
                  <a:cubicBezTo>
                    <a:pt x="8748" y="581460"/>
                    <a:pt x="0" y="560342"/>
                    <a:pt x="0" y="538321"/>
                  </a:cubicBezTo>
                  <a:lnTo>
                    <a:pt x="0" y="83028"/>
                  </a:lnTo>
                  <a:cubicBezTo>
                    <a:pt x="0" y="61008"/>
                    <a:pt x="8748" y="39889"/>
                    <a:pt x="24318" y="24318"/>
                  </a:cubicBezTo>
                  <a:cubicBezTo>
                    <a:pt x="39889" y="8748"/>
                    <a:pt x="61008" y="0"/>
                    <a:pt x="83028" y="0"/>
                  </a:cubicBezTo>
                  <a:close/>
                </a:path>
              </a:pathLst>
            </a:custGeom>
            <a:solidFill>
              <a:srgbClr val="000000">
                <a:alpha val="0"/>
              </a:srgbClr>
            </a:solidFill>
            <a:ln w="114300" cap="sq" cmpd="sng">
              <a:solidFill>
                <a:srgbClr val="FFFFFF"/>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3"/>
            <p:cNvSpPr txBox="1"/>
            <p:nvPr/>
          </p:nvSpPr>
          <p:spPr>
            <a:xfrm>
              <a:off x="0" y="-38100"/>
              <a:ext cx="491163" cy="65945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50" name="Google Shape;250;p13"/>
          <p:cNvSpPr txBox="1"/>
          <p:nvPr/>
        </p:nvSpPr>
        <p:spPr>
          <a:xfrm>
            <a:off x="593270" y="8958251"/>
            <a:ext cx="12905016" cy="886397"/>
          </a:xfrm>
          <a:prstGeom prst="rect">
            <a:avLst/>
          </a:prstGeom>
          <a:noFill/>
          <a:ln>
            <a:noFill/>
          </a:ln>
        </p:spPr>
        <p:txBody>
          <a:bodyPr spcFirstLastPara="1" wrap="square" lIns="0" tIns="0" rIns="0" bIns="0" anchor="t" anchorCtr="0">
            <a:spAutoFit/>
          </a:bodyPr>
          <a:lstStyle/>
          <a:p>
            <a:pPr lvl="0">
              <a:lnSpc>
                <a:spcPct val="119997"/>
              </a:lnSpc>
            </a:pPr>
            <a:r>
              <a:rPr lang="en-IN" sz="2400" i="1" dirty="0">
                <a:solidFill>
                  <a:schemeClr val="bg1"/>
                </a:solidFill>
              </a:rPr>
              <a:t>An analytical study on crisis identification, response planning, and strategic decision-making to minimize impact and drive organizational resilience.</a:t>
            </a:r>
            <a:r>
              <a:rPr lang="en-IN" sz="2000" i="1" dirty="0"/>
              <a:t> </a:t>
            </a:r>
            <a:endParaRPr sz="2000" i="1" dirty="0"/>
          </a:p>
        </p:txBody>
      </p:sp>
      <p:sp>
        <p:nvSpPr>
          <p:cNvPr id="251" name="Google Shape;251;p13"/>
          <p:cNvSpPr txBox="1"/>
          <p:nvPr/>
        </p:nvSpPr>
        <p:spPr>
          <a:xfrm>
            <a:off x="593270" y="1129261"/>
            <a:ext cx="16410214" cy="7386638"/>
          </a:xfrm>
          <a:prstGeom prst="rect">
            <a:avLst/>
          </a:prstGeom>
          <a:noFill/>
          <a:ln>
            <a:noFill/>
          </a:ln>
        </p:spPr>
        <p:txBody>
          <a:bodyPr spcFirstLastPara="1" wrap="square" lIns="0" tIns="0" rIns="0" bIns="0" anchor="t" anchorCtr="0">
            <a:spAutoFit/>
          </a:bodyPr>
          <a:lstStyle/>
          <a:p>
            <a:pPr marL="0" marR="0" lvl="0" indent="0" algn="ctr" rtl="0">
              <a:lnSpc>
                <a:spcPct val="120002"/>
              </a:lnSpc>
              <a:spcBef>
                <a:spcPts val="0"/>
              </a:spcBef>
              <a:spcAft>
                <a:spcPts val="0"/>
              </a:spcAft>
              <a:buNone/>
            </a:pPr>
            <a:r>
              <a:rPr lang="en-IN" sz="8000" dirty="0">
                <a:solidFill>
                  <a:schemeClr val="bg1"/>
                </a:solidFill>
                <a:latin typeface="Dosis ExtraBold"/>
                <a:ea typeface="Dosis ExtraBold"/>
                <a:cs typeface="Dosis ExtraBold"/>
                <a:sym typeface="Dosis ExtraBold"/>
              </a:rPr>
              <a:t>CRISIS MANAGEMENT</a:t>
            </a:r>
          </a:p>
          <a:p>
            <a:pPr marL="0" marR="0" lvl="0" indent="0" algn="ctr" rtl="0">
              <a:lnSpc>
                <a:spcPct val="120002"/>
              </a:lnSpc>
              <a:spcBef>
                <a:spcPts val="0"/>
              </a:spcBef>
              <a:spcAft>
                <a:spcPts val="0"/>
              </a:spcAft>
              <a:buNone/>
            </a:pPr>
            <a:r>
              <a:rPr lang="en-IN" sz="8000" dirty="0">
                <a:solidFill>
                  <a:schemeClr val="bg1"/>
                </a:solidFill>
                <a:latin typeface="Dosis ExtraBold"/>
                <a:ea typeface="Dosis ExtraBold"/>
                <a:cs typeface="Dosis ExtraBold"/>
                <a:sym typeface="Dosis ExtraBold"/>
              </a:rPr>
              <a:t> &amp; </a:t>
            </a:r>
          </a:p>
          <a:p>
            <a:pPr marL="0" marR="0" lvl="0" indent="0" algn="ctr" rtl="0">
              <a:lnSpc>
                <a:spcPct val="120002"/>
              </a:lnSpc>
              <a:spcBef>
                <a:spcPts val="0"/>
              </a:spcBef>
              <a:spcAft>
                <a:spcPts val="0"/>
              </a:spcAft>
              <a:buNone/>
            </a:pPr>
            <a:r>
              <a:rPr lang="en-IN" sz="8000" dirty="0">
                <a:solidFill>
                  <a:schemeClr val="bg1"/>
                </a:solidFill>
                <a:latin typeface="Dosis ExtraBold"/>
                <a:ea typeface="Dosis ExtraBold"/>
                <a:cs typeface="Dosis ExtraBold"/>
                <a:sym typeface="Dosis ExtraBold"/>
              </a:rPr>
              <a:t>BUSINESS STRATEGY</a:t>
            </a:r>
          </a:p>
          <a:p>
            <a:pPr marL="0" marR="0" lvl="0" indent="0" algn="ctr" rtl="0">
              <a:lnSpc>
                <a:spcPct val="120002"/>
              </a:lnSpc>
              <a:spcBef>
                <a:spcPts val="0"/>
              </a:spcBef>
              <a:spcAft>
                <a:spcPts val="0"/>
              </a:spcAft>
              <a:buNone/>
            </a:pPr>
            <a:r>
              <a:rPr lang="en-IN" sz="8000" dirty="0">
                <a:solidFill>
                  <a:schemeClr val="bg1"/>
                </a:solidFill>
                <a:latin typeface="Dosis ExtraBold"/>
                <a:ea typeface="Dosis ExtraBold"/>
                <a:cs typeface="Dosis ExtraBold"/>
                <a:sym typeface="Dosis ExtraBold"/>
              </a:rPr>
              <a:t>USING</a:t>
            </a:r>
          </a:p>
          <a:p>
            <a:pPr marL="0" marR="0" lvl="0" indent="0" algn="ctr" rtl="0">
              <a:lnSpc>
                <a:spcPct val="120002"/>
              </a:lnSpc>
              <a:spcBef>
                <a:spcPts val="0"/>
              </a:spcBef>
              <a:spcAft>
                <a:spcPts val="0"/>
              </a:spcAft>
              <a:buNone/>
            </a:pPr>
            <a:r>
              <a:rPr lang="en-IN" sz="8000" dirty="0">
                <a:solidFill>
                  <a:schemeClr val="bg1"/>
                </a:solidFill>
                <a:latin typeface="Dosis ExtraBold"/>
                <a:ea typeface="Dosis ExtraBold"/>
                <a:cs typeface="Dosis ExtraBold"/>
                <a:sym typeface="Dosis ExtraBold"/>
              </a:rPr>
              <a:t>SQL &amp; POWER-BI</a:t>
            </a:r>
            <a:endParaRPr sz="8000" dirty="0">
              <a:solidFill>
                <a:schemeClr val="bg1"/>
              </a:solidFill>
              <a:latin typeface="Dosis ExtraBold"/>
              <a:ea typeface="Dosis ExtraBold"/>
              <a:cs typeface="Dosis ExtraBold"/>
              <a:sym typeface="Dosis ExtraBold"/>
            </a:endParaRPr>
          </a:p>
        </p:txBody>
      </p:sp>
      <p:sp>
        <p:nvSpPr>
          <p:cNvPr id="252" name="Google Shape;252;p13"/>
          <p:cNvSpPr txBox="1"/>
          <p:nvPr/>
        </p:nvSpPr>
        <p:spPr>
          <a:xfrm>
            <a:off x="15622457" y="1105632"/>
            <a:ext cx="1408800" cy="22131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7189" b="1" i="0" u="none" strike="noStrike" cap="none" dirty="0">
                <a:solidFill>
                  <a:srgbClr val="FFFFFF"/>
                </a:solidFill>
                <a:latin typeface="Dosis"/>
                <a:ea typeface="Dosis"/>
                <a:cs typeface="Dosis"/>
                <a:sym typeface="Dosis"/>
              </a:rPr>
              <a:t>20</a:t>
            </a:r>
          </a:p>
          <a:p>
            <a:pPr marL="0" marR="0" lvl="0" indent="0" algn="ctr" rtl="0">
              <a:lnSpc>
                <a:spcPct val="100000"/>
              </a:lnSpc>
              <a:spcBef>
                <a:spcPts val="0"/>
              </a:spcBef>
              <a:spcAft>
                <a:spcPts val="0"/>
              </a:spcAft>
              <a:buNone/>
            </a:pPr>
            <a:r>
              <a:rPr lang="en-US" sz="7189" b="1" i="0" u="none" strike="noStrike" cap="none" dirty="0">
                <a:solidFill>
                  <a:srgbClr val="FFFFFF"/>
                </a:solidFill>
                <a:latin typeface="Dosis"/>
                <a:ea typeface="Dosis"/>
                <a:cs typeface="Dosis"/>
                <a:sym typeface="Dosis"/>
              </a:rPr>
              <a:t>2</a:t>
            </a:r>
            <a:r>
              <a:rPr lang="en-US" sz="7189" b="1" dirty="0">
                <a:solidFill>
                  <a:srgbClr val="FFFFFF"/>
                </a:solidFill>
                <a:latin typeface="Dosis"/>
                <a:ea typeface="Dosis"/>
                <a:cs typeface="Dosis"/>
                <a:sym typeface="Dosis"/>
              </a:rPr>
              <a:t>5</a:t>
            </a:r>
            <a:endParaRPr b="1" dirty="0">
              <a:latin typeface="Dosis"/>
              <a:ea typeface="Dosis"/>
              <a:cs typeface="Dosis"/>
              <a:sym typeface="Dosis"/>
            </a:endParaRPr>
          </a:p>
        </p:txBody>
      </p:sp>
    </p:spTree>
  </p:cSld>
  <p:clrMapOvr>
    <a:masterClrMapping/>
  </p:clrMapOvr>
  <mc:AlternateContent xmlns:mc="http://schemas.openxmlformats.org/markup-compatibility/2006" xmlns:p14="http://schemas.microsoft.com/office/powerpoint/2010/main">
    <mc:Choice Requires="p14">
      <p:transition spd="slow" p14:dur="4000" advTm="4401">
        <p14:vortex dir="r"/>
      </p:transition>
    </mc:Choice>
    <mc:Fallback xmlns="">
      <p:transition spd="slow" advTm="4401">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Freeform: Shape 103">
            <a:extLst>
              <a:ext uri="{FF2B5EF4-FFF2-40B4-BE49-F238E27FC236}">
                <a16:creationId xmlns:a16="http://schemas.microsoft.com/office/drawing/2014/main" id="{A91C8A01-62AF-9ADE-8818-4BD133F55EBF}"/>
              </a:ext>
            </a:extLst>
          </p:cNvPr>
          <p:cNvSpPr/>
          <p:nvPr/>
        </p:nvSpPr>
        <p:spPr>
          <a:xfrm>
            <a:off x="4139564" y="5105471"/>
            <a:ext cx="9494880" cy="53948"/>
          </a:xfrm>
          <a:custGeom>
            <a:avLst/>
            <a:gdLst>
              <a:gd name="connsiteX0" fmla="*/ 0 w 1676399"/>
              <a:gd name="connsiteY0" fmla="*/ 0 h 9525"/>
              <a:gd name="connsiteX1" fmla="*/ 1676400 w 1676399"/>
              <a:gd name="connsiteY1" fmla="*/ 0 h 9525"/>
            </a:gdLst>
            <a:ahLst/>
            <a:cxnLst>
              <a:cxn ang="0">
                <a:pos x="connsiteX0" y="connsiteY0"/>
              </a:cxn>
              <a:cxn ang="0">
                <a:pos x="connsiteX1" y="connsiteY1"/>
              </a:cxn>
            </a:cxnLst>
            <a:rect l="l" t="t" r="r" b="b"/>
            <a:pathLst>
              <a:path w="1676399" h="9525">
                <a:moveTo>
                  <a:pt x="0" y="0"/>
                </a:moveTo>
                <a:lnTo>
                  <a:pt x="1676400" y="0"/>
                </a:lnTo>
              </a:path>
            </a:pathLst>
          </a:custGeom>
          <a:ln w="9525" cap="flat">
            <a:gradFill>
              <a:gsLst>
                <a:gs pos="0">
                  <a:schemeClr val="accent2"/>
                </a:gs>
                <a:gs pos="42205">
                  <a:srgbClr val="91D070"/>
                </a:gs>
                <a:gs pos="73400">
                  <a:srgbClr val="CBC835"/>
                </a:gs>
                <a:gs pos="100000">
                  <a:schemeClr val="accent3"/>
                </a:gs>
              </a:gsLst>
              <a:lin ang="18900000" scaled="1"/>
            </a:gradFill>
            <a:prstDash val="solid"/>
            <a:miter/>
          </a:ln>
        </p:spPr>
        <p:txBody>
          <a:bodyPr rtlCol="0" anchor="ctr"/>
          <a:lstStyle/>
          <a:p>
            <a:endParaRPr lang="en-US" sz="2100"/>
          </a:p>
        </p:txBody>
      </p:sp>
      <p:sp>
        <p:nvSpPr>
          <p:cNvPr id="2" name="Rectangle: Rounded Corners 1">
            <a:extLst>
              <a:ext uri="{FF2B5EF4-FFF2-40B4-BE49-F238E27FC236}">
                <a16:creationId xmlns:a16="http://schemas.microsoft.com/office/drawing/2014/main" id="{E30988A4-D3AA-00D7-D47A-8BA4567D9C27}"/>
              </a:ext>
            </a:extLst>
          </p:cNvPr>
          <p:cNvSpPr/>
          <p:nvPr/>
        </p:nvSpPr>
        <p:spPr>
          <a:xfrm>
            <a:off x="1" y="-29651"/>
            <a:ext cx="18288000" cy="10270244"/>
          </a:xfrm>
          <a:prstGeom prst="roundRect">
            <a:avLst>
              <a:gd name="adj" fmla="val 344"/>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32" name="Group 231">
            <a:extLst>
              <a:ext uri="{FF2B5EF4-FFF2-40B4-BE49-F238E27FC236}">
                <a16:creationId xmlns:a16="http://schemas.microsoft.com/office/drawing/2014/main" id="{EF3166AD-7EB7-B81B-D50A-D7458845E3BD}"/>
              </a:ext>
            </a:extLst>
          </p:cNvPr>
          <p:cNvGrpSpPr/>
          <p:nvPr/>
        </p:nvGrpSpPr>
        <p:grpSpPr>
          <a:xfrm>
            <a:off x="6676463" y="8839238"/>
            <a:ext cx="8288962" cy="980441"/>
            <a:chOff x="4450975" y="7298522"/>
            <a:chExt cx="5525974" cy="653627"/>
          </a:xfrm>
        </p:grpSpPr>
        <p:sp>
          <p:nvSpPr>
            <p:cNvPr id="213" name="TextBox 212">
              <a:extLst>
                <a:ext uri="{FF2B5EF4-FFF2-40B4-BE49-F238E27FC236}">
                  <a16:creationId xmlns:a16="http://schemas.microsoft.com/office/drawing/2014/main" id="{81BD35E7-CCD5-E5C7-B852-BD7FDDDC6202}"/>
                </a:ext>
              </a:extLst>
            </p:cNvPr>
            <p:cNvSpPr txBox="1"/>
            <p:nvPr/>
          </p:nvSpPr>
          <p:spPr>
            <a:xfrm>
              <a:off x="5199940" y="7360296"/>
              <a:ext cx="4777009" cy="471924"/>
            </a:xfrm>
            <a:prstGeom prst="rect">
              <a:avLst/>
            </a:prstGeom>
            <a:noFill/>
          </p:spPr>
          <p:txBody>
            <a:bodyPr wrap="square">
              <a:spAutoFit/>
            </a:bodyPr>
            <a:lstStyle/>
            <a:p>
              <a:pPr defTabSz="1028700"/>
              <a:r>
                <a:rPr lang="en-IN" sz="2000" i="1" dirty="0">
                  <a:solidFill>
                    <a:schemeClr val="bg1"/>
                  </a:solidFill>
                  <a:latin typeface="Calibri" panose="020F0502020204030204" pitchFamily="34" charset="0"/>
                  <a:cs typeface="Calibri" panose="020F0502020204030204" pitchFamily="34" charset="0"/>
                </a:rPr>
                <a:t>Solved business case studies using structured, MECE-based frameworks and hypothesis-driven analysis.</a:t>
              </a:r>
              <a:endParaRPr lang="en-US" sz="1800" i="1" dirty="0">
                <a:solidFill>
                  <a:schemeClr val="bg1"/>
                </a:solidFill>
                <a:latin typeface="Calibri" panose="020F0502020204030204" pitchFamily="34" charset="0"/>
                <a:cs typeface="Calibri" panose="020F0502020204030204" pitchFamily="34" charset="0"/>
              </a:endParaRPr>
            </a:p>
          </p:txBody>
        </p:sp>
        <p:grpSp>
          <p:nvGrpSpPr>
            <p:cNvPr id="208" name="Group 207">
              <a:extLst>
                <a:ext uri="{FF2B5EF4-FFF2-40B4-BE49-F238E27FC236}">
                  <a16:creationId xmlns:a16="http://schemas.microsoft.com/office/drawing/2014/main" id="{6D6213AD-1F2C-4578-E047-1C756A5B90F4}"/>
                </a:ext>
              </a:extLst>
            </p:cNvPr>
            <p:cNvGrpSpPr/>
            <p:nvPr/>
          </p:nvGrpSpPr>
          <p:grpSpPr>
            <a:xfrm>
              <a:off x="4450975" y="7298522"/>
              <a:ext cx="653627" cy="653627"/>
              <a:chOff x="7923461" y="936252"/>
              <a:chExt cx="1394156" cy="1394156"/>
            </a:xfrm>
          </p:grpSpPr>
          <p:sp>
            <p:nvSpPr>
              <p:cNvPr id="210" name="Oval 209">
                <a:extLst>
                  <a:ext uri="{FF2B5EF4-FFF2-40B4-BE49-F238E27FC236}">
                    <a16:creationId xmlns:a16="http://schemas.microsoft.com/office/drawing/2014/main" id="{766C1177-352D-9D1F-1805-5D334D054437}"/>
                  </a:ext>
                </a:extLst>
              </p:cNvPr>
              <p:cNvSpPr/>
              <p:nvPr/>
            </p:nvSpPr>
            <p:spPr>
              <a:xfrm>
                <a:off x="8016896" y="1029687"/>
                <a:ext cx="1207287" cy="1207287"/>
              </a:xfrm>
              <a:prstGeom prst="ellipse">
                <a:avLst/>
              </a:prstGeom>
              <a:gradFill flip="none" rotWithShape="1">
                <a:gsLst>
                  <a:gs pos="0">
                    <a:schemeClr val="accent2"/>
                  </a:gs>
                  <a:gs pos="36662">
                    <a:srgbClr val="86D17A"/>
                  </a:gs>
                  <a:gs pos="69700">
                    <a:srgbClr val="C4C93C"/>
                  </a:gs>
                  <a:gs pos="100000">
                    <a:schemeClr val="accent3"/>
                  </a:gs>
                </a:gsLst>
                <a:lin ang="0" scaled="1"/>
                <a:tileRect/>
              </a:gradFill>
              <a:ln w="9525" cap="flat">
                <a:noFill/>
                <a:prstDash val="solid"/>
                <a:miter/>
              </a:ln>
            </p:spPr>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endParaRPr lang="en-US" sz="2100" dirty="0">
                  <a:solidFill>
                    <a:schemeClr val="tx1"/>
                  </a:solidFill>
                </a:endParaRPr>
              </a:p>
            </p:txBody>
          </p:sp>
          <p:sp>
            <p:nvSpPr>
              <p:cNvPr id="211" name="Circle: Hollow 210">
                <a:extLst>
                  <a:ext uri="{FF2B5EF4-FFF2-40B4-BE49-F238E27FC236}">
                    <a16:creationId xmlns:a16="http://schemas.microsoft.com/office/drawing/2014/main" id="{FD6A0982-8B83-E67E-54EB-8999CF28B79E}"/>
                  </a:ext>
                </a:extLst>
              </p:cNvPr>
              <p:cNvSpPr/>
              <p:nvPr/>
            </p:nvSpPr>
            <p:spPr>
              <a:xfrm>
                <a:off x="7923461" y="936252"/>
                <a:ext cx="1394156" cy="1394156"/>
              </a:xfrm>
              <a:prstGeom prst="donut">
                <a:avLst>
                  <a:gd name="adj" fmla="val 7609"/>
                </a:avLst>
              </a:prstGeom>
              <a:solidFill>
                <a:schemeClr val="bg1"/>
              </a:solidFill>
              <a:ln>
                <a:noFill/>
              </a:ln>
              <a:effectLst>
                <a:outerShdw blurRad="508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28700"/>
                <a:endParaRPr lang="en-US" sz="2025">
                  <a:solidFill>
                    <a:prstClr val="black"/>
                  </a:solidFill>
                  <a:latin typeface="Segoe UI" panose="020B0502040204020203" pitchFamily="34" charset="0"/>
                  <a:cs typeface="Segoe UI" panose="020B0502040204020203" pitchFamily="34" charset="0"/>
                </a:endParaRPr>
              </a:p>
            </p:txBody>
          </p:sp>
        </p:grpSp>
      </p:grpSp>
      <p:grpSp>
        <p:nvGrpSpPr>
          <p:cNvPr id="230" name="Group 229">
            <a:extLst>
              <a:ext uri="{FF2B5EF4-FFF2-40B4-BE49-F238E27FC236}">
                <a16:creationId xmlns:a16="http://schemas.microsoft.com/office/drawing/2014/main" id="{9CF8DCE8-2856-CC8B-06D1-05CF07582F6C}"/>
              </a:ext>
            </a:extLst>
          </p:cNvPr>
          <p:cNvGrpSpPr/>
          <p:nvPr/>
        </p:nvGrpSpPr>
        <p:grpSpPr>
          <a:xfrm>
            <a:off x="6676463" y="5507227"/>
            <a:ext cx="8246012" cy="980441"/>
            <a:chOff x="4450975" y="4107818"/>
            <a:chExt cx="5497341" cy="653627"/>
          </a:xfrm>
        </p:grpSpPr>
        <p:sp>
          <p:nvSpPr>
            <p:cNvPr id="229" name="TextBox 228">
              <a:extLst>
                <a:ext uri="{FF2B5EF4-FFF2-40B4-BE49-F238E27FC236}">
                  <a16:creationId xmlns:a16="http://schemas.microsoft.com/office/drawing/2014/main" id="{FC88EB7A-5F0C-825C-E09D-09ACF21AF7B7}"/>
                </a:ext>
              </a:extLst>
            </p:cNvPr>
            <p:cNvSpPr txBox="1"/>
            <p:nvPr/>
          </p:nvSpPr>
          <p:spPr>
            <a:xfrm>
              <a:off x="5171307" y="4181067"/>
              <a:ext cx="4777009" cy="471924"/>
            </a:xfrm>
            <a:prstGeom prst="rect">
              <a:avLst/>
            </a:prstGeom>
            <a:noFill/>
          </p:spPr>
          <p:txBody>
            <a:bodyPr wrap="square">
              <a:spAutoFit/>
            </a:bodyPr>
            <a:lstStyle/>
            <a:p>
              <a:pPr defTabSz="1028700"/>
              <a:r>
                <a:rPr lang="en-IN" sz="2000" i="1" dirty="0">
                  <a:solidFill>
                    <a:schemeClr val="bg1"/>
                  </a:solidFill>
                  <a:latin typeface="Calibri" panose="020F0502020204030204" pitchFamily="34" charset="0"/>
                  <a:cs typeface="Calibri" panose="020F0502020204030204" pitchFamily="34" charset="0"/>
                </a:rPr>
                <a:t>Proficient in </a:t>
              </a:r>
              <a:r>
                <a:rPr lang="en-IN" sz="2000" b="1" i="1" dirty="0">
                  <a:solidFill>
                    <a:schemeClr val="bg1"/>
                  </a:solidFill>
                  <a:latin typeface="Calibri" panose="020F0502020204030204" pitchFamily="34" charset="0"/>
                  <a:cs typeface="Calibri" panose="020F0502020204030204" pitchFamily="34" charset="0"/>
                </a:rPr>
                <a:t>SQL, Python, Advanced Excel, Power BI, and statistical analysis</a:t>
              </a:r>
              <a:endParaRPr lang="en-US" sz="1800" i="1" dirty="0">
                <a:solidFill>
                  <a:schemeClr val="bg1"/>
                </a:solidFill>
                <a:latin typeface="Calibri" panose="020F0502020204030204" pitchFamily="34" charset="0"/>
                <a:cs typeface="Calibri" panose="020F0502020204030204" pitchFamily="34" charset="0"/>
              </a:endParaRPr>
            </a:p>
          </p:txBody>
        </p:sp>
        <p:grpSp>
          <p:nvGrpSpPr>
            <p:cNvPr id="224" name="Group 223">
              <a:extLst>
                <a:ext uri="{FF2B5EF4-FFF2-40B4-BE49-F238E27FC236}">
                  <a16:creationId xmlns:a16="http://schemas.microsoft.com/office/drawing/2014/main" id="{5CA367E1-F8F8-540A-CC30-95A3B4F74119}"/>
                </a:ext>
              </a:extLst>
            </p:cNvPr>
            <p:cNvGrpSpPr/>
            <p:nvPr/>
          </p:nvGrpSpPr>
          <p:grpSpPr>
            <a:xfrm>
              <a:off x="4450975" y="4107818"/>
              <a:ext cx="653627" cy="653627"/>
              <a:chOff x="7923461" y="936252"/>
              <a:chExt cx="1394156" cy="1394156"/>
            </a:xfrm>
          </p:grpSpPr>
          <p:sp>
            <p:nvSpPr>
              <p:cNvPr id="226" name="Oval 225">
                <a:extLst>
                  <a:ext uri="{FF2B5EF4-FFF2-40B4-BE49-F238E27FC236}">
                    <a16:creationId xmlns:a16="http://schemas.microsoft.com/office/drawing/2014/main" id="{53616BC6-748F-1F28-E464-FFE58ACE4F46}"/>
                  </a:ext>
                </a:extLst>
              </p:cNvPr>
              <p:cNvSpPr/>
              <p:nvPr/>
            </p:nvSpPr>
            <p:spPr>
              <a:xfrm>
                <a:off x="8016896" y="1029687"/>
                <a:ext cx="1207287" cy="1207287"/>
              </a:xfrm>
              <a:prstGeom prst="ellipse">
                <a:avLst/>
              </a:prstGeom>
              <a:gradFill flip="none" rotWithShape="1">
                <a:gsLst>
                  <a:gs pos="0">
                    <a:schemeClr val="accent2"/>
                  </a:gs>
                  <a:gs pos="36662">
                    <a:srgbClr val="86D17A"/>
                  </a:gs>
                  <a:gs pos="69700">
                    <a:srgbClr val="C4C93C"/>
                  </a:gs>
                  <a:gs pos="100000">
                    <a:schemeClr val="accent3"/>
                  </a:gs>
                </a:gsLst>
                <a:lin ang="8100000" scaled="1"/>
                <a:tileRect/>
              </a:gradFill>
              <a:ln w="9525" cap="flat">
                <a:noFill/>
                <a:prstDash val="solid"/>
                <a:miter/>
              </a:ln>
            </p:spPr>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endParaRPr lang="en-US" sz="2100" dirty="0">
                  <a:solidFill>
                    <a:schemeClr val="tx1"/>
                  </a:solidFill>
                </a:endParaRPr>
              </a:p>
            </p:txBody>
          </p:sp>
          <p:sp>
            <p:nvSpPr>
              <p:cNvPr id="227" name="Circle: Hollow 226">
                <a:extLst>
                  <a:ext uri="{FF2B5EF4-FFF2-40B4-BE49-F238E27FC236}">
                    <a16:creationId xmlns:a16="http://schemas.microsoft.com/office/drawing/2014/main" id="{02FC6E71-497B-D2C4-9A8F-39816D3DAC56}"/>
                  </a:ext>
                </a:extLst>
              </p:cNvPr>
              <p:cNvSpPr/>
              <p:nvPr/>
            </p:nvSpPr>
            <p:spPr>
              <a:xfrm>
                <a:off x="7923461" y="936252"/>
                <a:ext cx="1394156" cy="1394156"/>
              </a:xfrm>
              <a:prstGeom prst="donut">
                <a:avLst>
                  <a:gd name="adj" fmla="val 7609"/>
                </a:avLst>
              </a:prstGeom>
              <a:solidFill>
                <a:schemeClr val="bg1"/>
              </a:solidFill>
              <a:ln>
                <a:noFill/>
              </a:ln>
              <a:effectLst>
                <a:outerShdw blurRad="508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28700"/>
                <a:endParaRPr lang="en-US" sz="2025" dirty="0">
                  <a:solidFill>
                    <a:prstClr val="black"/>
                  </a:solidFill>
                  <a:latin typeface="Segoe UI" panose="020B0502040204020203" pitchFamily="34" charset="0"/>
                  <a:cs typeface="Segoe UI" panose="020B0502040204020203" pitchFamily="34" charset="0"/>
                </a:endParaRPr>
              </a:p>
            </p:txBody>
          </p:sp>
        </p:grpSp>
      </p:grpSp>
      <p:grpSp>
        <p:nvGrpSpPr>
          <p:cNvPr id="231" name="Group 230">
            <a:extLst>
              <a:ext uri="{FF2B5EF4-FFF2-40B4-BE49-F238E27FC236}">
                <a16:creationId xmlns:a16="http://schemas.microsoft.com/office/drawing/2014/main" id="{482E5324-860E-CECE-6C5B-782BE494E490}"/>
              </a:ext>
            </a:extLst>
          </p:cNvPr>
          <p:cNvGrpSpPr/>
          <p:nvPr/>
        </p:nvGrpSpPr>
        <p:grpSpPr>
          <a:xfrm>
            <a:off x="6676463" y="7112093"/>
            <a:ext cx="8306032" cy="980441"/>
            <a:chOff x="4450975" y="5638565"/>
            <a:chExt cx="5537354" cy="653627"/>
          </a:xfrm>
        </p:grpSpPr>
        <p:sp>
          <p:nvSpPr>
            <p:cNvPr id="221" name="TextBox 220">
              <a:extLst>
                <a:ext uri="{FF2B5EF4-FFF2-40B4-BE49-F238E27FC236}">
                  <a16:creationId xmlns:a16="http://schemas.microsoft.com/office/drawing/2014/main" id="{00E14BD6-DC36-EB13-357F-99799B52EF2A}"/>
                </a:ext>
              </a:extLst>
            </p:cNvPr>
            <p:cNvSpPr txBox="1"/>
            <p:nvPr/>
          </p:nvSpPr>
          <p:spPr>
            <a:xfrm>
              <a:off x="5211320" y="5723129"/>
              <a:ext cx="4777009" cy="471924"/>
            </a:xfrm>
            <a:prstGeom prst="rect">
              <a:avLst/>
            </a:prstGeom>
            <a:noFill/>
          </p:spPr>
          <p:txBody>
            <a:bodyPr wrap="square">
              <a:spAutoFit/>
            </a:bodyPr>
            <a:lstStyle/>
            <a:p>
              <a:pPr defTabSz="1028700"/>
              <a:r>
                <a:rPr lang="en-IN" sz="2000" i="1" dirty="0">
                  <a:solidFill>
                    <a:schemeClr val="bg1"/>
                  </a:solidFill>
                  <a:latin typeface="Calibri" panose="020F0502020204030204" pitchFamily="34" charset="0"/>
                  <a:cs typeface="Calibri" panose="020F0502020204030204" pitchFamily="34" charset="0"/>
                </a:rPr>
                <a:t>Delivered insights via </a:t>
              </a:r>
              <a:r>
                <a:rPr lang="en-IN" sz="2000" b="1" i="1" dirty="0">
                  <a:solidFill>
                    <a:schemeClr val="bg1"/>
                  </a:solidFill>
                  <a:latin typeface="Calibri" panose="020F0502020204030204" pitchFamily="34" charset="0"/>
                  <a:cs typeface="Calibri" panose="020F0502020204030204" pitchFamily="34" charset="0"/>
                </a:rPr>
                <a:t>KPI dashboards, ad-hoc reporting, and executive presentations</a:t>
              </a:r>
              <a:endParaRPr lang="en-US" sz="1800" i="1" dirty="0">
                <a:solidFill>
                  <a:schemeClr val="bg1"/>
                </a:solidFill>
                <a:latin typeface="Calibri" panose="020F0502020204030204" pitchFamily="34" charset="0"/>
                <a:cs typeface="Calibri" panose="020F0502020204030204" pitchFamily="34" charset="0"/>
              </a:endParaRPr>
            </a:p>
          </p:txBody>
        </p:sp>
        <p:grpSp>
          <p:nvGrpSpPr>
            <p:cNvPr id="216" name="Group 215">
              <a:extLst>
                <a:ext uri="{FF2B5EF4-FFF2-40B4-BE49-F238E27FC236}">
                  <a16:creationId xmlns:a16="http://schemas.microsoft.com/office/drawing/2014/main" id="{C6D56BB4-14DA-904C-C39E-C2F72C46E5DB}"/>
                </a:ext>
              </a:extLst>
            </p:cNvPr>
            <p:cNvGrpSpPr/>
            <p:nvPr/>
          </p:nvGrpSpPr>
          <p:grpSpPr>
            <a:xfrm>
              <a:off x="4450975" y="5638565"/>
              <a:ext cx="653627" cy="653627"/>
              <a:chOff x="7923461" y="936252"/>
              <a:chExt cx="1394156" cy="1394156"/>
            </a:xfrm>
          </p:grpSpPr>
          <p:sp>
            <p:nvSpPr>
              <p:cNvPr id="218" name="Oval 217">
                <a:extLst>
                  <a:ext uri="{FF2B5EF4-FFF2-40B4-BE49-F238E27FC236}">
                    <a16:creationId xmlns:a16="http://schemas.microsoft.com/office/drawing/2014/main" id="{B2E71D08-F06A-FB56-36DB-6D3BD5283082}"/>
                  </a:ext>
                </a:extLst>
              </p:cNvPr>
              <p:cNvSpPr/>
              <p:nvPr/>
            </p:nvSpPr>
            <p:spPr>
              <a:xfrm>
                <a:off x="8016896" y="1029687"/>
                <a:ext cx="1207287" cy="1207287"/>
              </a:xfrm>
              <a:prstGeom prst="ellipse">
                <a:avLst/>
              </a:prstGeom>
              <a:gradFill flip="none" rotWithShape="1">
                <a:gsLst>
                  <a:gs pos="0">
                    <a:schemeClr val="accent2"/>
                  </a:gs>
                  <a:gs pos="36662">
                    <a:srgbClr val="86D17A"/>
                  </a:gs>
                  <a:gs pos="69700">
                    <a:srgbClr val="C4C93C"/>
                  </a:gs>
                  <a:gs pos="100000">
                    <a:schemeClr val="accent3"/>
                  </a:gs>
                </a:gsLst>
                <a:lin ang="0" scaled="1"/>
                <a:tileRect/>
              </a:gradFill>
              <a:ln w="9525" cap="flat">
                <a:noFill/>
                <a:prstDash val="solid"/>
                <a:miter/>
              </a:ln>
            </p:spPr>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endParaRPr lang="en-US" sz="2100" dirty="0">
                  <a:solidFill>
                    <a:schemeClr val="tx1"/>
                  </a:solidFill>
                </a:endParaRPr>
              </a:p>
            </p:txBody>
          </p:sp>
          <p:sp>
            <p:nvSpPr>
              <p:cNvPr id="219" name="Circle: Hollow 218">
                <a:extLst>
                  <a:ext uri="{FF2B5EF4-FFF2-40B4-BE49-F238E27FC236}">
                    <a16:creationId xmlns:a16="http://schemas.microsoft.com/office/drawing/2014/main" id="{6B7CFFE8-40A5-ACB5-21BE-D8C3BADEAAA6}"/>
                  </a:ext>
                </a:extLst>
              </p:cNvPr>
              <p:cNvSpPr/>
              <p:nvPr/>
            </p:nvSpPr>
            <p:spPr>
              <a:xfrm>
                <a:off x="7923461" y="936252"/>
                <a:ext cx="1394156" cy="1394156"/>
              </a:xfrm>
              <a:prstGeom prst="donut">
                <a:avLst>
                  <a:gd name="adj" fmla="val 7609"/>
                </a:avLst>
              </a:prstGeom>
              <a:solidFill>
                <a:schemeClr val="bg1"/>
              </a:solidFill>
              <a:ln>
                <a:noFill/>
              </a:ln>
              <a:effectLst>
                <a:outerShdw blurRad="508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28700"/>
                <a:endParaRPr lang="en-US" sz="2025" dirty="0">
                  <a:solidFill>
                    <a:prstClr val="black"/>
                  </a:solidFill>
                  <a:latin typeface="Segoe UI" panose="020B0502040204020203" pitchFamily="34" charset="0"/>
                  <a:cs typeface="Segoe UI" panose="020B0502040204020203" pitchFamily="34" charset="0"/>
                </a:endParaRPr>
              </a:p>
            </p:txBody>
          </p:sp>
        </p:grpSp>
      </p:grpSp>
      <p:sp>
        <p:nvSpPr>
          <p:cNvPr id="3" name="Google Shape;552;p23">
            <a:extLst>
              <a:ext uri="{FF2B5EF4-FFF2-40B4-BE49-F238E27FC236}">
                <a16:creationId xmlns:a16="http://schemas.microsoft.com/office/drawing/2014/main" id="{5068A236-C514-049B-6FAC-6D487671C2D2}"/>
              </a:ext>
            </a:extLst>
          </p:cNvPr>
          <p:cNvSpPr txBox="1"/>
          <p:nvPr/>
        </p:nvSpPr>
        <p:spPr>
          <a:xfrm>
            <a:off x="710381" y="462257"/>
            <a:ext cx="5494476" cy="1477328"/>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8000" dirty="0">
                <a:solidFill>
                  <a:schemeClr val="bg1"/>
                </a:solidFill>
                <a:latin typeface="Dosis ExtraBold"/>
                <a:ea typeface="Dosis ExtraBold"/>
                <a:cs typeface="Dosis ExtraBold"/>
                <a:sym typeface="Dosis ExtraBold"/>
              </a:rPr>
              <a:t>ABOUT ME</a:t>
            </a:r>
            <a:endParaRPr dirty="0">
              <a:solidFill>
                <a:schemeClr val="bg1"/>
              </a:solidFill>
              <a:latin typeface="Dosis ExtraBold"/>
              <a:ea typeface="Dosis ExtraBold"/>
              <a:cs typeface="Dosis ExtraBold"/>
              <a:sym typeface="Dosis ExtraBold"/>
            </a:endParaRPr>
          </a:p>
        </p:txBody>
      </p:sp>
      <p:grpSp>
        <p:nvGrpSpPr>
          <p:cNvPr id="5" name="Google Shape;557;p23">
            <a:extLst>
              <a:ext uri="{FF2B5EF4-FFF2-40B4-BE49-F238E27FC236}">
                <a16:creationId xmlns:a16="http://schemas.microsoft.com/office/drawing/2014/main" id="{D141E76D-6E3C-236B-AAB8-5D8570F3D367}"/>
              </a:ext>
            </a:extLst>
          </p:cNvPr>
          <p:cNvGrpSpPr/>
          <p:nvPr/>
        </p:nvGrpSpPr>
        <p:grpSpPr>
          <a:xfrm>
            <a:off x="6722411" y="3491327"/>
            <a:ext cx="4184743" cy="1359960"/>
            <a:chOff x="2104" y="-259781"/>
            <a:chExt cx="4378931" cy="1813279"/>
          </a:xfrm>
        </p:grpSpPr>
        <p:sp>
          <p:nvSpPr>
            <p:cNvPr id="7" name="Google Shape;559;p23">
              <a:extLst>
                <a:ext uri="{FF2B5EF4-FFF2-40B4-BE49-F238E27FC236}">
                  <a16:creationId xmlns:a16="http://schemas.microsoft.com/office/drawing/2014/main" id="{07C744F8-70BB-2069-859C-DCE45EBC7905}"/>
                </a:ext>
              </a:extLst>
            </p:cNvPr>
            <p:cNvSpPr txBox="1"/>
            <p:nvPr/>
          </p:nvSpPr>
          <p:spPr>
            <a:xfrm>
              <a:off x="40045" y="888701"/>
              <a:ext cx="4340990" cy="664797"/>
            </a:xfrm>
            <a:prstGeom prst="rect">
              <a:avLst/>
            </a:prstGeom>
            <a:noFill/>
            <a:ln>
              <a:noFill/>
            </a:ln>
          </p:spPr>
          <p:txBody>
            <a:bodyPr spcFirstLastPara="1" wrap="square" lIns="0" tIns="0" rIns="0" bIns="0" anchor="t" anchorCtr="0">
              <a:spAutoFit/>
            </a:bodyPr>
            <a:lstStyle/>
            <a:p>
              <a:pPr lvl="0">
                <a:lnSpc>
                  <a:spcPct val="135000"/>
                </a:lnSpc>
              </a:pPr>
              <a:r>
                <a:rPr lang="en-IN" sz="2400" b="1" i="1" dirty="0">
                  <a:solidFill>
                    <a:schemeClr val="bg1"/>
                  </a:solidFill>
                  <a:latin typeface="Calibri" panose="020F0502020204030204" pitchFamily="34" charset="0"/>
                  <a:cs typeface="Calibri" panose="020F0502020204030204" pitchFamily="34" charset="0"/>
                </a:rPr>
                <a:t>Aspiring Data Analyst</a:t>
              </a:r>
              <a:endParaRPr sz="2400" b="1" i="1" dirty="0">
                <a:solidFill>
                  <a:schemeClr val="bg1"/>
                </a:solidFill>
                <a:latin typeface="Calibri" panose="020F0502020204030204" pitchFamily="34" charset="0"/>
                <a:cs typeface="Calibri" panose="020F0502020204030204" pitchFamily="34" charset="0"/>
              </a:endParaRPr>
            </a:p>
          </p:txBody>
        </p:sp>
        <p:sp>
          <p:nvSpPr>
            <p:cNvPr id="8" name="Google Shape;560;p23">
              <a:extLst>
                <a:ext uri="{FF2B5EF4-FFF2-40B4-BE49-F238E27FC236}">
                  <a16:creationId xmlns:a16="http://schemas.microsoft.com/office/drawing/2014/main" id="{C3602847-4025-BA3C-7E31-7AD6AAEC48BC}"/>
                </a:ext>
              </a:extLst>
            </p:cNvPr>
            <p:cNvSpPr txBox="1"/>
            <p:nvPr/>
          </p:nvSpPr>
          <p:spPr>
            <a:xfrm>
              <a:off x="2104" y="-259781"/>
              <a:ext cx="4340990" cy="1107995"/>
            </a:xfrm>
            <a:prstGeom prst="rect">
              <a:avLst/>
            </a:prstGeom>
            <a:noFill/>
            <a:ln>
              <a:noFill/>
            </a:ln>
          </p:spPr>
          <p:txBody>
            <a:bodyPr spcFirstLastPara="1" wrap="square" lIns="0" tIns="0" rIns="0" bIns="0" anchor="t" anchorCtr="0">
              <a:spAutoFit/>
            </a:bodyPr>
            <a:lstStyle/>
            <a:p>
              <a:pPr marL="0" marR="0" lvl="0" indent="0" algn="l" rtl="0">
                <a:lnSpc>
                  <a:spcPct val="135000"/>
                </a:lnSpc>
                <a:spcBef>
                  <a:spcPts val="0"/>
                </a:spcBef>
                <a:spcAft>
                  <a:spcPts val="0"/>
                </a:spcAft>
                <a:buNone/>
              </a:pPr>
              <a:r>
                <a:rPr lang="en-US" sz="4000" b="1" dirty="0">
                  <a:solidFill>
                    <a:schemeClr val="bg1"/>
                  </a:solidFill>
                  <a:latin typeface="Calibri" panose="020F0502020204030204" pitchFamily="34" charset="0"/>
                  <a:cs typeface="Calibri" panose="020F0502020204030204" pitchFamily="34" charset="0"/>
                  <a:sym typeface="Dosis"/>
                </a:rPr>
                <a:t>DEEPAK BEHERA</a:t>
              </a:r>
              <a:endParaRPr sz="1800" dirty="0">
                <a:solidFill>
                  <a:schemeClr val="bg1"/>
                </a:solidFill>
                <a:latin typeface="Calibri" panose="020F0502020204030204" pitchFamily="34" charset="0"/>
                <a:cs typeface="Calibri" panose="020F0502020204030204" pitchFamily="34" charset="0"/>
              </a:endParaRPr>
            </a:p>
          </p:txBody>
        </p:sp>
      </p:grpSp>
      <p:sp>
        <p:nvSpPr>
          <p:cNvPr id="9" name="Flowchart: Connector 8">
            <a:extLst>
              <a:ext uri="{FF2B5EF4-FFF2-40B4-BE49-F238E27FC236}">
                <a16:creationId xmlns:a16="http://schemas.microsoft.com/office/drawing/2014/main" id="{68EC56AB-4E2C-F4A7-0EB2-ADBDDC294531}"/>
              </a:ext>
            </a:extLst>
          </p:cNvPr>
          <p:cNvSpPr/>
          <p:nvPr/>
        </p:nvSpPr>
        <p:spPr>
          <a:xfrm>
            <a:off x="2787693" y="1701159"/>
            <a:ext cx="3417164" cy="3458259"/>
          </a:xfrm>
          <a:prstGeom prst="flowChartConnector">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1" name="Freeform: Shape 250">
            <a:extLst>
              <a:ext uri="{FF2B5EF4-FFF2-40B4-BE49-F238E27FC236}">
                <a16:creationId xmlns:a16="http://schemas.microsoft.com/office/drawing/2014/main" id="{290A6178-0558-8C83-4FE4-4331926F1C15}"/>
              </a:ext>
            </a:extLst>
          </p:cNvPr>
          <p:cNvSpPr/>
          <p:nvPr/>
        </p:nvSpPr>
        <p:spPr>
          <a:xfrm rot="2700000">
            <a:off x="-2451693" y="4955848"/>
            <a:ext cx="8672097" cy="6012974"/>
          </a:xfrm>
          <a:custGeom>
            <a:avLst/>
            <a:gdLst>
              <a:gd name="connsiteX0" fmla="*/ 280808 w 5781398"/>
              <a:gd name="connsiteY0" fmla="*/ 282300 h 4002614"/>
              <a:gd name="connsiteX1" fmla="*/ 962342 w 5781398"/>
              <a:gd name="connsiteY1" fmla="*/ 0 h 4002614"/>
              <a:gd name="connsiteX2" fmla="*/ 4817564 w 5781398"/>
              <a:gd name="connsiteY2" fmla="*/ 1 h 4002614"/>
              <a:gd name="connsiteX3" fmla="*/ 5781398 w 5781398"/>
              <a:gd name="connsiteY3" fmla="*/ 963834 h 4002614"/>
              <a:gd name="connsiteX4" fmla="*/ 5781398 w 5781398"/>
              <a:gd name="connsiteY4" fmla="*/ 1289541 h 4002614"/>
              <a:gd name="connsiteX5" fmla="*/ 3068325 w 5781398"/>
              <a:gd name="connsiteY5" fmla="*/ 4002614 h 4002614"/>
              <a:gd name="connsiteX6" fmla="*/ 0 w 5781398"/>
              <a:gd name="connsiteY6" fmla="*/ 934289 h 4002614"/>
              <a:gd name="connsiteX7" fmla="*/ 3484 w 5781398"/>
              <a:gd name="connsiteY7" fmla="*/ 865288 h 4002614"/>
              <a:gd name="connsiteX8" fmla="*/ 280808 w 5781398"/>
              <a:gd name="connsiteY8" fmla="*/ 282300 h 400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81398" h="4002614">
                <a:moveTo>
                  <a:pt x="280808" y="282300"/>
                </a:moveTo>
                <a:cubicBezTo>
                  <a:pt x="455228" y="107882"/>
                  <a:pt x="696187" y="0"/>
                  <a:pt x="962342" y="0"/>
                </a:cubicBezTo>
                <a:lnTo>
                  <a:pt x="4817564" y="1"/>
                </a:lnTo>
                <a:cubicBezTo>
                  <a:pt x="5349875" y="0"/>
                  <a:pt x="5781398" y="431523"/>
                  <a:pt x="5781398" y="963834"/>
                </a:cubicBezTo>
                <a:lnTo>
                  <a:pt x="5781398" y="1289541"/>
                </a:lnTo>
                <a:lnTo>
                  <a:pt x="3068325" y="4002614"/>
                </a:lnTo>
                <a:lnTo>
                  <a:pt x="0" y="934289"/>
                </a:lnTo>
                <a:lnTo>
                  <a:pt x="3484" y="865288"/>
                </a:lnTo>
                <a:cubicBezTo>
                  <a:pt x="26518" y="638479"/>
                  <a:pt x="128191" y="434919"/>
                  <a:pt x="280808" y="282300"/>
                </a:cubicBezTo>
                <a:close/>
              </a:path>
            </a:pathLst>
          </a:custGeom>
          <a:gradFill flip="none" rotWithShape="1">
            <a:gsLst>
              <a:gs pos="0">
                <a:schemeClr val="accent2"/>
              </a:gs>
              <a:gs pos="36662">
                <a:srgbClr val="86D17A"/>
              </a:gs>
              <a:gs pos="69700">
                <a:srgbClr val="C4C93C"/>
              </a:gs>
              <a:gs pos="100000">
                <a:schemeClr val="accent3"/>
              </a:gs>
            </a:gsLst>
            <a:lin ang="0" scaled="1"/>
            <a:tileRect/>
          </a:gradFill>
          <a:ln w="9525" cap="flat">
            <a:noFill/>
            <a:prstDash val="solid"/>
            <a:miter/>
          </a:ln>
        </p:spPr>
        <p:txBody>
          <a:bodyPr rtlCol="0" anchor="ctr"/>
          <a:lstStyle/>
          <a:p>
            <a:endParaRPr lang="en-US" sz="2100"/>
          </a:p>
        </p:txBody>
      </p:sp>
      <p:pic>
        <p:nvPicPr>
          <p:cNvPr id="282" name="Picture 281" descr="Low view of a skyscraper&#10;&#10;Description automatically generated">
            <a:extLst>
              <a:ext uri="{FF2B5EF4-FFF2-40B4-BE49-F238E27FC236}">
                <a16:creationId xmlns:a16="http://schemas.microsoft.com/office/drawing/2014/main" id="{87C0E850-0E97-7608-7B4A-19864834B34B}"/>
              </a:ext>
            </a:extLst>
          </p:cNvPr>
          <p:cNvPicPr>
            <a:picLocks noChangeAspect="1"/>
          </p:cNvPicPr>
          <p:nvPr/>
        </p:nvPicPr>
        <p:blipFill rotWithShape="1">
          <a:blip r:embed="rId2">
            <a:extLst>
              <a:ext uri="{28A0092B-C50C-407E-A947-70E740481C1C}">
                <a14:useLocalDpi xmlns:a14="http://schemas.microsoft.com/office/drawing/2010/main" val="0"/>
              </a:ext>
            </a:extLst>
          </a:blip>
          <a:srcRect l="4671" t="9212" r="8617" b="16847"/>
          <a:stretch/>
        </p:blipFill>
        <p:spPr>
          <a:xfrm>
            <a:off x="-30859" y="3892255"/>
            <a:ext cx="5983724" cy="6377990"/>
          </a:xfrm>
          <a:custGeom>
            <a:avLst/>
            <a:gdLst>
              <a:gd name="connsiteX0" fmla="*/ 648997 w 3989149"/>
              <a:gd name="connsiteY0" fmla="*/ 0 h 4251993"/>
              <a:gd name="connsiteX1" fmla="*/ 1265934 w 3989149"/>
              <a:gd name="connsiteY1" fmla="*/ 255542 h 4251993"/>
              <a:gd name="connsiteX2" fmla="*/ 3733606 w 3989149"/>
              <a:gd name="connsiteY2" fmla="*/ 2723215 h 4251993"/>
              <a:gd name="connsiteX3" fmla="*/ 3733606 w 3989149"/>
              <a:gd name="connsiteY3" fmla="*/ 3957088 h 4251993"/>
              <a:gd name="connsiteX4" fmla="*/ 3438702 w 3989149"/>
              <a:gd name="connsiteY4" fmla="*/ 4251993 h 4251993"/>
              <a:gd name="connsiteX5" fmla="*/ 0 w 3989149"/>
              <a:gd name="connsiteY5" fmla="*/ 4251993 h 4251993"/>
              <a:gd name="connsiteX6" fmla="*/ 0 w 3989149"/>
              <a:gd name="connsiteY6" fmla="*/ 287603 h 4251993"/>
              <a:gd name="connsiteX7" fmla="*/ 32061 w 3989149"/>
              <a:gd name="connsiteY7" fmla="*/ 255542 h 4251993"/>
              <a:gd name="connsiteX8" fmla="*/ 648997 w 3989149"/>
              <a:gd name="connsiteY8" fmla="*/ 0 h 4251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9149" h="4251993">
                <a:moveTo>
                  <a:pt x="648997" y="0"/>
                </a:moveTo>
                <a:cubicBezTo>
                  <a:pt x="872284" y="0"/>
                  <a:pt x="1095572" y="85181"/>
                  <a:pt x="1265934" y="255542"/>
                </a:cubicBezTo>
                <a:lnTo>
                  <a:pt x="3733606" y="2723215"/>
                </a:lnTo>
                <a:cubicBezTo>
                  <a:pt x="4074331" y="3063940"/>
                  <a:pt x="4074331" y="3616363"/>
                  <a:pt x="3733606" y="3957088"/>
                </a:cubicBezTo>
                <a:lnTo>
                  <a:pt x="3438702" y="4251993"/>
                </a:lnTo>
                <a:lnTo>
                  <a:pt x="0" y="4251993"/>
                </a:lnTo>
                <a:lnTo>
                  <a:pt x="0" y="287603"/>
                </a:lnTo>
                <a:lnTo>
                  <a:pt x="32061" y="255542"/>
                </a:lnTo>
                <a:cubicBezTo>
                  <a:pt x="202422" y="85181"/>
                  <a:pt x="425710" y="0"/>
                  <a:pt x="648997" y="0"/>
                </a:cubicBezTo>
                <a:close/>
              </a:path>
            </a:pathLst>
          </a:custGeom>
        </p:spPr>
      </p:pic>
      <p:sp>
        <p:nvSpPr>
          <p:cNvPr id="271" name="Freeform: Shape 270">
            <a:extLst>
              <a:ext uri="{FF2B5EF4-FFF2-40B4-BE49-F238E27FC236}">
                <a16:creationId xmlns:a16="http://schemas.microsoft.com/office/drawing/2014/main" id="{EA4EE1F8-9AD1-4F6E-F259-159E8B04B7FC}"/>
              </a:ext>
            </a:extLst>
          </p:cNvPr>
          <p:cNvSpPr/>
          <p:nvPr/>
        </p:nvSpPr>
        <p:spPr>
          <a:xfrm rot="2700000">
            <a:off x="12288580" y="-97054"/>
            <a:ext cx="9290012" cy="6113150"/>
          </a:xfrm>
          <a:custGeom>
            <a:avLst/>
            <a:gdLst>
              <a:gd name="connsiteX0" fmla="*/ 0 w 6193341"/>
              <a:gd name="connsiteY0" fmla="*/ 2350234 h 4075433"/>
              <a:gd name="connsiteX1" fmla="*/ 2350234 w 6193341"/>
              <a:gd name="connsiteY1" fmla="*/ 0 h 4075433"/>
              <a:gd name="connsiteX2" fmla="*/ 6193341 w 6193341"/>
              <a:gd name="connsiteY2" fmla="*/ 3843107 h 4075433"/>
              <a:gd name="connsiteX3" fmla="*/ 6134695 w 6193341"/>
              <a:gd name="connsiteY3" fmla="*/ 3886962 h 4075433"/>
              <a:gd name="connsiteX4" fmla="*/ 5517683 w 6193341"/>
              <a:gd name="connsiteY4" fmla="*/ 4075433 h 4075433"/>
              <a:gd name="connsiteX5" fmla="*/ 1103563 w 6193341"/>
              <a:gd name="connsiteY5" fmla="*/ 4075433 h 4075433"/>
              <a:gd name="connsiteX6" fmla="*/ 0 w 6193341"/>
              <a:gd name="connsiteY6" fmla="*/ 2971870 h 4075433"/>
              <a:gd name="connsiteX7" fmla="*/ 0 w 6193341"/>
              <a:gd name="connsiteY7" fmla="*/ 2350234 h 4075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93341" h="4075433">
                <a:moveTo>
                  <a:pt x="0" y="2350234"/>
                </a:moveTo>
                <a:lnTo>
                  <a:pt x="2350234" y="0"/>
                </a:lnTo>
                <a:lnTo>
                  <a:pt x="6193341" y="3843107"/>
                </a:lnTo>
                <a:lnTo>
                  <a:pt x="6134695" y="3886962"/>
                </a:lnTo>
                <a:cubicBezTo>
                  <a:pt x="5958565" y="4005953"/>
                  <a:pt x="5746238" y="4075433"/>
                  <a:pt x="5517683" y="4075433"/>
                </a:cubicBezTo>
                <a:lnTo>
                  <a:pt x="1103563" y="4075433"/>
                </a:lnTo>
                <a:cubicBezTo>
                  <a:pt x="494082" y="4075433"/>
                  <a:pt x="0" y="3581351"/>
                  <a:pt x="0" y="2971870"/>
                </a:cubicBezTo>
                <a:lnTo>
                  <a:pt x="0" y="2350234"/>
                </a:lnTo>
                <a:close/>
              </a:path>
            </a:pathLst>
          </a:custGeom>
          <a:gradFill flip="none" rotWithShape="1">
            <a:gsLst>
              <a:gs pos="0">
                <a:schemeClr val="accent2"/>
              </a:gs>
              <a:gs pos="36662">
                <a:srgbClr val="86D17A"/>
              </a:gs>
              <a:gs pos="69700">
                <a:srgbClr val="C4C93C"/>
              </a:gs>
              <a:gs pos="100000">
                <a:schemeClr val="accent3"/>
              </a:gs>
            </a:gsLst>
            <a:lin ang="0" scaled="1"/>
            <a:tileRect/>
          </a:gradFill>
          <a:ln w="9525" cap="flat">
            <a:noFill/>
            <a:prstDash val="solid"/>
            <a:miter/>
          </a:ln>
        </p:spPr>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endParaRPr lang="en-US" sz="2100"/>
          </a:p>
        </p:txBody>
      </p:sp>
      <p:pic>
        <p:nvPicPr>
          <p:cNvPr id="279" name="Picture 278" descr="A group of people standing in front of a building&#10;&#10;Description automatically generated">
            <a:extLst>
              <a:ext uri="{FF2B5EF4-FFF2-40B4-BE49-F238E27FC236}">
                <a16:creationId xmlns:a16="http://schemas.microsoft.com/office/drawing/2014/main" id="{3D34E921-D474-651D-9F8B-BA12EDF44322}"/>
              </a:ext>
            </a:extLst>
          </p:cNvPr>
          <p:cNvPicPr>
            <a:picLocks noChangeAspect="1"/>
          </p:cNvPicPr>
          <p:nvPr/>
        </p:nvPicPr>
        <p:blipFill>
          <a:blip r:embed="rId3">
            <a:extLst>
              <a:ext uri="{28A0092B-C50C-407E-A947-70E740481C1C}">
                <a14:useLocalDpi xmlns:a14="http://schemas.microsoft.com/office/drawing/2010/main" val="0"/>
              </a:ext>
            </a:extLst>
          </a:blip>
          <a:srcRect l="37371" t="17523" r="24778" b="4669"/>
          <a:stretch>
            <a:fillRect/>
          </a:stretch>
        </p:blipFill>
        <p:spPr>
          <a:xfrm>
            <a:off x="12796271" y="-29651"/>
            <a:ext cx="5507187" cy="7547169"/>
          </a:xfrm>
          <a:custGeom>
            <a:avLst/>
            <a:gdLst>
              <a:gd name="connsiteX0" fmla="*/ 806117 w 3671458"/>
              <a:gd name="connsiteY0" fmla="*/ 0 h 5031446"/>
              <a:gd name="connsiteX1" fmla="*/ 3671458 w 3671458"/>
              <a:gd name="connsiteY1" fmla="*/ 0 h 5031446"/>
              <a:gd name="connsiteX2" fmla="*/ 3671458 w 3671458"/>
              <a:gd name="connsiteY2" fmla="*/ 5031446 h 5031446"/>
              <a:gd name="connsiteX3" fmla="*/ 3633568 w 3671458"/>
              <a:gd name="connsiteY3" fmla="*/ 5025978 h 5031446"/>
              <a:gd name="connsiteX4" fmla="*/ 3117992 w 3671458"/>
              <a:gd name="connsiteY4" fmla="*/ 4751676 h 5031446"/>
              <a:gd name="connsiteX5" fmla="*/ 292589 w 3671458"/>
              <a:gd name="connsiteY5" fmla="*/ 1926272 h 5031446"/>
              <a:gd name="connsiteX6" fmla="*/ 292589 w 3671458"/>
              <a:gd name="connsiteY6" fmla="*/ 513528 h 5031446"/>
              <a:gd name="connsiteX7" fmla="*/ 806117 w 3671458"/>
              <a:gd name="connsiteY7" fmla="*/ 0 h 5031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71458" h="5031446">
                <a:moveTo>
                  <a:pt x="806117" y="0"/>
                </a:moveTo>
                <a:lnTo>
                  <a:pt x="3671458" y="0"/>
                </a:lnTo>
                <a:lnTo>
                  <a:pt x="3671458" y="5031446"/>
                </a:lnTo>
                <a:lnTo>
                  <a:pt x="3633568" y="5025978"/>
                </a:lnTo>
                <a:cubicBezTo>
                  <a:pt x="3444668" y="4989405"/>
                  <a:pt x="3264286" y="4897970"/>
                  <a:pt x="3117992" y="4751676"/>
                </a:cubicBezTo>
                <a:lnTo>
                  <a:pt x="292589" y="1926272"/>
                </a:lnTo>
                <a:cubicBezTo>
                  <a:pt x="-97529" y="1536154"/>
                  <a:pt x="-97529" y="903647"/>
                  <a:pt x="292589" y="513528"/>
                </a:cubicBezTo>
                <a:lnTo>
                  <a:pt x="806117" y="0"/>
                </a:lnTo>
                <a:close/>
              </a:path>
            </a:pathLst>
          </a:custGeom>
        </p:spPr>
      </p:pic>
      <p:pic>
        <p:nvPicPr>
          <p:cNvPr id="11" name="Graphic 10" descr="Processor with solid fill">
            <a:extLst>
              <a:ext uri="{FF2B5EF4-FFF2-40B4-BE49-F238E27FC236}">
                <a16:creationId xmlns:a16="http://schemas.microsoft.com/office/drawing/2014/main" id="{EC38733B-A2E0-944E-5408-96A33D5335A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853756" y="5687930"/>
            <a:ext cx="629658" cy="629658"/>
          </a:xfrm>
          <a:prstGeom prst="rect">
            <a:avLst/>
          </a:prstGeom>
        </p:spPr>
      </p:pic>
      <p:pic>
        <p:nvPicPr>
          <p:cNvPr id="13" name="Graphic 12" descr="Presentation with bar chart with solid fill">
            <a:extLst>
              <a:ext uri="{FF2B5EF4-FFF2-40B4-BE49-F238E27FC236}">
                <a16:creationId xmlns:a16="http://schemas.microsoft.com/office/drawing/2014/main" id="{55BC0C48-61DF-CF74-1A8E-12399927F25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783694" y="7301750"/>
            <a:ext cx="790784" cy="790784"/>
          </a:xfrm>
          <a:prstGeom prst="rect">
            <a:avLst/>
          </a:prstGeom>
        </p:spPr>
      </p:pic>
      <p:pic>
        <p:nvPicPr>
          <p:cNvPr id="15" name="Graphic 14" descr="Boardroom with solid fill">
            <a:extLst>
              <a:ext uri="{FF2B5EF4-FFF2-40B4-BE49-F238E27FC236}">
                <a16:creationId xmlns:a16="http://schemas.microsoft.com/office/drawing/2014/main" id="{8B7144E9-E747-FF3C-3CD9-A71D8BD795C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773364" y="8845689"/>
            <a:ext cx="914400" cy="914400"/>
          </a:xfrm>
          <a:prstGeom prst="rect">
            <a:avLst/>
          </a:prstGeom>
        </p:spPr>
      </p:pic>
      <p:pic>
        <p:nvPicPr>
          <p:cNvPr id="19" name="Picture 18" descr="A person in a suit and tie&#10;&#10;AI-generated content may be incorrect.">
            <a:extLst>
              <a:ext uri="{FF2B5EF4-FFF2-40B4-BE49-F238E27FC236}">
                <a16:creationId xmlns:a16="http://schemas.microsoft.com/office/drawing/2014/main" id="{C071F2C2-0C96-4886-3799-3547B65FA4D9}"/>
              </a:ext>
            </a:extLst>
          </p:cNvPr>
          <p:cNvPicPr>
            <a:picLocks noChangeAspect="1"/>
          </p:cNvPicPr>
          <p:nvPr/>
        </p:nvPicPr>
        <p:blipFill>
          <a:blip r:embed="rId10"/>
          <a:stretch>
            <a:fillRect/>
          </a:stretch>
        </p:blipFill>
        <p:spPr>
          <a:xfrm>
            <a:off x="3091844" y="2020010"/>
            <a:ext cx="2849843" cy="291369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4065198447"/>
      </p:ext>
    </p:extLst>
  </p:cSld>
  <p:clrMapOvr>
    <a:masterClrMapping/>
  </p:clrMapOvr>
  <mc:AlternateContent xmlns:mc="http://schemas.openxmlformats.org/markup-compatibility/2006" xmlns:p14="http://schemas.microsoft.com/office/powerpoint/2010/main">
    <mc:Choice Requires="p14">
      <p:transition spd="slow" p14:dur="2500" advTm="1493">
        <p:checker/>
      </p:transition>
    </mc:Choice>
    <mc:Fallback xmlns="">
      <p:transition spd="slow" advTm="1493">
        <p:checker/>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1EDF7"/>
        </a:solidFill>
        <a:effectLst/>
      </p:bgPr>
    </p:bg>
    <p:spTree>
      <p:nvGrpSpPr>
        <p:cNvPr id="1" name="Shape 256"/>
        <p:cNvGrpSpPr/>
        <p:nvPr/>
      </p:nvGrpSpPr>
      <p:grpSpPr>
        <a:xfrm>
          <a:off x="0" y="0"/>
          <a:ext cx="0" cy="0"/>
          <a:chOff x="0" y="0"/>
          <a:chExt cx="0" cy="0"/>
        </a:xfrm>
      </p:grpSpPr>
      <p:pic>
        <p:nvPicPr>
          <p:cNvPr id="257" name="Google Shape;257;p14"/>
          <p:cNvPicPr preferRelativeResize="0"/>
          <p:nvPr/>
        </p:nvPicPr>
        <p:blipFill>
          <a:blip r:embed="rId3">
            <a:alphaModFix/>
          </a:blip>
          <a:stretch>
            <a:fillRect/>
          </a:stretch>
        </p:blipFill>
        <p:spPr>
          <a:xfrm>
            <a:off x="9144031" y="35"/>
            <a:ext cx="9144000" cy="10287041"/>
          </a:xfrm>
          <a:prstGeom prst="rect">
            <a:avLst/>
          </a:prstGeom>
          <a:noFill/>
          <a:ln>
            <a:noFill/>
          </a:ln>
        </p:spPr>
      </p:pic>
      <p:grpSp>
        <p:nvGrpSpPr>
          <p:cNvPr id="260" name="Google Shape;260;p14"/>
          <p:cNvGrpSpPr/>
          <p:nvPr/>
        </p:nvGrpSpPr>
        <p:grpSpPr>
          <a:xfrm>
            <a:off x="16620919" y="966798"/>
            <a:ext cx="638381" cy="889426"/>
            <a:chOff x="0" y="-82536"/>
            <a:chExt cx="851175" cy="1185901"/>
          </a:xfrm>
        </p:grpSpPr>
        <p:grpSp>
          <p:nvGrpSpPr>
            <p:cNvPr id="261" name="Google Shape;261;p14"/>
            <p:cNvGrpSpPr/>
            <p:nvPr/>
          </p:nvGrpSpPr>
          <p:grpSpPr>
            <a:xfrm>
              <a:off x="0" y="-82536"/>
              <a:ext cx="851175" cy="1185901"/>
              <a:chOff x="0" y="-38100"/>
              <a:chExt cx="392916" cy="547431"/>
            </a:xfrm>
          </p:grpSpPr>
          <p:sp>
            <p:nvSpPr>
              <p:cNvPr id="262" name="Google Shape;262;p14"/>
              <p:cNvSpPr/>
              <p:nvPr/>
            </p:nvSpPr>
            <p:spPr>
              <a:xfrm>
                <a:off x="0" y="0"/>
                <a:ext cx="392916" cy="509331"/>
              </a:xfrm>
              <a:custGeom>
                <a:avLst/>
                <a:gdLst/>
                <a:ahLst/>
                <a:cxnLst/>
                <a:rect l="l" t="t" r="r" b="b"/>
                <a:pathLst>
                  <a:path w="392916" h="509331" extrusionOk="0">
                    <a:moveTo>
                      <a:pt x="72765" y="0"/>
                    </a:moveTo>
                    <a:lnTo>
                      <a:pt x="320151" y="0"/>
                    </a:lnTo>
                    <a:cubicBezTo>
                      <a:pt x="339450" y="0"/>
                      <a:pt x="357958" y="7666"/>
                      <a:pt x="371604" y="21312"/>
                    </a:cubicBezTo>
                    <a:cubicBezTo>
                      <a:pt x="385250" y="34958"/>
                      <a:pt x="392916" y="53466"/>
                      <a:pt x="392916" y="72765"/>
                    </a:cubicBezTo>
                    <a:lnTo>
                      <a:pt x="392916" y="436566"/>
                    </a:lnTo>
                    <a:cubicBezTo>
                      <a:pt x="392916" y="476753"/>
                      <a:pt x="360338" y="509331"/>
                      <a:pt x="320151" y="509331"/>
                    </a:cubicBezTo>
                    <a:lnTo>
                      <a:pt x="72765" y="509331"/>
                    </a:lnTo>
                    <a:cubicBezTo>
                      <a:pt x="32578" y="509331"/>
                      <a:pt x="0" y="476753"/>
                      <a:pt x="0" y="436566"/>
                    </a:cubicBezTo>
                    <a:lnTo>
                      <a:pt x="0" y="72765"/>
                    </a:lnTo>
                    <a:cubicBezTo>
                      <a:pt x="0" y="32578"/>
                      <a:pt x="32578" y="0"/>
                      <a:pt x="72765" y="0"/>
                    </a:cubicBezTo>
                    <a:close/>
                  </a:path>
                </a:pathLst>
              </a:custGeom>
              <a:solidFill>
                <a:srgbClr val="000000">
                  <a:alpha val="0"/>
                </a:srgbClr>
              </a:solidFill>
              <a:ln w="38100" cap="sq" cmpd="sng">
                <a:solidFill>
                  <a:srgbClr val="FFFFFF"/>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4"/>
              <p:cNvSpPr txBox="1"/>
              <p:nvPr/>
            </p:nvSpPr>
            <p:spPr>
              <a:xfrm>
                <a:off x="0" y="-38100"/>
                <a:ext cx="392916" cy="547431"/>
              </a:xfrm>
              <a:prstGeom prst="rect">
                <a:avLst/>
              </a:prstGeom>
              <a:noFill/>
              <a:ln>
                <a:noFill/>
              </a:ln>
            </p:spPr>
            <p:txBody>
              <a:bodyPr spcFirstLastPara="1" wrap="square" lIns="39325" tIns="39325" rIns="39325" bIns="39325"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64" name="Google Shape;264;p14"/>
            <p:cNvSpPr txBox="1"/>
            <p:nvPr/>
          </p:nvSpPr>
          <p:spPr>
            <a:xfrm>
              <a:off x="172540" y="59383"/>
              <a:ext cx="506100" cy="984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2399" b="1" i="0" u="none" strike="noStrike" cap="none" dirty="0">
                  <a:solidFill>
                    <a:srgbClr val="FFFFFF"/>
                  </a:solidFill>
                  <a:latin typeface="Dosis"/>
                  <a:ea typeface="Dosis"/>
                  <a:cs typeface="Dosis"/>
                  <a:sym typeface="Dosis"/>
                </a:rPr>
                <a:t>2025</a:t>
              </a:r>
              <a:endParaRPr dirty="0">
                <a:latin typeface="Dosis"/>
                <a:ea typeface="Dosis"/>
                <a:cs typeface="Dosis"/>
                <a:sym typeface="Dosis"/>
              </a:endParaRPr>
            </a:p>
          </p:txBody>
        </p:sp>
      </p:grpSp>
      <p:sp>
        <p:nvSpPr>
          <p:cNvPr id="265" name="Google Shape;265;p14"/>
          <p:cNvSpPr txBox="1"/>
          <p:nvPr/>
        </p:nvSpPr>
        <p:spPr>
          <a:xfrm>
            <a:off x="1028700" y="378896"/>
            <a:ext cx="6787243" cy="147732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8000" i="0" u="none" strike="noStrike" cap="none" dirty="0">
                <a:solidFill>
                  <a:srgbClr val="8C52FF"/>
                </a:solidFill>
                <a:latin typeface="Dosis ExtraBold"/>
                <a:ea typeface="Dosis ExtraBold"/>
                <a:cs typeface="Dosis ExtraBold"/>
                <a:sym typeface="Dosis ExtraBold"/>
              </a:rPr>
              <a:t>INTRODUCTION</a:t>
            </a:r>
            <a:endParaRPr dirty="0">
              <a:latin typeface="Dosis ExtraBold"/>
              <a:ea typeface="Dosis ExtraBold"/>
              <a:cs typeface="Dosis ExtraBold"/>
              <a:sym typeface="Dosis ExtraBold"/>
            </a:endParaRPr>
          </a:p>
        </p:txBody>
      </p:sp>
      <p:sp>
        <p:nvSpPr>
          <p:cNvPr id="266" name="Google Shape;266;p14"/>
          <p:cNvSpPr txBox="1"/>
          <p:nvPr/>
        </p:nvSpPr>
        <p:spPr>
          <a:xfrm>
            <a:off x="1028741" y="2164843"/>
            <a:ext cx="6787202" cy="1869743"/>
          </a:xfrm>
          <a:prstGeom prst="rect">
            <a:avLst/>
          </a:prstGeom>
          <a:noFill/>
          <a:ln>
            <a:noFill/>
          </a:ln>
        </p:spPr>
        <p:txBody>
          <a:bodyPr spcFirstLastPara="1" wrap="square" lIns="0" tIns="0" rIns="0" bIns="0" anchor="t" anchorCtr="0">
            <a:spAutoFit/>
          </a:bodyPr>
          <a:lstStyle/>
          <a:p>
            <a:pPr lvl="0" algn="ctr">
              <a:lnSpc>
                <a:spcPct val="135000"/>
              </a:lnSpc>
            </a:pPr>
            <a:r>
              <a:rPr lang="en-IN" sz="1800" u="sng" dirty="0">
                <a:solidFill>
                  <a:schemeClr val="tx1"/>
                </a:solidFill>
              </a:rPr>
              <a:t>Situation</a:t>
            </a:r>
          </a:p>
          <a:p>
            <a:pPr lvl="0" algn="just">
              <a:lnSpc>
                <a:spcPct val="135000"/>
              </a:lnSpc>
            </a:pPr>
            <a:r>
              <a:rPr lang="en-IN" sz="1800" dirty="0">
                <a:solidFill>
                  <a:srgbClr val="0070C0"/>
                </a:solidFill>
              </a:rPr>
              <a:t>Quick Bite Express, a Bengaluru-based food-tech startup, had established steady growth by connecting customers with local restaurants and cloud kitchens. In June 2025, the company faced operational stress during peak monsoon season.</a:t>
            </a:r>
            <a:endParaRPr sz="1800" dirty="0">
              <a:solidFill>
                <a:srgbClr val="0070C0"/>
              </a:solidFill>
            </a:endParaRPr>
          </a:p>
        </p:txBody>
      </p:sp>
      <p:sp>
        <p:nvSpPr>
          <p:cNvPr id="267" name="Google Shape;267;p14"/>
          <p:cNvSpPr txBox="1"/>
          <p:nvPr/>
        </p:nvSpPr>
        <p:spPr>
          <a:xfrm>
            <a:off x="1028700" y="4414452"/>
            <a:ext cx="6787202" cy="2306016"/>
          </a:xfrm>
          <a:prstGeom prst="rect">
            <a:avLst/>
          </a:prstGeom>
          <a:noFill/>
          <a:ln>
            <a:noFill/>
          </a:ln>
        </p:spPr>
        <p:txBody>
          <a:bodyPr spcFirstLastPara="1" wrap="square" lIns="0" tIns="0" rIns="0" bIns="0" anchor="t" anchorCtr="0">
            <a:spAutoFit/>
          </a:bodyPr>
          <a:lstStyle/>
          <a:p>
            <a:pPr lvl="0" algn="ctr">
              <a:lnSpc>
                <a:spcPct val="135000"/>
              </a:lnSpc>
            </a:pPr>
            <a:r>
              <a:rPr lang="en-IN" sz="1800" u="sng" dirty="0"/>
              <a:t>Complication</a:t>
            </a:r>
            <a:endParaRPr lang="en-IN" sz="1800" u="sng" dirty="0">
              <a:solidFill>
                <a:srgbClr val="0070C0"/>
              </a:solidFill>
            </a:endParaRPr>
          </a:p>
          <a:p>
            <a:pPr lvl="0" algn="just">
              <a:lnSpc>
                <a:spcPct val="135000"/>
              </a:lnSpc>
            </a:pPr>
            <a:r>
              <a:rPr lang="en-IN" sz="1800" dirty="0">
                <a:solidFill>
                  <a:srgbClr val="0070C0"/>
                </a:solidFill>
              </a:rPr>
              <a:t>Food safety violations at partner restaurants and a week-long delivery outage triggered viral social media backlash. This led to rapid customer churn, declining orders, loss of restaurant partners, falling satisfaction scores, and rising customer acquisition costs, while competitors aggressively captured market share.</a:t>
            </a:r>
            <a:r>
              <a:rPr lang="en-US" sz="2100" b="0" i="0" u="none" strike="noStrike" cap="none" dirty="0">
                <a:solidFill>
                  <a:srgbClr val="1E1C1A"/>
                </a:solidFill>
                <a:latin typeface="Dosis"/>
                <a:ea typeface="Dosis"/>
                <a:cs typeface="Dosis"/>
                <a:sym typeface="Dosis"/>
              </a:rPr>
              <a:t>.</a:t>
            </a:r>
            <a:endParaRPr dirty="0"/>
          </a:p>
        </p:txBody>
      </p:sp>
      <p:sp>
        <p:nvSpPr>
          <p:cNvPr id="2" name="Google Shape;267;p14">
            <a:extLst>
              <a:ext uri="{FF2B5EF4-FFF2-40B4-BE49-F238E27FC236}">
                <a16:creationId xmlns:a16="http://schemas.microsoft.com/office/drawing/2014/main" id="{010971A2-FB0B-D5F2-7856-271781EC2625}"/>
              </a:ext>
            </a:extLst>
          </p:cNvPr>
          <p:cNvSpPr txBox="1"/>
          <p:nvPr/>
        </p:nvSpPr>
        <p:spPr>
          <a:xfrm>
            <a:off x="1028700" y="7100335"/>
            <a:ext cx="6787202" cy="2243691"/>
          </a:xfrm>
          <a:prstGeom prst="rect">
            <a:avLst/>
          </a:prstGeom>
          <a:noFill/>
          <a:ln>
            <a:noFill/>
          </a:ln>
        </p:spPr>
        <p:txBody>
          <a:bodyPr spcFirstLastPara="1" wrap="square" lIns="0" tIns="0" rIns="0" bIns="0" anchor="t" anchorCtr="0">
            <a:spAutoFit/>
          </a:bodyPr>
          <a:lstStyle/>
          <a:p>
            <a:pPr algn="ctr">
              <a:lnSpc>
                <a:spcPct val="135000"/>
              </a:lnSpc>
            </a:pPr>
            <a:r>
              <a:rPr lang="en-IN" sz="1800" u="sng" dirty="0"/>
              <a:t>Resolution</a:t>
            </a:r>
            <a:endParaRPr lang="en-IN" sz="1800" u="sng" dirty="0">
              <a:solidFill>
                <a:srgbClr val="0070C0"/>
              </a:solidFill>
            </a:endParaRPr>
          </a:p>
          <a:p>
            <a:pPr algn="just">
              <a:lnSpc>
                <a:spcPct val="135000"/>
              </a:lnSpc>
            </a:pPr>
            <a:r>
              <a:rPr lang="en-IN" sz="1800" dirty="0">
                <a:solidFill>
                  <a:srgbClr val="0070C0"/>
                </a:solidFill>
              </a:rPr>
              <a:t>A data-driven turnaround strategy was implemented to identify recoverable customer segments, fix delivery and food safety gaps, rebuild trust through targeted campaigns, strengthen high-value restaurant partnerships, and monitor recovery using core performance metrics.</a:t>
            </a:r>
          </a:p>
        </p:txBody>
      </p:sp>
    </p:spTree>
  </p:cSld>
  <p:clrMapOvr>
    <a:masterClrMapping/>
  </p:clrMapOvr>
  <mc:AlternateContent xmlns:mc="http://schemas.openxmlformats.org/markup-compatibility/2006" xmlns:p14="http://schemas.microsoft.com/office/powerpoint/2010/main">
    <mc:Choice Requires="p14">
      <p:transition spd="slow" p14:dur="2500" advTm="1943">
        <p:checker/>
      </p:transition>
    </mc:Choice>
    <mc:Fallback xmlns="">
      <p:transition spd="slow" advTm="1943">
        <p:checker/>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116A0653-C367-4972-9739-38E20A1E6BF6}"/>
              </a:ext>
            </a:extLst>
          </p:cNvPr>
          <p:cNvGrpSpPr/>
          <p:nvPr/>
        </p:nvGrpSpPr>
        <p:grpSpPr>
          <a:xfrm>
            <a:off x="1828800" y="1741726"/>
            <a:ext cx="13977257" cy="8440547"/>
            <a:chOff x="1863460" y="1297587"/>
            <a:chExt cx="8465081" cy="5079287"/>
          </a:xfrm>
        </p:grpSpPr>
        <p:grpSp>
          <p:nvGrpSpPr>
            <p:cNvPr id="313" name="Group 312">
              <a:extLst>
                <a:ext uri="{FF2B5EF4-FFF2-40B4-BE49-F238E27FC236}">
                  <a16:creationId xmlns:a16="http://schemas.microsoft.com/office/drawing/2014/main" id="{82AF1837-8A7A-4B2B-B9AC-5F5B482F2B37}"/>
                </a:ext>
              </a:extLst>
            </p:cNvPr>
            <p:cNvGrpSpPr/>
            <p:nvPr/>
          </p:nvGrpSpPr>
          <p:grpSpPr>
            <a:xfrm flipH="1">
              <a:off x="7820825" y="1297587"/>
              <a:ext cx="2016000" cy="885456"/>
              <a:chOff x="8052787" y="2137093"/>
              <a:chExt cx="2016000" cy="885456"/>
            </a:xfrm>
          </p:grpSpPr>
          <p:sp>
            <p:nvSpPr>
              <p:cNvPr id="314" name="TextBox 313">
                <a:extLst>
                  <a:ext uri="{FF2B5EF4-FFF2-40B4-BE49-F238E27FC236}">
                    <a16:creationId xmlns:a16="http://schemas.microsoft.com/office/drawing/2014/main" id="{62302FE3-9A50-45ED-8E7F-CF28AA81B18F}"/>
                  </a:ext>
                </a:extLst>
              </p:cNvPr>
              <p:cNvSpPr txBox="1"/>
              <p:nvPr/>
            </p:nvSpPr>
            <p:spPr>
              <a:xfrm>
                <a:off x="8052787" y="2396736"/>
                <a:ext cx="2016000" cy="625813"/>
              </a:xfrm>
              <a:prstGeom prst="rect">
                <a:avLst/>
              </a:prstGeom>
              <a:noFill/>
            </p:spPr>
            <p:txBody>
              <a:bodyPr wrap="square" lIns="0" tIns="0" rIns="0" bIns="0" rtlCol="0">
                <a:spAutoFit/>
              </a:bodyPr>
              <a:lstStyle/>
              <a:p>
                <a:r>
                  <a:rPr lang="en-IN" sz="2000" dirty="0"/>
                  <a:t>Significant drop in active users and daily orders</a:t>
                </a:r>
                <a:r>
                  <a:rPr lang="en-IN" sz="2000" dirty="0">
                    <a:solidFill>
                      <a:srgbClr val="1E1C1A"/>
                    </a:solidFill>
                    <a:latin typeface="Dosis"/>
                    <a:ea typeface="Dosis"/>
                    <a:cs typeface="Dosis"/>
                    <a:sym typeface="Dosis"/>
                  </a:rPr>
                  <a:t>.</a:t>
                </a:r>
                <a:endParaRPr lang="en-IN" sz="2400" dirty="0"/>
              </a:p>
              <a:p>
                <a:endParaRPr lang="en-US" sz="2100" dirty="0">
                  <a:solidFill>
                    <a:schemeClr val="tx1">
                      <a:lumMod val="65000"/>
                      <a:lumOff val="35000"/>
                    </a:schemeClr>
                  </a:solidFill>
                  <a:cs typeface="Arial" panose="020B0604020202020204" pitchFamily="34" charset="0"/>
                </a:endParaRPr>
              </a:p>
            </p:txBody>
          </p:sp>
          <p:sp>
            <p:nvSpPr>
              <p:cNvPr id="315" name="TextBox 314">
                <a:extLst>
                  <a:ext uri="{FF2B5EF4-FFF2-40B4-BE49-F238E27FC236}">
                    <a16:creationId xmlns:a16="http://schemas.microsoft.com/office/drawing/2014/main" id="{D1D5C55B-75D2-404E-906C-53EFD90C459A}"/>
                  </a:ext>
                </a:extLst>
              </p:cNvPr>
              <p:cNvSpPr txBox="1"/>
              <p:nvPr/>
            </p:nvSpPr>
            <p:spPr>
              <a:xfrm>
                <a:off x="8052787" y="2137093"/>
                <a:ext cx="2016000" cy="222254"/>
              </a:xfrm>
              <a:prstGeom prst="rect">
                <a:avLst/>
              </a:prstGeom>
              <a:noFill/>
            </p:spPr>
            <p:txBody>
              <a:bodyPr wrap="square" lIns="0" tIns="0" rIns="0" bIns="0" rtlCol="0">
                <a:spAutoFit/>
              </a:bodyPr>
              <a:lstStyle/>
              <a:p>
                <a:r>
                  <a:rPr lang="en-US" sz="2400" b="1" dirty="0">
                    <a:solidFill>
                      <a:schemeClr val="accent1"/>
                    </a:solidFill>
                    <a:cs typeface="Arial" panose="020B0604020202020204" pitchFamily="34" charset="0"/>
                  </a:rPr>
                  <a:t>01</a:t>
                </a:r>
              </a:p>
            </p:txBody>
          </p:sp>
        </p:grpSp>
        <p:sp>
          <p:nvSpPr>
            <p:cNvPr id="105" name="Freeform 17">
              <a:extLst>
                <a:ext uri="{FF2B5EF4-FFF2-40B4-BE49-F238E27FC236}">
                  <a16:creationId xmlns:a16="http://schemas.microsoft.com/office/drawing/2014/main" id="{BF657BB1-6394-4C25-B959-E1CC8C782FA5}"/>
                </a:ext>
              </a:extLst>
            </p:cNvPr>
            <p:cNvSpPr>
              <a:spLocks noChangeAspect="1"/>
            </p:cNvSpPr>
            <p:nvPr/>
          </p:nvSpPr>
          <p:spPr bwMode="auto">
            <a:xfrm>
              <a:off x="5315405" y="2502565"/>
              <a:ext cx="1576548" cy="1578088"/>
            </a:xfrm>
            <a:custGeom>
              <a:avLst/>
              <a:gdLst>
                <a:gd name="T0" fmla="*/ 947 w 1152"/>
                <a:gd name="T1" fmla="*/ 948 h 1153"/>
                <a:gd name="T2" fmla="*/ 205 w 1152"/>
                <a:gd name="T3" fmla="*/ 948 h 1153"/>
                <a:gd name="T4" fmla="*/ 205 w 1152"/>
                <a:gd name="T5" fmla="*/ 205 h 1153"/>
                <a:gd name="T6" fmla="*/ 947 w 1152"/>
                <a:gd name="T7" fmla="*/ 205 h 1153"/>
                <a:gd name="T8" fmla="*/ 947 w 1152"/>
                <a:gd name="T9" fmla="*/ 948 h 1153"/>
              </a:gdLst>
              <a:ahLst/>
              <a:cxnLst>
                <a:cxn ang="0">
                  <a:pos x="T0" y="T1"/>
                </a:cxn>
                <a:cxn ang="0">
                  <a:pos x="T2" y="T3"/>
                </a:cxn>
                <a:cxn ang="0">
                  <a:pos x="T4" y="T5"/>
                </a:cxn>
                <a:cxn ang="0">
                  <a:pos x="T6" y="T7"/>
                </a:cxn>
                <a:cxn ang="0">
                  <a:pos x="T8" y="T9"/>
                </a:cxn>
              </a:cxnLst>
              <a:rect l="0" t="0" r="r" b="b"/>
              <a:pathLst>
                <a:path w="1152" h="1153">
                  <a:moveTo>
                    <a:pt x="947" y="948"/>
                  </a:moveTo>
                  <a:cubicBezTo>
                    <a:pt x="742" y="1153"/>
                    <a:pt x="410" y="1153"/>
                    <a:pt x="205" y="948"/>
                  </a:cubicBezTo>
                  <a:cubicBezTo>
                    <a:pt x="0" y="743"/>
                    <a:pt x="0" y="410"/>
                    <a:pt x="205" y="205"/>
                  </a:cubicBezTo>
                  <a:cubicBezTo>
                    <a:pt x="410" y="0"/>
                    <a:pt x="742" y="0"/>
                    <a:pt x="947" y="205"/>
                  </a:cubicBezTo>
                  <a:cubicBezTo>
                    <a:pt x="1152" y="410"/>
                    <a:pt x="1152" y="743"/>
                    <a:pt x="947" y="948"/>
                  </a:cubicBezTo>
                  <a:close/>
                </a:path>
              </a:pathLst>
            </a:custGeom>
            <a:solidFill>
              <a:srgbClr val="FFFFFF"/>
            </a:solidFill>
            <a:ln>
              <a:noFill/>
            </a:ln>
            <a:effectLst>
              <a:outerShdw blurRad="190500" dist="38100" dir="5400000" algn="t" rotWithShape="0">
                <a:prstClr val="black">
                  <a:alpha val="20000"/>
                </a:prstClr>
              </a:outerShdw>
            </a:effectLst>
            <a:extLst>
              <a:ext uri="{91240B29-F687-4F45-9708-019B960494DF}">
                <a14:hiddenLine xmlns:a14="http://schemas.microsoft.com/office/drawing/2010/main" w="9525">
                  <a:solidFill>
                    <a:srgbClr val="000000"/>
                  </a:solidFill>
                  <a:round/>
                  <a:headEnd/>
                  <a:tailEnd/>
                </a14:hiddenLine>
              </a:ext>
            </a:extLst>
          </p:spPr>
          <p:txBody>
            <a:bodyPr vert="horz" wrap="square" lIns="137160" tIns="68580" rIns="137160" bIns="68580" numCol="1" anchor="t" anchorCtr="0" compatLnSpc="1">
              <a:prstTxWarp prst="textNoShape">
                <a:avLst/>
              </a:prstTxWarp>
            </a:bodyPr>
            <a:lstStyle/>
            <a:p>
              <a:endParaRPr lang="en-US" sz="2100" dirty="0"/>
            </a:p>
          </p:txBody>
        </p:sp>
        <p:sp>
          <p:nvSpPr>
            <p:cNvPr id="106" name="Freeform 6">
              <a:extLst>
                <a:ext uri="{FF2B5EF4-FFF2-40B4-BE49-F238E27FC236}">
                  <a16:creationId xmlns:a16="http://schemas.microsoft.com/office/drawing/2014/main" id="{A4B460E8-9FA5-444B-84B0-6E8F9D057A69}"/>
                </a:ext>
              </a:extLst>
            </p:cNvPr>
            <p:cNvSpPr>
              <a:spLocks/>
            </p:cNvSpPr>
            <p:nvPr/>
          </p:nvSpPr>
          <p:spPr bwMode="auto">
            <a:xfrm>
              <a:off x="4082987" y="1503241"/>
              <a:ext cx="1920875" cy="1900671"/>
            </a:xfrm>
            <a:custGeom>
              <a:avLst/>
              <a:gdLst>
                <a:gd name="T0" fmla="*/ 188 w 196"/>
                <a:gd name="T1" fmla="*/ 76 h 194"/>
                <a:gd name="T2" fmla="*/ 77 w 196"/>
                <a:gd name="T3" fmla="*/ 128 h 194"/>
                <a:gd name="T4" fmla="*/ 1 w 196"/>
                <a:gd name="T5" fmla="*/ 194 h 194"/>
                <a:gd name="T6" fmla="*/ 24 w 196"/>
                <a:gd name="T7" fmla="*/ 87 h 194"/>
                <a:gd name="T8" fmla="*/ 109 w 196"/>
                <a:gd name="T9" fmla="*/ 5 h 194"/>
                <a:gd name="T10" fmla="*/ 168 w 196"/>
                <a:gd name="T11" fmla="*/ 13 h 194"/>
                <a:gd name="T12" fmla="*/ 188 w 196"/>
                <a:gd name="T13" fmla="*/ 76 h 194"/>
              </a:gdLst>
              <a:ahLst/>
              <a:cxnLst>
                <a:cxn ang="0">
                  <a:pos x="T0" y="T1"/>
                </a:cxn>
                <a:cxn ang="0">
                  <a:pos x="T2" y="T3"/>
                </a:cxn>
                <a:cxn ang="0">
                  <a:pos x="T4" y="T5"/>
                </a:cxn>
                <a:cxn ang="0">
                  <a:pos x="T6" y="T7"/>
                </a:cxn>
                <a:cxn ang="0">
                  <a:pos x="T8" y="T9"/>
                </a:cxn>
                <a:cxn ang="0">
                  <a:pos x="T10" y="T11"/>
                </a:cxn>
                <a:cxn ang="0">
                  <a:pos x="T12" y="T13"/>
                </a:cxn>
              </a:cxnLst>
              <a:rect l="0" t="0" r="r" b="b"/>
              <a:pathLst>
                <a:path w="196" h="194">
                  <a:moveTo>
                    <a:pt x="188" y="76"/>
                  </a:moveTo>
                  <a:cubicBezTo>
                    <a:pt x="173" y="122"/>
                    <a:pt x="116" y="119"/>
                    <a:pt x="77" y="128"/>
                  </a:cubicBezTo>
                  <a:cubicBezTo>
                    <a:pt x="40" y="137"/>
                    <a:pt x="12" y="158"/>
                    <a:pt x="1" y="194"/>
                  </a:cubicBezTo>
                  <a:cubicBezTo>
                    <a:pt x="0" y="156"/>
                    <a:pt x="7" y="120"/>
                    <a:pt x="24" y="87"/>
                  </a:cubicBezTo>
                  <a:cubicBezTo>
                    <a:pt x="42" y="52"/>
                    <a:pt x="70" y="16"/>
                    <a:pt x="109" y="5"/>
                  </a:cubicBezTo>
                  <a:cubicBezTo>
                    <a:pt x="128" y="0"/>
                    <a:pt x="151" y="2"/>
                    <a:pt x="168" y="13"/>
                  </a:cubicBezTo>
                  <a:cubicBezTo>
                    <a:pt x="187" y="27"/>
                    <a:pt x="196" y="54"/>
                    <a:pt x="188" y="76"/>
                  </a:cubicBezTo>
                  <a:close/>
                </a:path>
              </a:pathLst>
            </a:custGeom>
            <a:gradFill>
              <a:gsLst>
                <a:gs pos="0">
                  <a:schemeClr val="accent5"/>
                </a:gs>
                <a:gs pos="100000">
                  <a:schemeClr val="accent5">
                    <a:lumMod val="75000"/>
                  </a:schemeClr>
                </a:gs>
              </a:gsLst>
              <a:lin ang="12600000" scaled="0"/>
            </a:gradFill>
            <a:ln>
              <a:noFill/>
            </a:ln>
          </p:spPr>
          <p:txBody>
            <a:bodyPr vert="horz" wrap="square" lIns="68580" tIns="34290" rIns="68580" bIns="34290" numCol="1" anchor="t" anchorCtr="0" compatLnSpc="1">
              <a:prstTxWarp prst="textNoShape">
                <a:avLst/>
              </a:prstTxWarp>
            </a:bodyPr>
            <a:lstStyle/>
            <a:p>
              <a:endParaRPr lang="th-TH" sz="2516"/>
            </a:p>
          </p:txBody>
        </p:sp>
        <p:sp>
          <p:nvSpPr>
            <p:cNvPr id="107" name="Freeform 7">
              <a:extLst>
                <a:ext uri="{FF2B5EF4-FFF2-40B4-BE49-F238E27FC236}">
                  <a16:creationId xmlns:a16="http://schemas.microsoft.com/office/drawing/2014/main" id="{1E051BE6-5336-4DBE-9AEC-41BD7AE5A57A}"/>
                </a:ext>
              </a:extLst>
            </p:cNvPr>
            <p:cNvSpPr>
              <a:spLocks/>
            </p:cNvSpPr>
            <p:nvPr/>
          </p:nvSpPr>
          <p:spPr bwMode="auto">
            <a:xfrm>
              <a:off x="6640305" y="2188753"/>
              <a:ext cx="1459779" cy="2371148"/>
            </a:xfrm>
            <a:custGeom>
              <a:avLst/>
              <a:gdLst>
                <a:gd name="T0" fmla="*/ 11 w 149"/>
                <a:gd name="T1" fmla="*/ 196 h 242"/>
                <a:gd name="T2" fmla="*/ 80 w 149"/>
                <a:gd name="T3" fmla="*/ 95 h 242"/>
                <a:gd name="T4" fmla="*/ 112 w 149"/>
                <a:gd name="T5" fmla="*/ 0 h 242"/>
                <a:gd name="T6" fmla="*/ 147 w 149"/>
                <a:gd name="T7" fmla="*/ 104 h 242"/>
                <a:gd name="T8" fmla="*/ 115 w 149"/>
                <a:gd name="T9" fmla="*/ 217 h 242"/>
                <a:gd name="T10" fmla="*/ 60 w 149"/>
                <a:gd name="T11" fmla="*/ 240 h 242"/>
                <a:gd name="T12" fmla="*/ 11 w 149"/>
                <a:gd name="T13" fmla="*/ 196 h 242"/>
              </a:gdLst>
              <a:ahLst/>
              <a:cxnLst>
                <a:cxn ang="0">
                  <a:pos x="T0" y="T1"/>
                </a:cxn>
                <a:cxn ang="0">
                  <a:pos x="T2" y="T3"/>
                </a:cxn>
                <a:cxn ang="0">
                  <a:pos x="T4" y="T5"/>
                </a:cxn>
                <a:cxn ang="0">
                  <a:pos x="T6" y="T7"/>
                </a:cxn>
                <a:cxn ang="0">
                  <a:pos x="T8" y="T9"/>
                </a:cxn>
                <a:cxn ang="0">
                  <a:pos x="T10" y="T11"/>
                </a:cxn>
                <a:cxn ang="0">
                  <a:pos x="T12" y="T13"/>
                </a:cxn>
              </a:cxnLst>
              <a:rect l="0" t="0" r="r" b="b"/>
              <a:pathLst>
                <a:path w="149" h="242">
                  <a:moveTo>
                    <a:pt x="11" y="196"/>
                  </a:moveTo>
                  <a:cubicBezTo>
                    <a:pt x="0" y="149"/>
                    <a:pt x="52" y="123"/>
                    <a:pt x="80" y="95"/>
                  </a:cubicBezTo>
                  <a:cubicBezTo>
                    <a:pt x="107" y="69"/>
                    <a:pt x="121" y="37"/>
                    <a:pt x="112" y="0"/>
                  </a:cubicBezTo>
                  <a:cubicBezTo>
                    <a:pt x="132" y="32"/>
                    <a:pt x="144" y="67"/>
                    <a:pt x="147" y="104"/>
                  </a:cubicBezTo>
                  <a:cubicBezTo>
                    <a:pt x="149" y="142"/>
                    <a:pt x="143" y="188"/>
                    <a:pt x="115" y="217"/>
                  </a:cubicBezTo>
                  <a:cubicBezTo>
                    <a:pt x="101" y="232"/>
                    <a:pt x="81" y="242"/>
                    <a:pt x="60" y="240"/>
                  </a:cubicBezTo>
                  <a:cubicBezTo>
                    <a:pt x="36" y="238"/>
                    <a:pt x="16" y="220"/>
                    <a:pt x="11" y="196"/>
                  </a:cubicBezTo>
                  <a:close/>
                </a:path>
              </a:pathLst>
            </a:custGeom>
            <a:gradFill>
              <a:gsLst>
                <a:gs pos="0">
                  <a:schemeClr val="accent2"/>
                </a:gs>
                <a:gs pos="100000">
                  <a:schemeClr val="accent2">
                    <a:lumMod val="75000"/>
                  </a:schemeClr>
                </a:gs>
              </a:gsLst>
              <a:lin ang="12600000" scaled="0"/>
            </a:gradFill>
            <a:ln>
              <a:noFill/>
            </a:ln>
          </p:spPr>
          <p:txBody>
            <a:bodyPr vert="horz" wrap="square" lIns="68580" tIns="34290" rIns="68580" bIns="34290" numCol="1" anchor="t" anchorCtr="0" compatLnSpc="1">
              <a:prstTxWarp prst="textNoShape">
                <a:avLst/>
              </a:prstTxWarp>
            </a:bodyPr>
            <a:lstStyle/>
            <a:p>
              <a:endParaRPr lang="th-TH" sz="2516"/>
            </a:p>
          </p:txBody>
        </p:sp>
        <p:sp>
          <p:nvSpPr>
            <p:cNvPr id="108" name="Freeform 8">
              <a:extLst>
                <a:ext uri="{FF2B5EF4-FFF2-40B4-BE49-F238E27FC236}">
                  <a16:creationId xmlns:a16="http://schemas.microsoft.com/office/drawing/2014/main" id="{5AE90DFC-034B-4823-8902-440BF645FD2D}"/>
                </a:ext>
              </a:extLst>
            </p:cNvPr>
            <p:cNvSpPr>
              <a:spLocks/>
            </p:cNvSpPr>
            <p:nvPr/>
          </p:nvSpPr>
          <p:spPr bwMode="auto">
            <a:xfrm>
              <a:off x="5288766" y="3981905"/>
              <a:ext cx="2438977" cy="1440296"/>
            </a:xfrm>
            <a:custGeom>
              <a:avLst/>
              <a:gdLst>
                <a:gd name="T0" fmla="*/ 30 w 249"/>
                <a:gd name="T1" fmla="*/ 26 h 147"/>
                <a:gd name="T2" fmla="*/ 149 w 249"/>
                <a:gd name="T3" fmla="*/ 56 h 147"/>
                <a:gd name="T4" fmla="*/ 249 w 249"/>
                <a:gd name="T5" fmla="*/ 53 h 147"/>
                <a:gd name="T6" fmla="*/ 164 w 249"/>
                <a:gd name="T7" fmla="*/ 121 h 147"/>
                <a:gd name="T8" fmla="*/ 47 w 249"/>
                <a:gd name="T9" fmla="*/ 131 h 147"/>
                <a:gd name="T10" fmla="*/ 7 w 249"/>
                <a:gd name="T11" fmla="*/ 88 h 147"/>
                <a:gd name="T12" fmla="*/ 30 w 249"/>
                <a:gd name="T13" fmla="*/ 26 h 147"/>
              </a:gdLst>
              <a:ahLst/>
              <a:cxnLst>
                <a:cxn ang="0">
                  <a:pos x="T0" y="T1"/>
                </a:cxn>
                <a:cxn ang="0">
                  <a:pos x="T2" y="T3"/>
                </a:cxn>
                <a:cxn ang="0">
                  <a:pos x="T4" y="T5"/>
                </a:cxn>
                <a:cxn ang="0">
                  <a:pos x="T6" y="T7"/>
                </a:cxn>
                <a:cxn ang="0">
                  <a:pos x="T8" y="T9"/>
                </a:cxn>
                <a:cxn ang="0">
                  <a:pos x="T10" y="T11"/>
                </a:cxn>
                <a:cxn ang="0">
                  <a:pos x="T12" y="T13"/>
                </a:cxn>
              </a:cxnLst>
              <a:rect l="0" t="0" r="r" b="b"/>
              <a:pathLst>
                <a:path w="249" h="147">
                  <a:moveTo>
                    <a:pt x="30" y="26"/>
                  </a:moveTo>
                  <a:cubicBezTo>
                    <a:pt x="71" y="0"/>
                    <a:pt x="113" y="39"/>
                    <a:pt x="149" y="56"/>
                  </a:cubicBezTo>
                  <a:cubicBezTo>
                    <a:pt x="183" y="71"/>
                    <a:pt x="218" y="73"/>
                    <a:pt x="249" y="53"/>
                  </a:cubicBezTo>
                  <a:cubicBezTo>
                    <a:pt x="227" y="82"/>
                    <a:pt x="199" y="106"/>
                    <a:pt x="164" y="121"/>
                  </a:cubicBezTo>
                  <a:cubicBezTo>
                    <a:pt x="129" y="137"/>
                    <a:pt x="84" y="147"/>
                    <a:pt x="47" y="131"/>
                  </a:cubicBezTo>
                  <a:cubicBezTo>
                    <a:pt x="29" y="123"/>
                    <a:pt x="12" y="108"/>
                    <a:pt x="7" y="88"/>
                  </a:cubicBezTo>
                  <a:cubicBezTo>
                    <a:pt x="0" y="65"/>
                    <a:pt x="10" y="39"/>
                    <a:pt x="30" y="26"/>
                  </a:cubicBezTo>
                  <a:close/>
                </a:path>
              </a:pathLst>
            </a:custGeom>
            <a:gradFill>
              <a:gsLst>
                <a:gs pos="0">
                  <a:schemeClr val="accent3"/>
                </a:gs>
                <a:gs pos="100000">
                  <a:schemeClr val="accent3">
                    <a:lumMod val="75000"/>
                  </a:schemeClr>
                </a:gs>
              </a:gsLst>
              <a:lin ang="12600000" scaled="0"/>
            </a:gradFill>
            <a:ln>
              <a:noFill/>
            </a:ln>
          </p:spPr>
          <p:txBody>
            <a:bodyPr vert="horz" wrap="square" lIns="68580" tIns="34290" rIns="68580" bIns="34290" numCol="1" anchor="t" anchorCtr="0" compatLnSpc="1">
              <a:prstTxWarp prst="textNoShape">
                <a:avLst/>
              </a:prstTxWarp>
            </a:bodyPr>
            <a:lstStyle/>
            <a:p>
              <a:endParaRPr lang="th-TH" sz="2516"/>
            </a:p>
          </p:txBody>
        </p:sp>
        <p:sp>
          <p:nvSpPr>
            <p:cNvPr id="109" name="Freeform 9">
              <a:extLst>
                <a:ext uri="{FF2B5EF4-FFF2-40B4-BE49-F238E27FC236}">
                  <a16:creationId xmlns:a16="http://schemas.microsoft.com/office/drawing/2014/main" id="{CF01E1DE-3C18-4F34-9F46-DF102FA556DC}"/>
                </a:ext>
              </a:extLst>
            </p:cNvPr>
            <p:cNvSpPr>
              <a:spLocks/>
            </p:cNvSpPr>
            <p:nvPr/>
          </p:nvSpPr>
          <p:spPr bwMode="auto">
            <a:xfrm>
              <a:off x="4132055" y="2952917"/>
              <a:ext cx="1391227" cy="2283114"/>
            </a:xfrm>
            <a:custGeom>
              <a:avLst/>
              <a:gdLst>
                <a:gd name="T0" fmla="*/ 98 w 142"/>
                <a:gd name="T1" fmla="*/ 17 h 233"/>
                <a:gd name="T2" fmla="*/ 107 w 142"/>
                <a:gd name="T3" fmla="*/ 139 h 233"/>
                <a:gd name="T4" fmla="*/ 142 w 142"/>
                <a:gd name="T5" fmla="*/ 233 h 233"/>
                <a:gd name="T6" fmla="*/ 50 w 142"/>
                <a:gd name="T7" fmla="*/ 174 h 233"/>
                <a:gd name="T8" fmla="*/ 4 w 142"/>
                <a:gd name="T9" fmla="*/ 66 h 233"/>
                <a:gd name="T10" fmla="*/ 32 w 142"/>
                <a:gd name="T11" fmla="*/ 14 h 233"/>
                <a:gd name="T12" fmla="*/ 98 w 142"/>
                <a:gd name="T13" fmla="*/ 17 h 233"/>
              </a:gdLst>
              <a:ahLst/>
              <a:cxnLst>
                <a:cxn ang="0">
                  <a:pos x="T0" y="T1"/>
                </a:cxn>
                <a:cxn ang="0">
                  <a:pos x="T2" y="T3"/>
                </a:cxn>
                <a:cxn ang="0">
                  <a:pos x="T4" y="T5"/>
                </a:cxn>
                <a:cxn ang="0">
                  <a:pos x="T6" y="T7"/>
                </a:cxn>
                <a:cxn ang="0">
                  <a:pos x="T8" y="T9"/>
                </a:cxn>
                <a:cxn ang="0">
                  <a:pos x="T10" y="T11"/>
                </a:cxn>
                <a:cxn ang="0">
                  <a:pos x="T12" y="T13"/>
                </a:cxn>
              </a:cxnLst>
              <a:rect l="0" t="0" r="r" b="b"/>
              <a:pathLst>
                <a:path w="142" h="233">
                  <a:moveTo>
                    <a:pt x="98" y="17"/>
                  </a:moveTo>
                  <a:cubicBezTo>
                    <a:pt x="136" y="47"/>
                    <a:pt x="112" y="99"/>
                    <a:pt x="107" y="139"/>
                  </a:cubicBezTo>
                  <a:cubicBezTo>
                    <a:pt x="103" y="176"/>
                    <a:pt x="112" y="210"/>
                    <a:pt x="142" y="233"/>
                  </a:cubicBezTo>
                  <a:cubicBezTo>
                    <a:pt x="107" y="221"/>
                    <a:pt x="75" y="202"/>
                    <a:pt x="50" y="174"/>
                  </a:cubicBezTo>
                  <a:cubicBezTo>
                    <a:pt x="24" y="145"/>
                    <a:pt x="0" y="106"/>
                    <a:pt x="4" y="66"/>
                  </a:cubicBezTo>
                  <a:cubicBezTo>
                    <a:pt x="5" y="46"/>
                    <a:pt x="15" y="25"/>
                    <a:pt x="32" y="14"/>
                  </a:cubicBezTo>
                  <a:cubicBezTo>
                    <a:pt x="52" y="0"/>
                    <a:pt x="80" y="2"/>
                    <a:pt x="98" y="17"/>
                  </a:cubicBezTo>
                  <a:close/>
                </a:path>
              </a:pathLst>
            </a:custGeom>
            <a:gradFill>
              <a:gsLst>
                <a:gs pos="0">
                  <a:schemeClr val="accent4"/>
                </a:gs>
                <a:gs pos="100000">
                  <a:schemeClr val="accent4">
                    <a:lumMod val="75000"/>
                  </a:schemeClr>
                </a:gs>
              </a:gsLst>
              <a:lin ang="12600000" scaled="0"/>
            </a:gradFill>
            <a:ln>
              <a:noFill/>
            </a:ln>
          </p:spPr>
          <p:txBody>
            <a:bodyPr vert="horz" wrap="square" lIns="68580" tIns="34290" rIns="68580" bIns="34290" numCol="1" anchor="t" anchorCtr="0" compatLnSpc="1">
              <a:prstTxWarp prst="textNoShape">
                <a:avLst/>
              </a:prstTxWarp>
            </a:bodyPr>
            <a:lstStyle/>
            <a:p>
              <a:endParaRPr lang="th-TH" sz="2516"/>
            </a:p>
          </p:txBody>
        </p:sp>
        <p:sp>
          <p:nvSpPr>
            <p:cNvPr id="110" name="Freeform 10">
              <a:extLst>
                <a:ext uri="{FF2B5EF4-FFF2-40B4-BE49-F238E27FC236}">
                  <a16:creationId xmlns:a16="http://schemas.microsoft.com/office/drawing/2014/main" id="{D127DC08-594D-46B3-94A4-A904D0D4983B}"/>
                </a:ext>
              </a:extLst>
            </p:cNvPr>
            <p:cNvSpPr>
              <a:spLocks/>
            </p:cNvSpPr>
            <p:nvPr/>
          </p:nvSpPr>
          <p:spPr bwMode="auto">
            <a:xfrm>
              <a:off x="5494419" y="1297587"/>
              <a:ext cx="2194358" cy="1625745"/>
            </a:xfrm>
            <a:custGeom>
              <a:avLst/>
              <a:gdLst>
                <a:gd name="T0" fmla="*/ 161 w 224"/>
                <a:gd name="T1" fmla="*/ 164 h 166"/>
                <a:gd name="T2" fmla="*/ 82 w 224"/>
                <a:gd name="T3" fmla="*/ 70 h 166"/>
                <a:gd name="T4" fmla="*/ 0 w 224"/>
                <a:gd name="T5" fmla="*/ 14 h 166"/>
                <a:gd name="T6" fmla="*/ 109 w 224"/>
                <a:gd name="T7" fmla="*/ 8 h 166"/>
                <a:gd name="T8" fmla="*/ 209 w 224"/>
                <a:gd name="T9" fmla="*/ 69 h 166"/>
                <a:gd name="T10" fmla="*/ 217 w 224"/>
                <a:gd name="T11" fmla="*/ 128 h 166"/>
                <a:gd name="T12" fmla="*/ 161 w 224"/>
                <a:gd name="T13" fmla="*/ 164 h 166"/>
              </a:gdLst>
              <a:ahLst/>
              <a:cxnLst>
                <a:cxn ang="0">
                  <a:pos x="T0" y="T1"/>
                </a:cxn>
                <a:cxn ang="0">
                  <a:pos x="T2" y="T3"/>
                </a:cxn>
                <a:cxn ang="0">
                  <a:pos x="T4" y="T5"/>
                </a:cxn>
                <a:cxn ang="0">
                  <a:pos x="T6" y="T7"/>
                </a:cxn>
                <a:cxn ang="0">
                  <a:pos x="T8" y="T9"/>
                </a:cxn>
                <a:cxn ang="0">
                  <a:pos x="T10" y="T11"/>
                </a:cxn>
                <a:cxn ang="0">
                  <a:pos x="T12" y="T13"/>
                </a:cxn>
              </a:cxnLst>
              <a:rect l="0" t="0" r="r" b="b"/>
              <a:pathLst>
                <a:path w="224" h="166">
                  <a:moveTo>
                    <a:pt x="161" y="164"/>
                  </a:moveTo>
                  <a:cubicBezTo>
                    <a:pt x="113" y="162"/>
                    <a:pt x="102" y="105"/>
                    <a:pt x="82" y="70"/>
                  </a:cubicBezTo>
                  <a:cubicBezTo>
                    <a:pt x="64" y="37"/>
                    <a:pt x="37" y="15"/>
                    <a:pt x="0" y="14"/>
                  </a:cubicBezTo>
                  <a:cubicBezTo>
                    <a:pt x="35" y="3"/>
                    <a:pt x="72" y="0"/>
                    <a:pt x="109" y="8"/>
                  </a:cubicBezTo>
                  <a:cubicBezTo>
                    <a:pt x="147" y="16"/>
                    <a:pt x="189" y="35"/>
                    <a:pt x="209" y="69"/>
                  </a:cubicBezTo>
                  <a:cubicBezTo>
                    <a:pt x="220" y="87"/>
                    <a:pt x="224" y="109"/>
                    <a:pt x="217" y="128"/>
                  </a:cubicBezTo>
                  <a:cubicBezTo>
                    <a:pt x="209" y="151"/>
                    <a:pt x="185" y="166"/>
                    <a:pt x="161" y="164"/>
                  </a:cubicBezTo>
                  <a:close/>
                </a:path>
              </a:pathLst>
            </a:custGeom>
            <a:gradFill>
              <a:gsLst>
                <a:gs pos="0">
                  <a:schemeClr val="accent1"/>
                </a:gs>
                <a:gs pos="100000">
                  <a:schemeClr val="accent1">
                    <a:lumMod val="75000"/>
                  </a:schemeClr>
                </a:gs>
              </a:gsLst>
              <a:lin ang="12600000" scaled="0"/>
            </a:gradFill>
            <a:ln>
              <a:noFill/>
            </a:ln>
          </p:spPr>
          <p:txBody>
            <a:bodyPr vert="horz" wrap="square" lIns="68580" tIns="34290" rIns="68580" bIns="34290" numCol="1" anchor="t" anchorCtr="0" compatLnSpc="1">
              <a:prstTxWarp prst="textNoShape">
                <a:avLst/>
              </a:prstTxWarp>
            </a:bodyPr>
            <a:lstStyle/>
            <a:p>
              <a:endParaRPr lang="th-TH" sz="2516" dirty="0"/>
            </a:p>
          </p:txBody>
        </p:sp>
        <p:sp>
          <p:nvSpPr>
            <p:cNvPr id="111" name="Freeform 11">
              <a:extLst>
                <a:ext uri="{FF2B5EF4-FFF2-40B4-BE49-F238E27FC236}">
                  <a16:creationId xmlns:a16="http://schemas.microsoft.com/office/drawing/2014/main" id="{C208053D-AFDB-4498-8BD6-160C3C4D40F1}"/>
                </a:ext>
              </a:extLst>
            </p:cNvPr>
            <p:cNvSpPr>
              <a:spLocks/>
            </p:cNvSpPr>
            <p:nvPr/>
          </p:nvSpPr>
          <p:spPr bwMode="auto">
            <a:xfrm>
              <a:off x="4857254" y="1542207"/>
              <a:ext cx="1018886" cy="1028989"/>
            </a:xfrm>
            <a:custGeom>
              <a:avLst/>
              <a:gdLst>
                <a:gd name="T0" fmla="*/ 97 w 104"/>
                <a:gd name="T1" fmla="*/ 39 h 105"/>
                <a:gd name="T2" fmla="*/ 38 w 104"/>
                <a:gd name="T3" fmla="*/ 8 h 105"/>
                <a:gd name="T4" fmla="*/ 7 w 104"/>
                <a:gd name="T5" fmla="*/ 66 h 105"/>
                <a:gd name="T6" fmla="*/ 66 w 104"/>
                <a:gd name="T7" fmla="*/ 97 h 105"/>
                <a:gd name="T8" fmla="*/ 97 w 104"/>
                <a:gd name="T9" fmla="*/ 39 h 105"/>
              </a:gdLst>
              <a:ahLst/>
              <a:cxnLst>
                <a:cxn ang="0">
                  <a:pos x="T0" y="T1"/>
                </a:cxn>
                <a:cxn ang="0">
                  <a:pos x="T2" y="T3"/>
                </a:cxn>
                <a:cxn ang="0">
                  <a:pos x="T4" y="T5"/>
                </a:cxn>
                <a:cxn ang="0">
                  <a:pos x="T6" y="T7"/>
                </a:cxn>
                <a:cxn ang="0">
                  <a:pos x="T8" y="T9"/>
                </a:cxn>
              </a:cxnLst>
              <a:rect l="0" t="0" r="r" b="b"/>
              <a:pathLst>
                <a:path w="104" h="105">
                  <a:moveTo>
                    <a:pt x="97" y="39"/>
                  </a:moveTo>
                  <a:cubicBezTo>
                    <a:pt x="89" y="14"/>
                    <a:pt x="63" y="0"/>
                    <a:pt x="38" y="8"/>
                  </a:cubicBezTo>
                  <a:cubicBezTo>
                    <a:pt x="14" y="15"/>
                    <a:pt x="0" y="41"/>
                    <a:pt x="7" y="66"/>
                  </a:cubicBezTo>
                  <a:cubicBezTo>
                    <a:pt x="15" y="91"/>
                    <a:pt x="41" y="105"/>
                    <a:pt x="66" y="97"/>
                  </a:cubicBezTo>
                  <a:cubicBezTo>
                    <a:pt x="90" y="90"/>
                    <a:pt x="104" y="64"/>
                    <a:pt x="97" y="39"/>
                  </a:cubicBez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th-TH" sz="2516"/>
            </a:p>
          </p:txBody>
        </p:sp>
        <p:sp>
          <p:nvSpPr>
            <p:cNvPr id="112" name="Freeform 12">
              <a:extLst>
                <a:ext uri="{FF2B5EF4-FFF2-40B4-BE49-F238E27FC236}">
                  <a16:creationId xmlns:a16="http://schemas.microsoft.com/office/drawing/2014/main" id="{CB82BA7B-7ECE-4EEC-BBE9-98F402A491E1}"/>
                </a:ext>
              </a:extLst>
            </p:cNvPr>
            <p:cNvSpPr>
              <a:spLocks/>
            </p:cNvSpPr>
            <p:nvPr/>
          </p:nvSpPr>
          <p:spPr bwMode="auto">
            <a:xfrm>
              <a:off x="6581857" y="1835894"/>
              <a:ext cx="1018886" cy="1028989"/>
            </a:xfrm>
            <a:custGeom>
              <a:avLst/>
              <a:gdLst>
                <a:gd name="T0" fmla="*/ 96 w 104"/>
                <a:gd name="T1" fmla="*/ 39 h 105"/>
                <a:gd name="T2" fmla="*/ 38 w 104"/>
                <a:gd name="T3" fmla="*/ 8 h 105"/>
                <a:gd name="T4" fmla="*/ 7 w 104"/>
                <a:gd name="T5" fmla="*/ 66 h 105"/>
                <a:gd name="T6" fmla="*/ 65 w 104"/>
                <a:gd name="T7" fmla="*/ 97 h 105"/>
                <a:gd name="T8" fmla="*/ 96 w 104"/>
                <a:gd name="T9" fmla="*/ 39 h 105"/>
              </a:gdLst>
              <a:ahLst/>
              <a:cxnLst>
                <a:cxn ang="0">
                  <a:pos x="T0" y="T1"/>
                </a:cxn>
                <a:cxn ang="0">
                  <a:pos x="T2" y="T3"/>
                </a:cxn>
                <a:cxn ang="0">
                  <a:pos x="T4" y="T5"/>
                </a:cxn>
                <a:cxn ang="0">
                  <a:pos x="T6" y="T7"/>
                </a:cxn>
                <a:cxn ang="0">
                  <a:pos x="T8" y="T9"/>
                </a:cxn>
              </a:cxnLst>
              <a:rect l="0" t="0" r="r" b="b"/>
              <a:pathLst>
                <a:path w="104" h="105">
                  <a:moveTo>
                    <a:pt x="96" y="39"/>
                  </a:moveTo>
                  <a:cubicBezTo>
                    <a:pt x="89" y="14"/>
                    <a:pt x="63" y="0"/>
                    <a:pt x="38" y="8"/>
                  </a:cubicBezTo>
                  <a:cubicBezTo>
                    <a:pt x="13" y="15"/>
                    <a:pt x="0" y="41"/>
                    <a:pt x="7" y="66"/>
                  </a:cubicBezTo>
                  <a:cubicBezTo>
                    <a:pt x="15" y="91"/>
                    <a:pt x="41" y="105"/>
                    <a:pt x="65" y="97"/>
                  </a:cubicBezTo>
                  <a:cubicBezTo>
                    <a:pt x="90" y="89"/>
                    <a:pt x="104" y="63"/>
                    <a:pt x="96" y="39"/>
                  </a:cubicBez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th-TH" sz="2516"/>
            </a:p>
          </p:txBody>
        </p:sp>
        <p:sp>
          <p:nvSpPr>
            <p:cNvPr id="113" name="Freeform 13">
              <a:extLst>
                <a:ext uri="{FF2B5EF4-FFF2-40B4-BE49-F238E27FC236}">
                  <a16:creationId xmlns:a16="http://schemas.microsoft.com/office/drawing/2014/main" id="{7DE96E16-4D80-4E7F-955F-F342B69493C0}"/>
                </a:ext>
              </a:extLst>
            </p:cNvPr>
            <p:cNvSpPr>
              <a:spLocks/>
            </p:cNvSpPr>
            <p:nvPr/>
          </p:nvSpPr>
          <p:spPr bwMode="auto">
            <a:xfrm>
              <a:off x="6787510" y="3472463"/>
              <a:ext cx="1018886" cy="1018886"/>
            </a:xfrm>
            <a:custGeom>
              <a:avLst/>
              <a:gdLst>
                <a:gd name="T0" fmla="*/ 97 w 104"/>
                <a:gd name="T1" fmla="*/ 38 h 104"/>
                <a:gd name="T2" fmla="*/ 38 w 104"/>
                <a:gd name="T3" fmla="*/ 7 h 104"/>
                <a:gd name="T4" fmla="*/ 7 w 104"/>
                <a:gd name="T5" fmla="*/ 66 h 104"/>
                <a:gd name="T6" fmla="*/ 65 w 104"/>
                <a:gd name="T7" fmla="*/ 97 h 104"/>
                <a:gd name="T8" fmla="*/ 97 w 104"/>
                <a:gd name="T9" fmla="*/ 38 h 104"/>
              </a:gdLst>
              <a:ahLst/>
              <a:cxnLst>
                <a:cxn ang="0">
                  <a:pos x="T0" y="T1"/>
                </a:cxn>
                <a:cxn ang="0">
                  <a:pos x="T2" y="T3"/>
                </a:cxn>
                <a:cxn ang="0">
                  <a:pos x="T4" y="T5"/>
                </a:cxn>
                <a:cxn ang="0">
                  <a:pos x="T6" y="T7"/>
                </a:cxn>
                <a:cxn ang="0">
                  <a:pos x="T8" y="T9"/>
                </a:cxn>
              </a:cxnLst>
              <a:rect l="0" t="0" r="r" b="b"/>
              <a:pathLst>
                <a:path w="104" h="104">
                  <a:moveTo>
                    <a:pt x="97" y="38"/>
                  </a:moveTo>
                  <a:cubicBezTo>
                    <a:pt x="89" y="14"/>
                    <a:pt x="63" y="0"/>
                    <a:pt x="38" y="7"/>
                  </a:cubicBezTo>
                  <a:cubicBezTo>
                    <a:pt x="13" y="15"/>
                    <a:pt x="0" y="41"/>
                    <a:pt x="7" y="66"/>
                  </a:cubicBezTo>
                  <a:cubicBezTo>
                    <a:pt x="15" y="90"/>
                    <a:pt x="41" y="104"/>
                    <a:pt x="65" y="97"/>
                  </a:cubicBezTo>
                  <a:cubicBezTo>
                    <a:pt x="90" y="89"/>
                    <a:pt x="104" y="63"/>
                    <a:pt x="97" y="38"/>
                  </a:cubicBez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th-TH" sz="2516"/>
            </a:p>
          </p:txBody>
        </p:sp>
        <p:sp>
          <p:nvSpPr>
            <p:cNvPr id="114" name="Freeform 14">
              <a:extLst>
                <a:ext uri="{FF2B5EF4-FFF2-40B4-BE49-F238E27FC236}">
                  <a16:creationId xmlns:a16="http://schemas.microsoft.com/office/drawing/2014/main" id="{D9B30BCD-96EB-4FF3-A059-2085464C2E16}"/>
                </a:ext>
              </a:extLst>
            </p:cNvPr>
            <p:cNvSpPr>
              <a:spLocks/>
            </p:cNvSpPr>
            <p:nvPr/>
          </p:nvSpPr>
          <p:spPr bwMode="auto">
            <a:xfrm>
              <a:off x="5396282" y="4187559"/>
              <a:ext cx="1018886" cy="1028989"/>
            </a:xfrm>
            <a:custGeom>
              <a:avLst/>
              <a:gdLst>
                <a:gd name="T0" fmla="*/ 96 w 104"/>
                <a:gd name="T1" fmla="*/ 39 h 105"/>
                <a:gd name="T2" fmla="*/ 38 w 104"/>
                <a:gd name="T3" fmla="*/ 8 h 105"/>
                <a:gd name="T4" fmla="*/ 7 w 104"/>
                <a:gd name="T5" fmla="*/ 66 h 105"/>
                <a:gd name="T6" fmla="*/ 65 w 104"/>
                <a:gd name="T7" fmla="*/ 97 h 105"/>
                <a:gd name="T8" fmla="*/ 96 w 104"/>
                <a:gd name="T9" fmla="*/ 39 h 105"/>
              </a:gdLst>
              <a:ahLst/>
              <a:cxnLst>
                <a:cxn ang="0">
                  <a:pos x="T0" y="T1"/>
                </a:cxn>
                <a:cxn ang="0">
                  <a:pos x="T2" y="T3"/>
                </a:cxn>
                <a:cxn ang="0">
                  <a:pos x="T4" y="T5"/>
                </a:cxn>
                <a:cxn ang="0">
                  <a:pos x="T6" y="T7"/>
                </a:cxn>
                <a:cxn ang="0">
                  <a:pos x="T8" y="T9"/>
                </a:cxn>
              </a:cxnLst>
              <a:rect l="0" t="0" r="r" b="b"/>
              <a:pathLst>
                <a:path w="104" h="105">
                  <a:moveTo>
                    <a:pt x="96" y="39"/>
                  </a:moveTo>
                  <a:cubicBezTo>
                    <a:pt x="89" y="14"/>
                    <a:pt x="63" y="0"/>
                    <a:pt x="38" y="8"/>
                  </a:cubicBezTo>
                  <a:cubicBezTo>
                    <a:pt x="13" y="16"/>
                    <a:pt x="0" y="42"/>
                    <a:pt x="7" y="66"/>
                  </a:cubicBezTo>
                  <a:cubicBezTo>
                    <a:pt x="15" y="91"/>
                    <a:pt x="41" y="105"/>
                    <a:pt x="65" y="97"/>
                  </a:cubicBezTo>
                  <a:cubicBezTo>
                    <a:pt x="90" y="90"/>
                    <a:pt x="104" y="64"/>
                    <a:pt x="96" y="39"/>
                  </a:cubicBez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th-TH" sz="2516"/>
            </a:p>
          </p:txBody>
        </p:sp>
        <p:sp>
          <p:nvSpPr>
            <p:cNvPr id="115" name="Freeform 15">
              <a:extLst>
                <a:ext uri="{FF2B5EF4-FFF2-40B4-BE49-F238E27FC236}">
                  <a16:creationId xmlns:a16="http://schemas.microsoft.com/office/drawing/2014/main" id="{532EE0A2-061B-43FF-ABD8-6CF96B355144}"/>
                </a:ext>
              </a:extLst>
            </p:cNvPr>
            <p:cNvSpPr>
              <a:spLocks/>
            </p:cNvSpPr>
            <p:nvPr/>
          </p:nvSpPr>
          <p:spPr bwMode="auto">
            <a:xfrm>
              <a:off x="4230192" y="3031571"/>
              <a:ext cx="1028989" cy="1018886"/>
            </a:xfrm>
            <a:custGeom>
              <a:avLst/>
              <a:gdLst>
                <a:gd name="T0" fmla="*/ 97 w 105"/>
                <a:gd name="T1" fmla="*/ 38 h 104"/>
                <a:gd name="T2" fmla="*/ 39 w 105"/>
                <a:gd name="T3" fmla="*/ 7 h 104"/>
                <a:gd name="T4" fmla="*/ 8 w 105"/>
                <a:gd name="T5" fmla="*/ 66 h 104"/>
                <a:gd name="T6" fmla="*/ 66 w 105"/>
                <a:gd name="T7" fmla="*/ 97 h 104"/>
                <a:gd name="T8" fmla="*/ 97 w 105"/>
                <a:gd name="T9" fmla="*/ 38 h 104"/>
              </a:gdLst>
              <a:ahLst/>
              <a:cxnLst>
                <a:cxn ang="0">
                  <a:pos x="T0" y="T1"/>
                </a:cxn>
                <a:cxn ang="0">
                  <a:pos x="T2" y="T3"/>
                </a:cxn>
                <a:cxn ang="0">
                  <a:pos x="T4" y="T5"/>
                </a:cxn>
                <a:cxn ang="0">
                  <a:pos x="T6" y="T7"/>
                </a:cxn>
                <a:cxn ang="0">
                  <a:pos x="T8" y="T9"/>
                </a:cxn>
              </a:cxnLst>
              <a:rect l="0" t="0" r="r" b="b"/>
              <a:pathLst>
                <a:path w="105" h="104">
                  <a:moveTo>
                    <a:pt x="97" y="38"/>
                  </a:moveTo>
                  <a:cubicBezTo>
                    <a:pt x="90" y="14"/>
                    <a:pt x="64" y="0"/>
                    <a:pt x="39" y="7"/>
                  </a:cubicBezTo>
                  <a:cubicBezTo>
                    <a:pt x="14" y="15"/>
                    <a:pt x="0" y="41"/>
                    <a:pt x="8" y="66"/>
                  </a:cubicBezTo>
                  <a:cubicBezTo>
                    <a:pt x="16" y="90"/>
                    <a:pt x="42" y="104"/>
                    <a:pt x="66" y="97"/>
                  </a:cubicBezTo>
                  <a:cubicBezTo>
                    <a:pt x="91" y="89"/>
                    <a:pt x="105" y="63"/>
                    <a:pt x="97" y="38"/>
                  </a:cubicBez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th-TH" sz="2516"/>
            </a:p>
          </p:txBody>
        </p:sp>
        <p:sp>
          <p:nvSpPr>
            <p:cNvPr id="116" name="Oval 115">
              <a:extLst>
                <a:ext uri="{FF2B5EF4-FFF2-40B4-BE49-F238E27FC236}">
                  <a16:creationId xmlns:a16="http://schemas.microsoft.com/office/drawing/2014/main" id="{9F70FE8B-6017-4759-9A1B-6F1CAB134673}"/>
                </a:ext>
              </a:extLst>
            </p:cNvPr>
            <p:cNvSpPr>
              <a:spLocks noChangeAspect="1"/>
            </p:cNvSpPr>
            <p:nvPr/>
          </p:nvSpPr>
          <p:spPr>
            <a:xfrm>
              <a:off x="4998289" y="1688293"/>
              <a:ext cx="736816" cy="736816"/>
            </a:xfrm>
            <a:prstGeom prst="ellipse">
              <a:avLst/>
            </a:prstGeom>
            <a:gradFill>
              <a:gsLst>
                <a:gs pos="0">
                  <a:schemeClr val="accent5"/>
                </a:gs>
                <a:gs pos="100000">
                  <a:schemeClr val="accent5">
                    <a:lumMod val="75000"/>
                  </a:schemeClr>
                </a:gs>
              </a:gsLst>
              <a:lin ang="12600000" scaled="0"/>
            </a:gradFill>
            <a:ln>
              <a:noFill/>
            </a:ln>
            <a:effectLst>
              <a:outerShdw blurRad="127000" dist="38100" dir="5400000" sx="101000" sy="101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0"/>
            </a:p>
          </p:txBody>
        </p:sp>
        <p:sp>
          <p:nvSpPr>
            <p:cNvPr id="117" name="Oval 116">
              <a:extLst>
                <a:ext uri="{FF2B5EF4-FFF2-40B4-BE49-F238E27FC236}">
                  <a16:creationId xmlns:a16="http://schemas.microsoft.com/office/drawing/2014/main" id="{1D360E3F-AF8E-4FA1-B8B8-5CD8732B3473}"/>
                </a:ext>
              </a:extLst>
            </p:cNvPr>
            <p:cNvSpPr>
              <a:spLocks noChangeAspect="1"/>
            </p:cNvSpPr>
            <p:nvPr/>
          </p:nvSpPr>
          <p:spPr>
            <a:xfrm>
              <a:off x="6722892" y="1981980"/>
              <a:ext cx="736816" cy="736816"/>
            </a:xfrm>
            <a:prstGeom prst="ellipse">
              <a:avLst/>
            </a:prstGeom>
            <a:gradFill>
              <a:gsLst>
                <a:gs pos="0">
                  <a:schemeClr val="accent1"/>
                </a:gs>
                <a:gs pos="100000">
                  <a:schemeClr val="accent1">
                    <a:lumMod val="75000"/>
                  </a:schemeClr>
                </a:gs>
              </a:gsLst>
              <a:lin ang="12600000" scaled="0"/>
            </a:gradFill>
            <a:ln>
              <a:noFill/>
            </a:ln>
            <a:effectLst>
              <a:outerShdw blurRad="127000" dist="38100" dir="5400000" sx="101000" sy="101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0" dirty="0"/>
            </a:p>
          </p:txBody>
        </p:sp>
        <p:sp>
          <p:nvSpPr>
            <p:cNvPr id="118" name="Oval 117">
              <a:extLst>
                <a:ext uri="{FF2B5EF4-FFF2-40B4-BE49-F238E27FC236}">
                  <a16:creationId xmlns:a16="http://schemas.microsoft.com/office/drawing/2014/main" id="{D58E2E88-A280-4118-B239-768348F19255}"/>
                </a:ext>
              </a:extLst>
            </p:cNvPr>
            <p:cNvSpPr>
              <a:spLocks noChangeAspect="1"/>
            </p:cNvSpPr>
            <p:nvPr/>
          </p:nvSpPr>
          <p:spPr>
            <a:xfrm>
              <a:off x="6928545" y="3613498"/>
              <a:ext cx="736816" cy="736816"/>
            </a:xfrm>
            <a:prstGeom prst="ellipse">
              <a:avLst/>
            </a:prstGeom>
            <a:gradFill>
              <a:gsLst>
                <a:gs pos="0">
                  <a:schemeClr val="accent2"/>
                </a:gs>
                <a:gs pos="100000">
                  <a:schemeClr val="accent2">
                    <a:lumMod val="75000"/>
                  </a:schemeClr>
                </a:gs>
              </a:gsLst>
              <a:lin ang="12600000" scaled="0"/>
            </a:gradFill>
            <a:ln>
              <a:noFill/>
            </a:ln>
            <a:effectLst>
              <a:outerShdw blurRad="127000" dist="38100" dir="5400000" sx="101000" sy="101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0"/>
            </a:p>
          </p:txBody>
        </p:sp>
        <p:sp>
          <p:nvSpPr>
            <p:cNvPr id="119" name="Oval 118">
              <a:extLst>
                <a:ext uri="{FF2B5EF4-FFF2-40B4-BE49-F238E27FC236}">
                  <a16:creationId xmlns:a16="http://schemas.microsoft.com/office/drawing/2014/main" id="{E34834E2-99E4-4DAC-9812-276BB51C9B57}"/>
                </a:ext>
              </a:extLst>
            </p:cNvPr>
            <p:cNvSpPr>
              <a:spLocks noChangeAspect="1"/>
            </p:cNvSpPr>
            <p:nvPr/>
          </p:nvSpPr>
          <p:spPr>
            <a:xfrm>
              <a:off x="5537317" y="4333645"/>
              <a:ext cx="736816" cy="736816"/>
            </a:xfrm>
            <a:prstGeom prst="ellipse">
              <a:avLst/>
            </a:prstGeom>
            <a:gradFill>
              <a:gsLst>
                <a:gs pos="0">
                  <a:schemeClr val="accent3"/>
                </a:gs>
                <a:gs pos="100000">
                  <a:schemeClr val="accent3">
                    <a:lumMod val="75000"/>
                  </a:schemeClr>
                </a:gs>
              </a:gsLst>
              <a:lin ang="12600000" scaled="0"/>
            </a:gradFill>
            <a:ln>
              <a:noFill/>
            </a:ln>
            <a:effectLst>
              <a:outerShdw blurRad="127000" dist="38100" dir="5400000" sx="101000" sy="101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0"/>
            </a:p>
          </p:txBody>
        </p:sp>
        <p:sp>
          <p:nvSpPr>
            <p:cNvPr id="120" name="Oval 119">
              <a:extLst>
                <a:ext uri="{FF2B5EF4-FFF2-40B4-BE49-F238E27FC236}">
                  <a16:creationId xmlns:a16="http://schemas.microsoft.com/office/drawing/2014/main" id="{89FD7D0E-0AE6-4DBC-9668-73F18A661A86}"/>
                </a:ext>
              </a:extLst>
            </p:cNvPr>
            <p:cNvSpPr>
              <a:spLocks noChangeAspect="1"/>
            </p:cNvSpPr>
            <p:nvPr/>
          </p:nvSpPr>
          <p:spPr>
            <a:xfrm>
              <a:off x="4376278" y="3172606"/>
              <a:ext cx="736816" cy="736816"/>
            </a:xfrm>
            <a:prstGeom prst="ellipse">
              <a:avLst/>
            </a:prstGeom>
            <a:gradFill>
              <a:gsLst>
                <a:gs pos="0">
                  <a:schemeClr val="accent4"/>
                </a:gs>
                <a:gs pos="100000">
                  <a:schemeClr val="accent4">
                    <a:lumMod val="75000"/>
                  </a:schemeClr>
                </a:gs>
              </a:gsLst>
              <a:lin ang="12600000" scaled="0"/>
            </a:gradFill>
            <a:ln>
              <a:noFill/>
            </a:ln>
            <a:effectLst>
              <a:outerShdw blurRad="127000" dist="38100" dir="5400000" sx="101000" sy="101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0"/>
            </a:p>
          </p:txBody>
        </p:sp>
        <p:grpSp>
          <p:nvGrpSpPr>
            <p:cNvPr id="126" name="Graphic 60">
              <a:extLst>
                <a:ext uri="{FF2B5EF4-FFF2-40B4-BE49-F238E27FC236}">
                  <a16:creationId xmlns:a16="http://schemas.microsoft.com/office/drawing/2014/main" id="{118152BE-B290-4B5A-B8AC-DD3A65101E9C}"/>
                </a:ext>
              </a:extLst>
            </p:cNvPr>
            <p:cNvGrpSpPr>
              <a:grpSpLocks noChangeAspect="1"/>
            </p:cNvGrpSpPr>
            <p:nvPr/>
          </p:nvGrpSpPr>
          <p:grpSpPr>
            <a:xfrm>
              <a:off x="5199464" y="1854362"/>
              <a:ext cx="334467" cy="404679"/>
              <a:chOff x="6968927" y="2650504"/>
              <a:chExt cx="334467" cy="404679"/>
            </a:xfrm>
            <a:solidFill>
              <a:srgbClr val="FFFFFF"/>
            </a:solidFill>
          </p:grpSpPr>
          <p:sp>
            <p:nvSpPr>
              <p:cNvPr id="234" name="Freeform 70">
                <a:extLst>
                  <a:ext uri="{FF2B5EF4-FFF2-40B4-BE49-F238E27FC236}">
                    <a16:creationId xmlns:a16="http://schemas.microsoft.com/office/drawing/2014/main" id="{6FD2E228-0D82-4B85-A175-6AB1747F5635}"/>
                  </a:ext>
                </a:extLst>
              </p:cNvPr>
              <p:cNvSpPr/>
              <p:nvPr/>
            </p:nvSpPr>
            <p:spPr>
              <a:xfrm>
                <a:off x="7074971" y="2699818"/>
                <a:ext cx="59951" cy="60730"/>
              </a:xfrm>
              <a:custGeom>
                <a:avLst/>
                <a:gdLst>
                  <a:gd name="connsiteX0" fmla="*/ 29975 w 59951"/>
                  <a:gd name="connsiteY0" fmla="*/ 60730 h 60730"/>
                  <a:gd name="connsiteX1" fmla="*/ 0 w 59951"/>
                  <a:gd name="connsiteY1" fmla="*/ 30364 h 60730"/>
                  <a:gd name="connsiteX2" fmla="*/ 29977 w 59951"/>
                  <a:gd name="connsiteY2" fmla="*/ 0 h 60730"/>
                  <a:gd name="connsiteX3" fmla="*/ 59952 w 59951"/>
                  <a:gd name="connsiteY3" fmla="*/ 30366 h 60730"/>
                  <a:gd name="connsiteX4" fmla="*/ 59951 w 59951"/>
                  <a:gd name="connsiteY4" fmla="*/ 30594 h 60730"/>
                  <a:gd name="connsiteX5" fmla="*/ 29975 w 59951"/>
                  <a:gd name="connsiteY5" fmla="*/ 60730 h 60730"/>
                  <a:gd name="connsiteX6" fmla="*/ 29975 w 59951"/>
                  <a:gd name="connsiteY6" fmla="*/ 13813 h 60730"/>
                  <a:gd name="connsiteX7" fmla="*/ 13636 w 59951"/>
                  <a:gd name="connsiteY7" fmla="*/ 30367 h 60730"/>
                  <a:gd name="connsiteX8" fmla="*/ 29978 w 59951"/>
                  <a:gd name="connsiteY8" fmla="*/ 46918 h 60730"/>
                  <a:gd name="connsiteX9" fmla="*/ 46315 w 59951"/>
                  <a:gd name="connsiteY9" fmla="*/ 30594 h 60730"/>
                  <a:gd name="connsiteX10" fmla="*/ 29976 w 59951"/>
                  <a:gd name="connsiteY10" fmla="*/ 13813 h 60730"/>
                  <a:gd name="connsiteX11" fmla="*/ 29975 w 59951"/>
                  <a:gd name="connsiteY11" fmla="*/ 13813 h 60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951" h="60730">
                    <a:moveTo>
                      <a:pt x="29975" y="60730"/>
                    </a:moveTo>
                    <a:cubicBezTo>
                      <a:pt x="13420" y="60730"/>
                      <a:pt x="0" y="47135"/>
                      <a:pt x="0" y="30364"/>
                    </a:cubicBezTo>
                    <a:cubicBezTo>
                      <a:pt x="0" y="13594"/>
                      <a:pt x="13422" y="0"/>
                      <a:pt x="29977" y="0"/>
                    </a:cubicBezTo>
                    <a:cubicBezTo>
                      <a:pt x="46532" y="0"/>
                      <a:pt x="59952" y="13596"/>
                      <a:pt x="59952" y="30366"/>
                    </a:cubicBezTo>
                    <a:cubicBezTo>
                      <a:pt x="59952" y="30442"/>
                      <a:pt x="59952" y="30518"/>
                      <a:pt x="59951" y="30594"/>
                    </a:cubicBezTo>
                    <a:cubicBezTo>
                      <a:pt x="59766" y="47249"/>
                      <a:pt x="46417" y="60669"/>
                      <a:pt x="29975" y="60730"/>
                    </a:cubicBezTo>
                    <a:close/>
                    <a:moveTo>
                      <a:pt x="29975" y="13813"/>
                    </a:moveTo>
                    <a:cubicBezTo>
                      <a:pt x="20951" y="13814"/>
                      <a:pt x="13636" y="21225"/>
                      <a:pt x="13636" y="30367"/>
                    </a:cubicBezTo>
                    <a:cubicBezTo>
                      <a:pt x="13637" y="39508"/>
                      <a:pt x="20954" y="46919"/>
                      <a:pt x="29978" y="46918"/>
                    </a:cubicBezTo>
                    <a:cubicBezTo>
                      <a:pt x="38914" y="46917"/>
                      <a:pt x="46192" y="39645"/>
                      <a:pt x="46315" y="30594"/>
                    </a:cubicBezTo>
                    <a:cubicBezTo>
                      <a:pt x="46378" y="21389"/>
                      <a:pt x="39062" y="13876"/>
                      <a:pt x="29976" y="13813"/>
                    </a:cubicBezTo>
                    <a:cubicBezTo>
                      <a:pt x="29976" y="13813"/>
                      <a:pt x="29975" y="13813"/>
                      <a:pt x="29975" y="13813"/>
                    </a:cubicBezTo>
                    <a:close/>
                  </a:path>
                </a:pathLst>
              </a:custGeom>
              <a:grpFill/>
              <a:ln w="11113" cap="flat">
                <a:noFill/>
                <a:prstDash val="solid"/>
                <a:miter/>
              </a:ln>
            </p:spPr>
            <p:txBody>
              <a:bodyPr rtlCol="0" anchor="ctr"/>
              <a:lstStyle/>
              <a:p>
                <a:endParaRPr lang="en-EG" sz="2100"/>
              </a:p>
            </p:txBody>
          </p:sp>
          <p:sp>
            <p:nvSpPr>
              <p:cNvPr id="235" name="Freeform 71">
                <a:extLst>
                  <a:ext uri="{FF2B5EF4-FFF2-40B4-BE49-F238E27FC236}">
                    <a16:creationId xmlns:a16="http://schemas.microsoft.com/office/drawing/2014/main" id="{BA69E6A6-ED76-4C66-A371-73504B41B772}"/>
                  </a:ext>
                </a:extLst>
              </p:cNvPr>
              <p:cNvSpPr/>
              <p:nvPr/>
            </p:nvSpPr>
            <p:spPr>
              <a:xfrm>
                <a:off x="7048488" y="2766599"/>
                <a:ext cx="112917" cy="66553"/>
              </a:xfrm>
              <a:custGeom>
                <a:avLst/>
                <a:gdLst>
                  <a:gd name="connsiteX0" fmla="*/ 106043 w 112917"/>
                  <a:gd name="connsiteY0" fmla="*/ 66552 h 66553"/>
                  <a:gd name="connsiteX1" fmla="*/ 99169 w 112917"/>
                  <a:gd name="connsiteY1" fmla="*/ 59818 h 66553"/>
                  <a:gd name="connsiteX2" fmla="*/ 99168 w 112917"/>
                  <a:gd name="connsiteY2" fmla="*/ 59703 h 66553"/>
                  <a:gd name="connsiteX3" fmla="*/ 99168 w 112917"/>
                  <a:gd name="connsiteY3" fmla="*/ 32306 h 66553"/>
                  <a:gd name="connsiteX4" fmla="*/ 80912 w 112917"/>
                  <a:gd name="connsiteY4" fmla="*/ 13813 h 66553"/>
                  <a:gd name="connsiteX5" fmla="*/ 31892 w 112917"/>
                  <a:gd name="connsiteY5" fmla="*/ 13813 h 66553"/>
                  <a:gd name="connsiteX6" fmla="*/ 13636 w 112917"/>
                  <a:gd name="connsiteY6" fmla="*/ 32306 h 66553"/>
                  <a:gd name="connsiteX7" fmla="*/ 13636 w 112917"/>
                  <a:gd name="connsiteY7" fmla="*/ 59475 h 66553"/>
                  <a:gd name="connsiteX8" fmla="*/ 5939 w 112917"/>
                  <a:gd name="connsiteY8" fmla="*/ 65491 h 66553"/>
                  <a:gd name="connsiteX9" fmla="*/ 0 w 112917"/>
                  <a:gd name="connsiteY9" fmla="*/ 59475 h 66553"/>
                  <a:gd name="connsiteX10" fmla="*/ 0 w 112917"/>
                  <a:gd name="connsiteY10" fmla="*/ 32306 h 66553"/>
                  <a:gd name="connsiteX11" fmla="*/ 31892 w 112917"/>
                  <a:gd name="connsiteY11" fmla="*/ 0 h 66553"/>
                  <a:gd name="connsiteX12" fmla="*/ 80912 w 112917"/>
                  <a:gd name="connsiteY12" fmla="*/ 0 h 66553"/>
                  <a:gd name="connsiteX13" fmla="*/ 112917 w 112917"/>
                  <a:gd name="connsiteY13" fmla="*/ 32306 h 66553"/>
                  <a:gd name="connsiteX14" fmla="*/ 112917 w 112917"/>
                  <a:gd name="connsiteY14" fmla="*/ 59475 h 66553"/>
                  <a:gd name="connsiteX15" fmla="*/ 106156 w 112917"/>
                  <a:gd name="connsiteY15" fmla="*/ 66551 h 66553"/>
                  <a:gd name="connsiteX16" fmla="*/ 106043 w 112917"/>
                  <a:gd name="connsiteY16" fmla="*/ 66552 h 66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917" h="66553">
                    <a:moveTo>
                      <a:pt x="106043" y="66552"/>
                    </a:moveTo>
                    <a:cubicBezTo>
                      <a:pt x="102309" y="66615"/>
                      <a:pt x="99232" y="63600"/>
                      <a:pt x="99169" y="59818"/>
                    </a:cubicBezTo>
                    <a:cubicBezTo>
                      <a:pt x="99169" y="59780"/>
                      <a:pt x="99168" y="59741"/>
                      <a:pt x="99168" y="59703"/>
                    </a:cubicBezTo>
                    <a:lnTo>
                      <a:pt x="99168" y="32306"/>
                    </a:lnTo>
                    <a:cubicBezTo>
                      <a:pt x="99168" y="22092"/>
                      <a:pt x="90995" y="13813"/>
                      <a:pt x="80912" y="13813"/>
                    </a:cubicBezTo>
                    <a:lnTo>
                      <a:pt x="31892" y="13813"/>
                    </a:lnTo>
                    <a:cubicBezTo>
                      <a:pt x="21835" y="13875"/>
                      <a:pt x="13697" y="22118"/>
                      <a:pt x="13636" y="32306"/>
                    </a:cubicBezTo>
                    <a:lnTo>
                      <a:pt x="13636" y="59475"/>
                    </a:lnTo>
                    <a:cubicBezTo>
                      <a:pt x="13151" y="63289"/>
                      <a:pt x="9705" y="65983"/>
                      <a:pt x="5939" y="65491"/>
                    </a:cubicBezTo>
                    <a:cubicBezTo>
                      <a:pt x="2840" y="65087"/>
                      <a:pt x="399" y="62615"/>
                      <a:pt x="0" y="59475"/>
                    </a:cubicBezTo>
                    <a:lnTo>
                      <a:pt x="0" y="32306"/>
                    </a:lnTo>
                    <a:cubicBezTo>
                      <a:pt x="0" y="14464"/>
                      <a:pt x="14278" y="0"/>
                      <a:pt x="31892" y="0"/>
                    </a:cubicBezTo>
                    <a:lnTo>
                      <a:pt x="80912" y="0"/>
                    </a:lnTo>
                    <a:cubicBezTo>
                      <a:pt x="98544" y="0"/>
                      <a:pt x="112855" y="14445"/>
                      <a:pt x="112917" y="32306"/>
                    </a:cubicBezTo>
                    <a:lnTo>
                      <a:pt x="112917" y="59475"/>
                    </a:lnTo>
                    <a:cubicBezTo>
                      <a:pt x="112979" y="63320"/>
                      <a:pt x="109952" y="66488"/>
                      <a:pt x="106156" y="66551"/>
                    </a:cubicBezTo>
                    <a:cubicBezTo>
                      <a:pt x="106118" y="66552"/>
                      <a:pt x="106080" y="66552"/>
                      <a:pt x="106043" y="66552"/>
                    </a:cubicBezTo>
                    <a:close/>
                  </a:path>
                </a:pathLst>
              </a:custGeom>
              <a:grpFill/>
              <a:ln w="11113" cap="flat">
                <a:noFill/>
                <a:prstDash val="solid"/>
                <a:miter/>
              </a:ln>
            </p:spPr>
            <p:txBody>
              <a:bodyPr rtlCol="0" anchor="ctr"/>
              <a:lstStyle/>
              <a:p>
                <a:endParaRPr lang="en-EG" sz="2100"/>
              </a:p>
            </p:txBody>
          </p:sp>
          <p:sp>
            <p:nvSpPr>
              <p:cNvPr id="236" name="Freeform 72">
                <a:extLst>
                  <a:ext uri="{FF2B5EF4-FFF2-40B4-BE49-F238E27FC236}">
                    <a16:creationId xmlns:a16="http://schemas.microsoft.com/office/drawing/2014/main" id="{4F4DD0EB-14A2-48FC-93BB-11EBBC98B96E}"/>
                  </a:ext>
                </a:extLst>
              </p:cNvPr>
              <p:cNvSpPr/>
              <p:nvPr/>
            </p:nvSpPr>
            <p:spPr>
              <a:xfrm>
                <a:off x="7076603" y="2808745"/>
                <a:ext cx="13749" cy="24407"/>
              </a:xfrm>
              <a:custGeom>
                <a:avLst/>
                <a:gdLst>
                  <a:gd name="connsiteX0" fmla="*/ 6931 w 13749"/>
                  <a:gd name="connsiteY0" fmla="*/ 24406 h 24407"/>
                  <a:gd name="connsiteX1" fmla="*/ 58 w 13749"/>
                  <a:gd name="connsiteY1" fmla="*/ 17672 h 24407"/>
                  <a:gd name="connsiteX2" fmla="*/ 57 w 13749"/>
                  <a:gd name="connsiteY2" fmla="*/ 17557 h 24407"/>
                  <a:gd name="connsiteX3" fmla="*/ 57 w 13749"/>
                  <a:gd name="connsiteY3" fmla="*/ 7854 h 24407"/>
                  <a:gd name="connsiteX4" fmla="*/ 5997 w 13749"/>
                  <a:gd name="connsiteY4" fmla="*/ 58 h 24407"/>
                  <a:gd name="connsiteX5" fmla="*/ 13693 w 13749"/>
                  <a:gd name="connsiteY5" fmla="*/ 6074 h 24407"/>
                  <a:gd name="connsiteX6" fmla="*/ 13693 w 13749"/>
                  <a:gd name="connsiteY6" fmla="*/ 7854 h 24407"/>
                  <a:gd name="connsiteX7" fmla="*/ 13693 w 13749"/>
                  <a:gd name="connsiteY7" fmla="*/ 17557 h 24407"/>
                  <a:gd name="connsiteX8" fmla="*/ 6931 w 13749"/>
                  <a:gd name="connsiteY8" fmla="*/ 24406 h 24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49" h="24407">
                    <a:moveTo>
                      <a:pt x="6931" y="24406"/>
                    </a:moveTo>
                    <a:cubicBezTo>
                      <a:pt x="3198" y="24469"/>
                      <a:pt x="120" y="21454"/>
                      <a:pt x="58" y="17672"/>
                    </a:cubicBezTo>
                    <a:cubicBezTo>
                      <a:pt x="57" y="17634"/>
                      <a:pt x="57" y="17595"/>
                      <a:pt x="57" y="17557"/>
                    </a:cubicBezTo>
                    <a:lnTo>
                      <a:pt x="57" y="7854"/>
                    </a:lnTo>
                    <a:cubicBezTo>
                      <a:pt x="-428" y="4040"/>
                      <a:pt x="2231" y="549"/>
                      <a:pt x="5997" y="58"/>
                    </a:cubicBezTo>
                    <a:cubicBezTo>
                      <a:pt x="9762" y="-434"/>
                      <a:pt x="13208" y="2260"/>
                      <a:pt x="13693" y="6074"/>
                    </a:cubicBezTo>
                    <a:cubicBezTo>
                      <a:pt x="13768" y="6665"/>
                      <a:pt x="13768" y="7263"/>
                      <a:pt x="13693" y="7854"/>
                    </a:cubicBezTo>
                    <a:lnTo>
                      <a:pt x="13693" y="17557"/>
                    </a:lnTo>
                    <a:cubicBezTo>
                      <a:pt x="13693" y="21340"/>
                      <a:pt x="10666" y="24406"/>
                      <a:pt x="6931" y="24406"/>
                    </a:cubicBezTo>
                    <a:close/>
                  </a:path>
                </a:pathLst>
              </a:custGeom>
              <a:grpFill/>
              <a:ln w="11113" cap="flat">
                <a:noFill/>
                <a:prstDash val="solid"/>
                <a:miter/>
              </a:ln>
            </p:spPr>
            <p:txBody>
              <a:bodyPr rtlCol="0" anchor="ctr"/>
              <a:lstStyle/>
              <a:p>
                <a:endParaRPr lang="en-EG" sz="2100"/>
              </a:p>
            </p:txBody>
          </p:sp>
          <p:sp>
            <p:nvSpPr>
              <p:cNvPr id="237" name="Freeform 73">
                <a:extLst>
                  <a:ext uri="{FF2B5EF4-FFF2-40B4-BE49-F238E27FC236}">
                    <a16:creationId xmlns:a16="http://schemas.microsoft.com/office/drawing/2014/main" id="{899376ED-5A24-4A73-BDD3-688EE00B5A17}"/>
                  </a:ext>
                </a:extLst>
              </p:cNvPr>
              <p:cNvSpPr/>
              <p:nvPr/>
            </p:nvSpPr>
            <p:spPr>
              <a:xfrm>
                <a:off x="7119877" y="2808745"/>
                <a:ext cx="13749" cy="24407"/>
              </a:xfrm>
              <a:custGeom>
                <a:avLst/>
                <a:gdLst>
                  <a:gd name="connsiteX0" fmla="*/ 6819 w 13749"/>
                  <a:gd name="connsiteY0" fmla="*/ 24406 h 24407"/>
                  <a:gd name="connsiteX1" fmla="*/ 57 w 13749"/>
                  <a:gd name="connsiteY1" fmla="*/ 17557 h 24407"/>
                  <a:gd name="connsiteX2" fmla="*/ 57 w 13749"/>
                  <a:gd name="connsiteY2" fmla="*/ 7854 h 24407"/>
                  <a:gd name="connsiteX3" fmla="*/ 5997 w 13749"/>
                  <a:gd name="connsiteY3" fmla="*/ 58 h 24407"/>
                  <a:gd name="connsiteX4" fmla="*/ 13693 w 13749"/>
                  <a:gd name="connsiteY4" fmla="*/ 6074 h 24407"/>
                  <a:gd name="connsiteX5" fmla="*/ 13693 w 13749"/>
                  <a:gd name="connsiteY5" fmla="*/ 7854 h 24407"/>
                  <a:gd name="connsiteX6" fmla="*/ 13693 w 13749"/>
                  <a:gd name="connsiteY6" fmla="*/ 17557 h 24407"/>
                  <a:gd name="connsiteX7" fmla="*/ 6932 w 13749"/>
                  <a:gd name="connsiteY7" fmla="*/ 24407 h 24407"/>
                  <a:gd name="connsiteX8" fmla="*/ 6819 w 13749"/>
                  <a:gd name="connsiteY8" fmla="*/ 24406 h 24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49" h="24407">
                    <a:moveTo>
                      <a:pt x="6819" y="24406"/>
                    </a:moveTo>
                    <a:cubicBezTo>
                      <a:pt x="3084" y="24406"/>
                      <a:pt x="57" y="21340"/>
                      <a:pt x="57" y="17557"/>
                    </a:cubicBezTo>
                    <a:lnTo>
                      <a:pt x="57" y="7854"/>
                    </a:lnTo>
                    <a:cubicBezTo>
                      <a:pt x="-428" y="4040"/>
                      <a:pt x="2231" y="549"/>
                      <a:pt x="5997" y="58"/>
                    </a:cubicBezTo>
                    <a:cubicBezTo>
                      <a:pt x="9762" y="-434"/>
                      <a:pt x="13208" y="2260"/>
                      <a:pt x="13693" y="6074"/>
                    </a:cubicBezTo>
                    <a:cubicBezTo>
                      <a:pt x="13768" y="6665"/>
                      <a:pt x="13768" y="7263"/>
                      <a:pt x="13693" y="7854"/>
                    </a:cubicBezTo>
                    <a:lnTo>
                      <a:pt x="13693" y="17557"/>
                    </a:lnTo>
                    <a:cubicBezTo>
                      <a:pt x="13693" y="21340"/>
                      <a:pt x="10666" y="24407"/>
                      <a:pt x="6932" y="24407"/>
                    </a:cubicBezTo>
                    <a:cubicBezTo>
                      <a:pt x="6894" y="24407"/>
                      <a:pt x="6856" y="24407"/>
                      <a:pt x="6819" y="24406"/>
                    </a:cubicBezTo>
                    <a:close/>
                  </a:path>
                </a:pathLst>
              </a:custGeom>
              <a:grpFill/>
              <a:ln w="11113" cap="flat">
                <a:noFill/>
                <a:prstDash val="solid"/>
                <a:miter/>
              </a:ln>
            </p:spPr>
            <p:txBody>
              <a:bodyPr rtlCol="0" anchor="ctr"/>
              <a:lstStyle/>
              <a:p>
                <a:endParaRPr lang="en-EG" sz="2100"/>
              </a:p>
            </p:txBody>
          </p:sp>
          <p:sp>
            <p:nvSpPr>
              <p:cNvPr id="238" name="Freeform 74">
                <a:extLst>
                  <a:ext uri="{FF2B5EF4-FFF2-40B4-BE49-F238E27FC236}">
                    <a16:creationId xmlns:a16="http://schemas.microsoft.com/office/drawing/2014/main" id="{962B0C45-9CFE-4573-897E-661D54CABDC9}"/>
                  </a:ext>
                </a:extLst>
              </p:cNvPr>
              <p:cNvSpPr/>
              <p:nvPr/>
            </p:nvSpPr>
            <p:spPr>
              <a:xfrm>
                <a:off x="7007017" y="2844509"/>
                <a:ext cx="196060" cy="14213"/>
              </a:xfrm>
              <a:custGeom>
                <a:avLst/>
                <a:gdLst>
                  <a:gd name="connsiteX0" fmla="*/ 188307 w 196060"/>
                  <a:gd name="connsiteY0" fmla="*/ 14213 h 14213"/>
                  <a:gd name="connsiteX1" fmla="*/ 6987 w 196060"/>
                  <a:gd name="connsiteY1" fmla="*/ 14213 h 14213"/>
                  <a:gd name="connsiteX2" fmla="*/ 0 w 196060"/>
                  <a:gd name="connsiteY2" fmla="*/ 7135 h 14213"/>
                  <a:gd name="connsiteX3" fmla="*/ 6987 w 196060"/>
                  <a:gd name="connsiteY3" fmla="*/ 58 h 14213"/>
                  <a:gd name="connsiteX4" fmla="*/ 188307 w 196060"/>
                  <a:gd name="connsiteY4" fmla="*/ 58 h 14213"/>
                  <a:gd name="connsiteX5" fmla="*/ 196003 w 196060"/>
                  <a:gd name="connsiteY5" fmla="*/ 6074 h 14213"/>
                  <a:gd name="connsiteX6" fmla="*/ 190064 w 196060"/>
                  <a:gd name="connsiteY6" fmla="*/ 13871 h 14213"/>
                  <a:gd name="connsiteX7" fmla="*/ 188307 w 196060"/>
                  <a:gd name="connsiteY7" fmla="*/ 13871 h 14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6060" h="14213">
                    <a:moveTo>
                      <a:pt x="188307" y="14213"/>
                    </a:moveTo>
                    <a:lnTo>
                      <a:pt x="6987" y="14213"/>
                    </a:lnTo>
                    <a:cubicBezTo>
                      <a:pt x="3128" y="14213"/>
                      <a:pt x="0" y="11044"/>
                      <a:pt x="0" y="7135"/>
                    </a:cubicBezTo>
                    <a:cubicBezTo>
                      <a:pt x="0" y="3227"/>
                      <a:pt x="3128" y="58"/>
                      <a:pt x="6987" y="58"/>
                    </a:cubicBezTo>
                    <a:lnTo>
                      <a:pt x="188307" y="58"/>
                    </a:lnTo>
                    <a:cubicBezTo>
                      <a:pt x="192073" y="-434"/>
                      <a:pt x="195518" y="2260"/>
                      <a:pt x="196003" y="6074"/>
                    </a:cubicBezTo>
                    <a:cubicBezTo>
                      <a:pt x="196488" y="9889"/>
                      <a:pt x="193829" y="13379"/>
                      <a:pt x="190064" y="13871"/>
                    </a:cubicBezTo>
                    <a:cubicBezTo>
                      <a:pt x="189481" y="13947"/>
                      <a:pt x="188890" y="13947"/>
                      <a:pt x="188307" y="13871"/>
                    </a:cubicBezTo>
                    <a:close/>
                  </a:path>
                </a:pathLst>
              </a:custGeom>
              <a:grpFill/>
              <a:ln w="11113" cap="flat">
                <a:noFill/>
                <a:prstDash val="solid"/>
                <a:miter/>
              </a:ln>
            </p:spPr>
            <p:txBody>
              <a:bodyPr rtlCol="0" anchor="ctr"/>
              <a:lstStyle/>
              <a:p>
                <a:endParaRPr lang="en-EG" sz="2100"/>
              </a:p>
            </p:txBody>
          </p:sp>
          <p:sp>
            <p:nvSpPr>
              <p:cNvPr id="239" name="Freeform 75">
                <a:extLst>
                  <a:ext uri="{FF2B5EF4-FFF2-40B4-BE49-F238E27FC236}">
                    <a16:creationId xmlns:a16="http://schemas.microsoft.com/office/drawing/2014/main" id="{FBD845B8-5695-47AA-B5EB-387643324083}"/>
                  </a:ext>
                </a:extLst>
              </p:cNvPr>
              <p:cNvSpPr/>
              <p:nvPr/>
            </p:nvSpPr>
            <p:spPr>
              <a:xfrm>
                <a:off x="7006251" y="2881153"/>
                <a:ext cx="196826" cy="13928"/>
              </a:xfrm>
              <a:custGeom>
                <a:avLst/>
                <a:gdLst>
                  <a:gd name="connsiteX0" fmla="*/ 189074 w 196826"/>
                  <a:gd name="connsiteY0" fmla="*/ 13871 h 13928"/>
                  <a:gd name="connsiteX1" fmla="*/ 7753 w 196826"/>
                  <a:gd name="connsiteY1" fmla="*/ 13871 h 13928"/>
                  <a:gd name="connsiteX2" fmla="*/ 57 w 196826"/>
                  <a:gd name="connsiteY2" fmla="*/ 7854 h 13928"/>
                  <a:gd name="connsiteX3" fmla="*/ 5997 w 196826"/>
                  <a:gd name="connsiteY3" fmla="*/ 58 h 13928"/>
                  <a:gd name="connsiteX4" fmla="*/ 7753 w 196826"/>
                  <a:gd name="connsiteY4" fmla="*/ 58 h 13928"/>
                  <a:gd name="connsiteX5" fmla="*/ 189074 w 196826"/>
                  <a:gd name="connsiteY5" fmla="*/ 58 h 13928"/>
                  <a:gd name="connsiteX6" fmla="*/ 196770 w 196826"/>
                  <a:gd name="connsiteY6" fmla="*/ 6074 h 13928"/>
                  <a:gd name="connsiteX7" fmla="*/ 190830 w 196826"/>
                  <a:gd name="connsiteY7" fmla="*/ 13871 h 13928"/>
                  <a:gd name="connsiteX8" fmla="*/ 189074 w 196826"/>
                  <a:gd name="connsiteY8" fmla="*/ 13871 h 13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6826" h="13928">
                    <a:moveTo>
                      <a:pt x="189074" y="13871"/>
                    </a:moveTo>
                    <a:lnTo>
                      <a:pt x="7753" y="13871"/>
                    </a:lnTo>
                    <a:cubicBezTo>
                      <a:pt x="3988" y="14362"/>
                      <a:pt x="542" y="11668"/>
                      <a:pt x="57" y="7854"/>
                    </a:cubicBezTo>
                    <a:cubicBezTo>
                      <a:pt x="-428" y="4040"/>
                      <a:pt x="2231" y="549"/>
                      <a:pt x="5997" y="58"/>
                    </a:cubicBezTo>
                    <a:cubicBezTo>
                      <a:pt x="6580" y="-18"/>
                      <a:pt x="7170" y="-18"/>
                      <a:pt x="7753" y="58"/>
                    </a:cubicBezTo>
                    <a:lnTo>
                      <a:pt x="189074" y="58"/>
                    </a:lnTo>
                    <a:cubicBezTo>
                      <a:pt x="192839" y="-434"/>
                      <a:pt x="196285" y="2260"/>
                      <a:pt x="196770" y="6074"/>
                    </a:cubicBezTo>
                    <a:cubicBezTo>
                      <a:pt x="197255" y="9889"/>
                      <a:pt x="194596" y="13379"/>
                      <a:pt x="190830" y="13871"/>
                    </a:cubicBezTo>
                    <a:cubicBezTo>
                      <a:pt x="190247" y="13947"/>
                      <a:pt x="189657" y="13947"/>
                      <a:pt x="189074" y="13871"/>
                    </a:cubicBezTo>
                    <a:close/>
                  </a:path>
                </a:pathLst>
              </a:custGeom>
              <a:grpFill/>
              <a:ln w="11113" cap="flat">
                <a:noFill/>
                <a:prstDash val="solid"/>
                <a:miter/>
              </a:ln>
            </p:spPr>
            <p:txBody>
              <a:bodyPr rtlCol="0" anchor="ctr"/>
              <a:lstStyle/>
              <a:p>
                <a:endParaRPr lang="en-EG" sz="2100"/>
              </a:p>
            </p:txBody>
          </p:sp>
          <p:sp>
            <p:nvSpPr>
              <p:cNvPr id="240" name="Freeform 76">
                <a:extLst>
                  <a:ext uri="{FF2B5EF4-FFF2-40B4-BE49-F238E27FC236}">
                    <a16:creationId xmlns:a16="http://schemas.microsoft.com/office/drawing/2014/main" id="{B3D51861-1924-4E87-B088-908920CBBA91}"/>
                  </a:ext>
                </a:extLst>
              </p:cNvPr>
              <p:cNvSpPr/>
              <p:nvPr/>
            </p:nvSpPr>
            <p:spPr>
              <a:xfrm>
                <a:off x="7006251" y="2917454"/>
                <a:ext cx="216885" cy="13928"/>
              </a:xfrm>
              <a:custGeom>
                <a:avLst/>
                <a:gdLst>
                  <a:gd name="connsiteX0" fmla="*/ 209133 w 216885"/>
                  <a:gd name="connsiteY0" fmla="*/ 13871 h 13928"/>
                  <a:gd name="connsiteX1" fmla="*/ 7753 w 216885"/>
                  <a:gd name="connsiteY1" fmla="*/ 13871 h 13928"/>
                  <a:gd name="connsiteX2" fmla="*/ 57 w 216885"/>
                  <a:gd name="connsiteY2" fmla="*/ 7854 h 13928"/>
                  <a:gd name="connsiteX3" fmla="*/ 5997 w 216885"/>
                  <a:gd name="connsiteY3" fmla="*/ 58 h 13928"/>
                  <a:gd name="connsiteX4" fmla="*/ 7753 w 216885"/>
                  <a:gd name="connsiteY4" fmla="*/ 58 h 13928"/>
                  <a:gd name="connsiteX5" fmla="*/ 209133 w 216885"/>
                  <a:gd name="connsiteY5" fmla="*/ 58 h 13928"/>
                  <a:gd name="connsiteX6" fmla="*/ 216829 w 216885"/>
                  <a:gd name="connsiteY6" fmla="*/ 6074 h 13928"/>
                  <a:gd name="connsiteX7" fmla="*/ 210889 w 216885"/>
                  <a:gd name="connsiteY7" fmla="*/ 13871 h 13928"/>
                  <a:gd name="connsiteX8" fmla="*/ 209133 w 216885"/>
                  <a:gd name="connsiteY8" fmla="*/ 13871 h 13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885" h="13928">
                    <a:moveTo>
                      <a:pt x="209133" y="13871"/>
                    </a:moveTo>
                    <a:lnTo>
                      <a:pt x="7753" y="13871"/>
                    </a:lnTo>
                    <a:cubicBezTo>
                      <a:pt x="3988" y="14362"/>
                      <a:pt x="542" y="11668"/>
                      <a:pt x="57" y="7854"/>
                    </a:cubicBezTo>
                    <a:cubicBezTo>
                      <a:pt x="-428" y="4040"/>
                      <a:pt x="2231" y="549"/>
                      <a:pt x="5997" y="58"/>
                    </a:cubicBezTo>
                    <a:cubicBezTo>
                      <a:pt x="6580" y="-18"/>
                      <a:pt x="7170" y="-18"/>
                      <a:pt x="7753" y="58"/>
                    </a:cubicBezTo>
                    <a:lnTo>
                      <a:pt x="209133" y="58"/>
                    </a:lnTo>
                    <a:cubicBezTo>
                      <a:pt x="212898" y="-434"/>
                      <a:pt x="216344" y="2260"/>
                      <a:pt x="216829" y="6074"/>
                    </a:cubicBezTo>
                    <a:cubicBezTo>
                      <a:pt x="217314" y="9889"/>
                      <a:pt x="214655" y="13379"/>
                      <a:pt x="210889" y="13871"/>
                    </a:cubicBezTo>
                    <a:cubicBezTo>
                      <a:pt x="210306" y="13947"/>
                      <a:pt x="209716" y="13947"/>
                      <a:pt x="209133" y="13871"/>
                    </a:cubicBezTo>
                    <a:close/>
                  </a:path>
                </a:pathLst>
              </a:custGeom>
              <a:grpFill/>
              <a:ln w="11113" cap="flat">
                <a:noFill/>
                <a:prstDash val="solid"/>
                <a:miter/>
              </a:ln>
            </p:spPr>
            <p:txBody>
              <a:bodyPr rtlCol="0" anchor="ctr"/>
              <a:lstStyle/>
              <a:p>
                <a:endParaRPr lang="en-EG" sz="2100"/>
              </a:p>
            </p:txBody>
          </p:sp>
          <p:sp>
            <p:nvSpPr>
              <p:cNvPr id="241" name="Freeform 77">
                <a:extLst>
                  <a:ext uri="{FF2B5EF4-FFF2-40B4-BE49-F238E27FC236}">
                    <a16:creationId xmlns:a16="http://schemas.microsoft.com/office/drawing/2014/main" id="{CD7A8FC0-4328-4A7D-B024-31AD8E3939E7}"/>
                  </a:ext>
                </a:extLst>
              </p:cNvPr>
              <p:cNvSpPr/>
              <p:nvPr/>
            </p:nvSpPr>
            <p:spPr>
              <a:xfrm>
                <a:off x="7006251" y="2953755"/>
                <a:ext cx="177669" cy="13928"/>
              </a:xfrm>
              <a:custGeom>
                <a:avLst/>
                <a:gdLst>
                  <a:gd name="connsiteX0" fmla="*/ 169916 w 177669"/>
                  <a:gd name="connsiteY0" fmla="*/ 13871 h 13928"/>
                  <a:gd name="connsiteX1" fmla="*/ 7753 w 177669"/>
                  <a:gd name="connsiteY1" fmla="*/ 13871 h 13928"/>
                  <a:gd name="connsiteX2" fmla="*/ 57 w 177669"/>
                  <a:gd name="connsiteY2" fmla="*/ 7854 h 13928"/>
                  <a:gd name="connsiteX3" fmla="*/ 5997 w 177669"/>
                  <a:gd name="connsiteY3" fmla="*/ 58 h 13928"/>
                  <a:gd name="connsiteX4" fmla="*/ 7753 w 177669"/>
                  <a:gd name="connsiteY4" fmla="*/ 58 h 13928"/>
                  <a:gd name="connsiteX5" fmla="*/ 169916 w 177669"/>
                  <a:gd name="connsiteY5" fmla="*/ 58 h 13928"/>
                  <a:gd name="connsiteX6" fmla="*/ 177612 w 177669"/>
                  <a:gd name="connsiteY6" fmla="*/ 6074 h 13928"/>
                  <a:gd name="connsiteX7" fmla="*/ 171673 w 177669"/>
                  <a:gd name="connsiteY7" fmla="*/ 13871 h 13928"/>
                  <a:gd name="connsiteX8" fmla="*/ 169916 w 177669"/>
                  <a:gd name="connsiteY8" fmla="*/ 13871 h 13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669" h="13928">
                    <a:moveTo>
                      <a:pt x="169916" y="13871"/>
                    </a:moveTo>
                    <a:lnTo>
                      <a:pt x="7753" y="13871"/>
                    </a:lnTo>
                    <a:cubicBezTo>
                      <a:pt x="3988" y="14362"/>
                      <a:pt x="542" y="11668"/>
                      <a:pt x="57" y="7854"/>
                    </a:cubicBezTo>
                    <a:cubicBezTo>
                      <a:pt x="-428" y="4040"/>
                      <a:pt x="2231" y="549"/>
                      <a:pt x="5997" y="58"/>
                    </a:cubicBezTo>
                    <a:cubicBezTo>
                      <a:pt x="6580" y="-18"/>
                      <a:pt x="7170" y="-18"/>
                      <a:pt x="7753" y="58"/>
                    </a:cubicBezTo>
                    <a:lnTo>
                      <a:pt x="169916" y="58"/>
                    </a:lnTo>
                    <a:cubicBezTo>
                      <a:pt x="173681" y="-434"/>
                      <a:pt x="177127" y="2260"/>
                      <a:pt x="177612" y="6074"/>
                    </a:cubicBezTo>
                    <a:cubicBezTo>
                      <a:pt x="178097" y="9889"/>
                      <a:pt x="175438" y="13379"/>
                      <a:pt x="171673" y="13871"/>
                    </a:cubicBezTo>
                    <a:cubicBezTo>
                      <a:pt x="171090" y="13947"/>
                      <a:pt x="170499" y="13947"/>
                      <a:pt x="169916" y="13871"/>
                    </a:cubicBezTo>
                    <a:close/>
                  </a:path>
                </a:pathLst>
              </a:custGeom>
              <a:grpFill/>
              <a:ln w="11113" cap="flat">
                <a:noFill/>
                <a:prstDash val="solid"/>
                <a:miter/>
              </a:ln>
            </p:spPr>
            <p:txBody>
              <a:bodyPr rtlCol="0" anchor="ctr"/>
              <a:lstStyle/>
              <a:p>
                <a:endParaRPr lang="en-EG" sz="2100"/>
              </a:p>
            </p:txBody>
          </p:sp>
          <p:sp>
            <p:nvSpPr>
              <p:cNvPr id="260" name="Freeform 78">
                <a:extLst>
                  <a:ext uri="{FF2B5EF4-FFF2-40B4-BE49-F238E27FC236}">
                    <a16:creationId xmlns:a16="http://schemas.microsoft.com/office/drawing/2014/main" id="{2FCCC8E5-F2E3-44F6-A4C6-F46683D02FC1}"/>
                  </a:ext>
                </a:extLst>
              </p:cNvPr>
              <p:cNvSpPr/>
              <p:nvPr/>
            </p:nvSpPr>
            <p:spPr>
              <a:xfrm>
                <a:off x="7006251" y="2990513"/>
                <a:ext cx="173274" cy="13928"/>
              </a:xfrm>
              <a:custGeom>
                <a:avLst/>
                <a:gdLst>
                  <a:gd name="connsiteX0" fmla="*/ 166310 w 173274"/>
                  <a:gd name="connsiteY0" fmla="*/ 13871 h 13928"/>
                  <a:gd name="connsiteX1" fmla="*/ 7753 w 173274"/>
                  <a:gd name="connsiteY1" fmla="*/ 13871 h 13928"/>
                  <a:gd name="connsiteX2" fmla="*/ 57 w 173274"/>
                  <a:gd name="connsiteY2" fmla="*/ 7854 h 13928"/>
                  <a:gd name="connsiteX3" fmla="*/ 5997 w 173274"/>
                  <a:gd name="connsiteY3" fmla="*/ 58 h 13928"/>
                  <a:gd name="connsiteX4" fmla="*/ 7753 w 173274"/>
                  <a:gd name="connsiteY4" fmla="*/ 58 h 13928"/>
                  <a:gd name="connsiteX5" fmla="*/ 165521 w 173274"/>
                  <a:gd name="connsiteY5" fmla="*/ 58 h 13928"/>
                  <a:gd name="connsiteX6" fmla="*/ 173217 w 173274"/>
                  <a:gd name="connsiteY6" fmla="*/ 6074 h 13928"/>
                  <a:gd name="connsiteX7" fmla="*/ 167278 w 173274"/>
                  <a:gd name="connsiteY7" fmla="*/ 13871 h 13928"/>
                  <a:gd name="connsiteX8" fmla="*/ 165521 w 173274"/>
                  <a:gd name="connsiteY8" fmla="*/ 13871 h 13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3274" h="13928">
                    <a:moveTo>
                      <a:pt x="166310" y="13871"/>
                    </a:moveTo>
                    <a:lnTo>
                      <a:pt x="7753" y="13871"/>
                    </a:lnTo>
                    <a:cubicBezTo>
                      <a:pt x="3988" y="14362"/>
                      <a:pt x="542" y="11668"/>
                      <a:pt x="57" y="7854"/>
                    </a:cubicBezTo>
                    <a:cubicBezTo>
                      <a:pt x="-428" y="4040"/>
                      <a:pt x="2231" y="549"/>
                      <a:pt x="5997" y="58"/>
                    </a:cubicBezTo>
                    <a:cubicBezTo>
                      <a:pt x="6580" y="-18"/>
                      <a:pt x="7170" y="-18"/>
                      <a:pt x="7753" y="58"/>
                    </a:cubicBezTo>
                    <a:lnTo>
                      <a:pt x="165521" y="58"/>
                    </a:lnTo>
                    <a:cubicBezTo>
                      <a:pt x="169287" y="-434"/>
                      <a:pt x="172732" y="2260"/>
                      <a:pt x="173217" y="6074"/>
                    </a:cubicBezTo>
                    <a:cubicBezTo>
                      <a:pt x="173702" y="9889"/>
                      <a:pt x="171043" y="13379"/>
                      <a:pt x="167278" y="13871"/>
                    </a:cubicBezTo>
                    <a:cubicBezTo>
                      <a:pt x="166695" y="13947"/>
                      <a:pt x="166104" y="13947"/>
                      <a:pt x="165521" y="13871"/>
                    </a:cubicBezTo>
                    <a:close/>
                  </a:path>
                </a:pathLst>
              </a:custGeom>
              <a:grpFill/>
              <a:ln w="11113" cap="flat">
                <a:noFill/>
                <a:prstDash val="solid"/>
                <a:miter/>
              </a:ln>
            </p:spPr>
            <p:txBody>
              <a:bodyPr rtlCol="0" anchor="ctr"/>
              <a:lstStyle/>
              <a:p>
                <a:endParaRPr lang="en-EG" sz="2100"/>
              </a:p>
            </p:txBody>
          </p:sp>
          <p:sp>
            <p:nvSpPr>
              <p:cNvPr id="261" name="Freeform 79">
                <a:extLst>
                  <a:ext uri="{FF2B5EF4-FFF2-40B4-BE49-F238E27FC236}">
                    <a16:creationId xmlns:a16="http://schemas.microsoft.com/office/drawing/2014/main" id="{6CCA2599-10E5-4EB6-BE86-611AEC974FB0}"/>
                  </a:ext>
                </a:extLst>
              </p:cNvPr>
              <p:cNvSpPr/>
              <p:nvPr/>
            </p:nvSpPr>
            <p:spPr>
              <a:xfrm>
                <a:off x="6968927" y="2676187"/>
                <a:ext cx="271925" cy="374544"/>
              </a:xfrm>
              <a:custGeom>
                <a:avLst/>
                <a:gdLst>
                  <a:gd name="connsiteX0" fmla="*/ 242174 w 271925"/>
                  <a:gd name="connsiteY0" fmla="*/ 374543 h 374544"/>
                  <a:gd name="connsiteX1" fmla="*/ 6874 w 271925"/>
                  <a:gd name="connsiteY1" fmla="*/ 374543 h 374544"/>
                  <a:gd name="connsiteX2" fmla="*/ 1 w 271925"/>
                  <a:gd name="connsiteY2" fmla="*/ 367809 h 374544"/>
                  <a:gd name="connsiteX3" fmla="*/ 0 w 271925"/>
                  <a:gd name="connsiteY3" fmla="*/ 367694 h 374544"/>
                  <a:gd name="connsiteX4" fmla="*/ 0 w 271925"/>
                  <a:gd name="connsiteY4" fmla="*/ 6850 h 374544"/>
                  <a:gd name="connsiteX5" fmla="*/ 6761 w 271925"/>
                  <a:gd name="connsiteY5" fmla="*/ 0 h 374544"/>
                  <a:gd name="connsiteX6" fmla="*/ 6874 w 271925"/>
                  <a:gd name="connsiteY6" fmla="*/ 1 h 374544"/>
                  <a:gd name="connsiteX7" fmla="*/ 265163 w 271925"/>
                  <a:gd name="connsiteY7" fmla="*/ 1 h 374544"/>
                  <a:gd name="connsiteX8" fmla="*/ 271924 w 271925"/>
                  <a:gd name="connsiteY8" fmla="*/ 6850 h 374544"/>
                  <a:gd name="connsiteX9" fmla="*/ 271924 w 271925"/>
                  <a:gd name="connsiteY9" fmla="*/ 245320 h 374544"/>
                  <a:gd name="connsiteX10" fmla="*/ 265276 w 271925"/>
                  <a:gd name="connsiteY10" fmla="*/ 252282 h 374544"/>
                  <a:gd name="connsiteX11" fmla="*/ 265163 w 271925"/>
                  <a:gd name="connsiteY11" fmla="*/ 252283 h 374544"/>
                  <a:gd name="connsiteX12" fmla="*/ 209278 w 271925"/>
                  <a:gd name="connsiteY12" fmla="*/ 308457 h 374544"/>
                  <a:gd name="connsiteX13" fmla="*/ 244653 w 271925"/>
                  <a:gd name="connsiteY13" fmla="*/ 361187 h 374544"/>
                  <a:gd name="connsiteX14" fmla="*/ 248822 w 271925"/>
                  <a:gd name="connsiteY14" fmla="*/ 368949 h 374544"/>
                  <a:gd name="connsiteX15" fmla="*/ 242174 w 271925"/>
                  <a:gd name="connsiteY15" fmla="*/ 374543 h 374544"/>
                  <a:gd name="connsiteX16" fmla="*/ 13636 w 271925"/>
                  <a:gd name="connsiteY16" fmla="*/ 360730 h 374544"/>
                  <a:gd name="connsiteX17" fmla="*/ 218396 w 271925"/>
                  <a:gd name="connsiteY17" fmla="*/ 360730 h 374544"/>
                  <a:gd name="connsiteX18" fmla="*/ 213905 w 271925"/>
                  <a:gd name="connsiteY18" fmla="*/ 261388 h 374544"/>
                  <a:gd name="connsiteX19" fmla="*/ 258289 w 271925"/>
                  <a:gd name="connsiteY19" fmla="*/ 238813 h 374544"/>
                  <a:gd name="connsiteX20" fmla="*/ 258289 w 271925"/>
                  <a:gd name="connsiteY20" fmla="*/ 13814 h 374544"/>
                  <a:gd name="connsiteX21" fmla="*/ 13636 w 271925"/>
                  <a:gd name="connsiteY21" fmla="*/ 13814 h 374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71925" h="374544">
                    <a:moveTo>
                      <a:pt x="242174" y="374543"/>
                    </a:moveTo>
                    <a:lnTo>
                      <a:pt x="6874" y="374543"/>
                    </a:lnTo>
                    <a:cubicBezTo>
                      <a:pt x="3140" y="374606"/>
                      <a:pt x="63" y="371591"/>
                      <a:pt x="1" y="367809"/>
                    </a:cubicBezTo>
                    <a:cubicBezTo>
                      <a:pt x="0" y="367771"/>
                      <a:pt x="0" y="367732"/>
                      <a:pt x="0" y="367694"/>
                    </a:cubicBezTo>
                    <a:lnTo>
                      <a:pt x="0" y="6850"/>
                    </a:lnTo>
                    <a:cubicBezTo>
                      <a:pt x="-1" y="3067"/>
                      <a:pt x="3026" y="1"/>
                      <a:pt x="6761" y="0"/>
                    </a:cubicBezTo>
                    <a:cubicBezTo>
                      <a:pt x="6798" y="0"/>
                      <a:pt x="6836" y="0"/>
                      <a:pt x="6874" y="1"/>
                    </a:cubicBezTo>
                    <a:lnTo>
                      <a:pt x="265163" y="1"/>
                    </a:lnTo>
                    <a:cubicBezTo>
                      <a:pt x="268897" y="1"/>
                      <a:pt x="271924" y="3067"/>
                      <a:pt x="271924" y="6850"/>
                    </a:cubicBezTo>
                    <a:lnTo>
                      <a:pt x="271924" y="245320"/>
                    </a:lnTo>
                    <a:cubicBezTo>
                      <a:pt x="271986" y="249102"/>
                      <a:pt x="269010" y="252219"/>
                      <a:pt x="265276" y="252282"/>
                    </a:cubicBezTo>
                    <a:cubicBezTo>
                      <a:pt x="265238" y="252283"/>
                      <a:pt x="265201" y="252283"/>
                      <a:pt x="265163" y="252283"/>
                    </a:cubicBezTo>
                    <a:cubicBezTo>
                      <a:pt x="234418" y="252163"/>
                      <a:pt x="209397" y="277313"/>
                      <a:pt x="209278" y="308457"/>
                    </a:cubicBezTo>
                    <a:cubicBezTo>
                      <a:pt x="209190" y="331747"/>
                      <a:pt x="223244" y="352696"/>
                      <a:pt x="244653" y="361187"/>
                    </a:cubicBezTo>
                    <a:cubicBezTo>
                      <a:pt x="247725" y="362399"/>
                      <a:pt x="249487" y="365678"/>
                      <a:pt x="248822" y="368949"/>
                    </a:cubicBezTo>
                    <a:cubicBezTo>
                      <a:pt x="248268" y="372218"/>
                      <a:pt x="245447" y="374591"/>
                      <a:pt x="242174" y="374543"/>
                    </a:cubicBezTo>
                    <a:close/>
                    <a:moveTo>
                      <a:pt x="13636" y="360730"/>
                    </a:moveTo>
                    <a:lnTo>
                      <a:pt x="218396" y="360730"/>
                    </a:lnTo>
                    <a:cubicBezTo>
                      <a:pt x="190075" y="334554"/>
                      <a:pt x="188064" y="290077"/>
                      <a:pt x="213905" y="261388"/>
                    </a:cubicBezTo>
                    <a:cubicBezTo>
                      <a:pt x="225445" y="248576"/>
                      <a:pt x="241252" y="240536"/>
                      <a:pt x="258289" y="238813"/>
                    </a:cubicBezTo>
                    <a:lnTo>
                      <a:pt x="258289" y="13814"/>
                    </a:lnTo>
                    <a:lnTo>
                      <a:pt x="13636" y="13814"/>
                    </a:lnTo>
                    <a:close/>
                  </a:path>
                </a:pathLst>
              </a:custGeom>
              <a:grpFill/>
              <a:ln w="11113" cap="flat">
                <a:noFill/>
                <a:prstDash val="solid"/>
                <a:miter/>
              </a:ln>
            </p:spPr>
            <p:txBody>
              <a:bodyPr rtlCol="0" anchor="ctr"/>
              <a:lstStyle/>
              <a:p>
                <a:endParaRPr lang="en-EG" sz="2100"/>
              </a:p>
            </p:txBody>
          </p:sp>
          <p:sp>
            <p:nvSpPr>
              <p:cNvPr id="262" name="Freeform 80">
                <a:extLst>
                  <a:ext uri="{FF2B5EF4-FFF2-40B4-BE49-F238E27FC236}">
                    <a16:creationId xmlns:a16="http://schemas.microsoft.com/office/drawing/2014/main" id="{4DCC2709-338E-4CE6-8F81-5BFC783ED740}"/>
                  </a:ext>
                </a:extLst>
              </p:cNvPr>
              <p:cNvSpPr/>
              <p:nvPr/>
            </p:nvSpPr>
            <p:spPr>
              <a:xfrm>
                <a:off x="7164560" y="2914544"/>
                <a:ext cx="138835" cy="140638"/>
              </a:xfrm>
              <a:custGeom>
                <a:avLst/>
                <a:gdLst>
                  <a:gd name="connsiteX0" fmla="*/ 69531 w 138835"/>
                  <a:gd name="connsiteY0" fmla="*/ 140639 h 140638"/>
                  <a:gd name="connsiteX1" fmla="*/ 0 w 138835"/>
                  <a:gd name="connsiteY1" fmla="*/ 70434 h 140638"/>
                  <a:gd name="connsiteX2" fmla="*/ 69305 w 138835"/>
                  <a:gd name="connsiteY2" fmla="*/ 0 h 140638"/>
                  <a:gd name="connsiteX3" fmla="*/ 138836 w 138835"/>
                  <a:gd name="connsiteY3" fmla="*/ 70205 h 140638"/>
                  <a:gd name="connsiteX4" fmla="*/ 138836 w 138835"/>
                  <a:gd name="connsiteY4" fmla="*/ 70319 h 140638"/>
                  <a:gd name="connsiteX5" fmla="*/ 69531 w 138835"/>
                  <a:gd name="connsiteY5" fmla="*/ 140639 h 140638"/>
                  <a:gd name="connsiteX6" fmla="*/ 69531 w 138835"/>
                  <a:gd name="connsiteY6" fmla="*/ 13927 h 140638"/>
                  <a:gd name="connsiteX7" fmla="*/ 13636 w 138835"/>
                  <a:gd name="connsiteY7" fmla="*/ 70319 h 140638"/>
                  <a:gd name="connsiteX8" fmla="*/ 69305 w 138835"/>
                  <a:gd name="connsiteY8" fmla="*/ 126940 h 140638"/>
                  <a:gd name="connsiteX9" fmla="*/ 125200 w 138835"/>
                  <a:gd name="connsiteY9" fmla="*/ 70547 h 140638"/>
                  <a:gd name="connsiteX10" fmla="*/ 125200 w 138835"/>
                  <a:gd name="connsiteY10" fmla="*/ 70319 h 140638"/>
                  <a:gd name="connsiteX11" fmla="*/ 69531 w 138835"/>
                  <a:gd name="connsiteY11" fmla="*/ 13927 h 140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8835" h="140638">
                    <a:moveTo>
                      <a:pt x="69531" y="140639"/>
                    </a:moveTo>
                    <a:cubicBezTo>
                      <a:pt x="31192" y="140702"/>
                      <a:pt x="62" y="109270"/>
                      <a:pt x="0" y="70434"/>
                    </a:cubicBezTo>
                    <a:cubicBezTo>
                      <a:pt x="-62" y="31597"/>
                      <a:pt x="30967" y="63"/>
                      <a:pt x="69305" y="0"/>
                    </a:cubicBezTo>
                    <a:cubicBezTo>
                      <a:pt x="107644" y="-63"/>
                      <a:pt x="138773" y="31369"/>
                      <a:pt x="138836" y="70205"/>
                    </a:cubicBezTo>
                    <a:cubicBezTo>
                      <a:pt x="138836" y="70243"/>
                      <a:pt x="138836" y="70281"/>
                      <a:pt x="138836" y="70319"/>
                    </a:cubicBezTo>
                    <a:cubicBezTo>
                      <a:pt x="138836" y="109111"/>
                      <a:pt x="107825" y="140576"/>
                      <a:pt x="69531" y="140639"/>
                    </a:cubicBezTo>
                    <a:close/>
                    <a:moveTo>
                      <a:pt x="69531" y="13927"/>
                    </a:moveTo>
                    <a:cubicBezTo>
                      <a:pt x="38723" y="13864"/>
                      <a:pt x="13698" y="39112"/>
                      <a:pt x="13636" y="70319"/>
                    </a:cubicBezTo>
                    <a:cubicBezTo>
                      <a:pt x="13574" y="101527"/>
                      <a:pt x="38498" y="126877"/>
                      <a:pt x="69305" y="126940"/>
                    </a:cubicBezTo>
                    <a:cubicBezTo>
                      <a:pt x="100113" y="127003"/>
                      <a:pt x="125138" y="101755"/>
                      <a:pt x="125200" y="70547"/>
                    </a:cubicBezTo>
                    <a:cubicBezTo>
                      <a:pt x="125200" y="70471"/>
                      <a:pt x="125200" y="70395"/>
                      <a:pt x="125200" y="70319"/>
                    </a:cubicBezTo>
                    <a:cubicBezTo>
                      <a:pt x="124835" y="39329"/>
                      <a:pt x="100124" y="14297"/>
                      <a:pt x="69531" y="13927"/>
                    </a:cubicBezTo>
                    <a:close/>
                  </a:path>
                </a:pathLst>
              </a:custGeom>
              <a:grpFill/>
              <a:ln w="11113" cap="flat">
                <a:noFill/>
                <a:prstDash val="solid"/>
                <a:miter/>
              </a:ln>
            </p:spPr>
            <p:txBody>
              <a:bodyPr rtlCol="0" anchor="ctr"/>
              <a:lstStyle/>
              <a:p>
                <a:endParaRPr lang="en-EG" sz="2100"/>
              </a:p>
            </p:txBody>
          </p:sp>
          <p:sp>
            <p:nvSpPr>
              <p:cNvPr id="263" name="Freeform 81">
                <a:extLst>
                  <a:ext uri="{FF2B5EF4-FFF2-40B4-BE49-F238E27FC236}">
                    <a16:creationId xmlns:a16="http://schemas.microsoft.com/office/drawing/2014/main" id="{954B879D-F071-4D78-A821-49B81814CE12}"/>
                  </a:ext>
                </a:extLst>
              </p:cNvPr>
              <p:cNvSpPr/>
              <p:nvPr/>
            </p:nvSpPr>
            <p:spPr>
              <a:xfrm>
                <a:off x="7196607" y="2958356"/>
                <a:ext cx="73341" cy="59843"/>
              </a:xfrm>
              <a:custGeom>
                <a:avLst/>
                <a:gdLst>
                  <a:gd name="connsiteX0" fmla="*/ 31510 w 73341"/>
                  <a:gd name="connsiteY0" fmla="*/ 59841 h 59843"/>
                  <a:gd name="connsiteX1" fmla="*/ 25988 w 73341"/>
                  <a:gd name="connsiteY1" fmla="*/ 56987 h 59843"/>
                  <a:gd name="connsiteX2" fmla="*/ 1309 w 73341"/>
                  <a:gd name="connsiteY2" fmla="*/ 23197 h 59843"/>
                  <a:gd name="connsiteX3" fmla="*/ 2887 w 73341"/>
                  <a:gd name="connsiteY3" fmla="*/ 13380 h 59843"/>
                  <a:gd name="connsiteX4" fmla="*/ 12578 w 73341"/>
                  <a:gd name="connsiteY4" fmla="*/ 14978 h 59843"/>
                  <a:gd name="connsiteX5" fmla="*/ 31510 w 73341"/>
                  <a:gd name="connsiteY5" fmla="*/ 41347 h 59843"/>
                  <a:gd name="connsiteX6" fmla="*/ 60697 w 73341"/>
                  <a:gd name="connsiteY6" fmla="*/ 2877 h 59843"/>
                  <a:gd name="connsiteX7" fmla="*/ 70502 w 73341"/>
                  <a:gd name="connsiteY7" fmla="*/ 1393 h 59843"/>
                  <a:gd name="connsiteX8" fmla="*/ 71967 w 73341"/>
                  <a:gd name="connsiteY8" fmla="*/ 11325 h 59843"/>
                  <a:gd name="connsiteX9" fmla="*/ 37258 w 73341"/>
                  <a:gd name="connsiteY9" fmla="*/ 56987 h 59843"/>
                  <a:gd name="connsiteX10" fmla="*/ 31510 w 73341"/>
                  <a:gd name="connsiteY10" fmla="*/ 59841 h 59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41" h="59843">
                    <a:moveTo>
                      <a:pt x="31510" y="59841"/>
                    </a:moveTo>
                    <a:cubicBezTo>
                      <a:pt x="29313" y="59890"/>
                      <a:pt x="27238" y="58818"/>
                      <a:pt x="25988" y="56987"/>
                    </a:cubicBezTo>
                    <a:lnTo>
                      <a:pt x="1309" y="23197"/>
                    </a:lnTo>
                    <a:cubicBezTo>
                      <a:pt x="-931" y="20045"/>
                      <a:pt x="-225" y="15649"/>
                      <a:pt x="2887" y="13380"/>
                    </a:cubicBezTo>
                    <a:cubicBezTo>
                      <a:pt x="5999" y="11110"/>
                      <a:pt x="10338" y="11825"/>
                      <a:pt x="12578" y="14978"/>
                    </a:cubicBezTo>
                    <a:lnTo>
                      <a:pt x="31510" y="41347"/>
                    </a:lnTo>
                    <a:lnTo>
                      <a:pt x="60697" y="2877"/>
                    </a:lnTo>
                    <a:cubicBezTo>
                      <a:pt x="63000" y="-275"/>
                      <a:pt x="67390" y="-939"/>
                      <a:pt x="70502" y="1393"/>
                    </a:cubicBezTo>
                    <a:cubicBezTo>
                      <a:pt x="73613" y="3726"/>
                      <a:pt x="74269" y="8172"/>
                      <a:pt x="71967" y="11325"/>
                    </a:cubicBezTo>
                    <a:lnTo>
                      <a:pt x="37258" y="56987"/>
                    </a:lnTo>
                    <a:cubicBezTo>
                      <a:pt x="35923" y="58839"/>
                      <a:pt x="33773" y="59906"/>
                      <a:pt x="31510" y="59841"/>
                    </a:cubicBezTo>
                    <a:close/>
                  </a:path>
                </a:pathLst>
              </a:custGeom>
              <a:grpFill/>
              <a:ln w="11113" cap="flat">
                <a:noFill/>
                <a:prstDash val="solid"/>
                <a:miter/>
              </a:ln>
            </p:spPr>
            <p:txBody>
              <a:bodyPr rtlCol="0" anchor="ctr"/>
              <a:lstStyle/>
              <a:p>
                <a:endParaRPr lang="en-EG" sz="2100"/>
              </a:p>
            </p:txBody>
          </p:sp>
          <p:sp>
            <p:nvSpPr>
              <p:cNvPr id="264" name="Freeform 82">
                <a:extLst>
                  <a:ext uri="{FF2B5EF4-FFF2-40B4-BE49-F238E27FC236}">
                    <a16:creationId xmlns:a16="http://schemas.microsoft.com/office/drawing/2014/main" id="{2A847189-D88F-49E1-B150-36BDC2CE8085}"/>
                  </a:ext>
                </a:extLst>
              </p:cNvPr>
              <p:cNvSpPr/>
              <p:nvPr/>
            </p:nvSpPr>
            <p:spPr>
              <a:xfrm>
                <a:off x="6997437" y="2650504"/>
                <a:ext cx="271925" cy="285387"/>
              </a:xfrm>
              <a:custGeom>
                <a:avLst/>
                <a:gdLst>
                  <a:gd name="connsiteX0" fmla="*/ 265051 w 271925"/>
                  <a:gd name="connsiteY0" fmla="*/ 285387 h 285387"/>
                  <a:gd name="connsiteX1" fmla="*/ 262008 w 271925"/>
                  <a:gd name="connsiteY1" fmla="*/ 284588 h 285387"/>
                  <a:gd name="connsiteX2" fmla="*/ 236653 w 271925"/>
                  <a:gd name="connsiteY2" fmla="*/ 278424 h 285387"/>
                  <a:gd name="connsiteX3" fmla="*/ 229779 w 271925"/>
                  <a:gd name="connsiteY3" fmla="*/ 271460 h 285387"/>
                  <a:gd name="connsiteX4" fmla="*/ 229779 w 271925"/>
                  <a:gd name="connsiteY4" fmla="*/ 39498 h 285387"/>
                  <a:gd name="connsiteX5" fmla="*/ 6762 w 271925"/>
                  <a:gd name="connsiteY5" fmla="*/ 39498 h 285387"/>
                  <a:gd name="connsiteX6" fmla="*/ 0 w 271925"/>
                  <a:gd name="connsiteY6" fmla="*/ 32649 h 285387"/>
                  <a:gd name="connsiteX7" fmla="*/ 1 w 271925"/>
                  <a:gd name="connsiteY7" fmla="*/ 32534 h 285387"/>
                  <a:gd name="connsiteX8" fmla="*/ 1 w 271925"/>
                  <a:gd name="connsiteY8" fmla="*/ 6963 h 285387"/>
                  <a:gd name="connsiteX9" fmla="*/ 6649 w 271925"/>
                  <a:gd name="connsiteY9" fmla="*/ 1 h 285387"/>
                  <a:gd name="connsiteX10" fmla="*/ 6762 w 271925"/>
                  <a:gd name="connsiteY10" fmla="*/ 0 h 285387"/>
                  <a:gd name="connsiteX11" fmla="*/ 265051 w 271925"/>
                  <a:gd name="connsiteY11" fmla="*/ 0 h 285387"/>
                  <a:gd name="connsiteX12" fmla="*/ 271925 w 271925"/>
                  <a:gd name="connsiteY12" fmla="*/ 6963 h 285387"/>
                  <a:gd name="connsiteX13" fmla="*/ 271925 w 271925"/>
                  <a:gd name="connsiteY13" fmla="*/ 277967 h 285387"/>
                  <a:gd name="connsiteX14" fmla="*/ 268657 w 271925"/>
                  <a:gd name="connsiteY14" fmla="*/ 283903 h 285387"/>
                  <a:gd name="connsiteX15" fmla="*/ 265051 w 271925"/>
                  <a:gd name="connsiteY15" fmla="*/ 285387 h 285387"/>
                  <a:gd name="connsiteX16" fmla="*/ 243414 w 271925"/>
                  <a:gd name="connsiteY16" fmla="*/ 264953 h 285387"/>
                  <a:gd name="connsiteX17" fmla="*/ 258289 w 271925"/>
                  <a:gd name="connsiteY17" fmla="*/ 268036 h 285387"/>
                  <a:gd name="connsiteX18" fmla="*/ 258290 w 271925"/>
                  <a:gd name="connsiteY18" fmla="*/ 13813 h 285387"/>
                  <a:gd name="connsiteX19" fmla="*/ 13637 w 271925"/>
                  <a:gd name="connsiteY19" fmla="*/ 13813 h 285387"/>
                  <a:gd name="connsiteX20" fmla="*/ 13637 w 271925"/>
                  <a:gd name="connsiteY20" fmla="*/ 25228 h 285387"/>
                  <a:gd name="connsiteX21" fmla="*/ 236653 w 271925"/>
                  <a:gd name="connsiteY21" fmla="*/ 25228 h 285387"/>
                  <a:gd name="connsiteX22" fmla="*/ 243414 w 271925"/>
                  <a:gd name="connsiteY22" fmla="*/ 32078 h 285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1925" h="285387">
                    <a:moveTo>
                      <a:pt x="265051" y="285387"/>
                    </a:moveTo>
                    <a:cubicBezTo>
                      <a:pt x="263985" y="285395"/>
                      <a:pt x="262936" y="285120"/>
                      <a:pt x="262008" y="284588"/>
                    </a:cubicBezTo>
                    <a:cubicBezTo>
                      <a:pt x="254157" y="280529"/>
                      <a:pt x="245467" y="278416"/>
                      <a:pt x="236653" y="278424"/>
                    </a:cubicBezTo>
                    <a:cubicBezTo>
                      <a:pt x="232856" y="278424"/>
                      <a:pt x="229779" y="275306"/>
                      <a:pt x="229779" y="271460"/>
                    </a:cubicBezTo>
                    <a:lnTo>
                      <a:pt x="229779" y="39498"/>
                    </a:lnTo>
                    <a:lnTo>
                      <a:pt x="6762" y="39498"/>
                    </a:lnTo>
                    <a:cubicBezTo>
                      <a:pt x="3028" y="39498"/>
                      <a:pt x="1" y="36432"/>
                      <a:pt x="0" y="32649"/>
                    </a:cubicBezTo>
                    <a:cubicBezTo>
                      <a:pt x="0" y="32611"/>
                      <a:pt x="0" y="32573"/>
                      <a:pt x="1" y="32534"/>
                    </a:cubicBezTo>
                    <a:lnTo>
                      <a:pt x="1" y="6963"/>
                    </a:lnTo>
                    <a:cubicBezTo>
                      <a:pt x="-61" y="3181"/>
                      <a:pt x="2915" y="64"/>
                      <a:pt x="6649" y="1"/>
                    </a:cubicBezTo>
                    <a:cubicBezTo>
                      <a:pt x="6687" y="0"/>
                      <a:pt x="6725" y="0"/>
                      <a:pt x="6762" y="0"/>
                    </a:cubicBezTo>
                    <a:lnTo>
                      <a:pt x="265051" y="0"/>
                    </a:lnTo>
                    <a:cubicBezTo>
                      <a:pt x="268847" y="0"/>
                      <a:pt x="271925" y="3118"/>
                      <a:pt x="271925" y="6963"/>
                    </a:cubicBezTo>
                    <a:lnTo>
                      <a:pt x="271925" y="277967"/>
                    </a:lnTo>
                    <a:cubicBezTo>
                      <a:pt x="271950" y="280392"/>
                      <a:pt x="270707" y="282650"/>
                      <a:pt x="268657" y="283903"/>
                    </a:cubicBezTo>
                    <a:cubicBezTo>
                      <a:pt x="267618" y="284734"/>
                      <a:pt x="266368" y="285249"/>
                      <a:pt x="265051" y="285387"/>
                    </a:cubicBezTo>
                    <a:close/>
                    <a:moveTo>
                      <a:pt x="243414" y="264953"/>
                    </a:moveTo>
                    <a:cubicBezTo>
                      <a:pt x="248471" y="265412"/>
                      <a:pt x="253461" y="266446"/>
                      <a:pt x="258289" y="268036"/>
                    </a:cubicBezTo>
                    <a:lnTo>
                      <a:pt x="258290" y="13813"/>
                    </a:lnTo>
                    <a:lnTo>
                      <a:pt x="13637" y="13813"/>
                    </a:lnTo>
                    <a:lnTo>
                      <a:pt x="13637" y="25228"/>
                    </a:lnTo>
                    <a:lnTo>
                      <a:pt x="236653" y="25228"/>
                    </a:lnTo>
                    <a:cubicBezTo>
                      <a:pt x="240387" y="25228"/>
                      <a:pt x="243414" y="28295"/>
                      <a:pt x="243414" y="32078"/>
                    </a:cubicBezTo>
                    <a:close/>
                  </a:path>
                </a:pathLst>
              </a:custGeom>
              <a:grpFill/>
              <a:ln w="11113" cap="flat">
                <a:noFill/>
                <a:prstDash val="solid"/>
                <a:miter/>
              </a:ln>
            </p:spPr>
            <p:txBody>
              <a:bodyPr rtlCol="0" anchor="ctr"/>
              <a:lstStyle/>
              <a:p>
                <a:endParaRPr lang="en-EG" sz="2100"/>
              </a:p>
            </p:txBody>
          </p:sp>
        </p:grpSp>
        <p:grpSp>
          <p:nvGrpSpPr>
            <p:cNvPr id="127" name="Graphic 62">
              <a:extLst>
                <a:ext uri="{FF2B5EF4-FFF2-40B4-BE49-F238E27FC236}">
                  <a16:creationId xmlns:a16="http://schemas.microsoft.com/office/drawing/2014/main" id="{6B5AA176-19A5-4BAA-9E57-E93A0A96A79C}"/>
                </a:ext>
              </a:extLst>
            </p:cNvPr>
            <p:cNvGrpSpPr>
              <a:grpSpLocks noChangeAspect="1"/>
            </p:cNvGrpSpPr>
            <p:nvPr/>
          </p:nvGrpSpPr>
          <p:grpSpPr>
            <a:xfrm>
              <a:off x="4534466" y="3386206"/>
              <a:ext cx="420441" cy="309617"/>
              <a:chOff x="6930510" y="2696605"/>
              <a:chExt cx="420441" cy="309617"/>
            </a:xfrm>
            <a:solidFill>
              <a:srgbClr val="FFFFFF"/>
            </a:solidFill>
          </p:grpSpPr>
          <p:sp>
            <p:nvSpPr>
              <p:cNvPr id="224" name="Freeform 84">
                <a:extLst>
                  <a:ext uri="{FF2B5EF4-FFF2-40B4-BE49-F238E27FC236}">
                    <a16:creationId xmlns:a16="http://schemas.microsoft.com/office/drawing/2014/main" id="{57066B9B-EB3D-4D5B-9E37-5D1AE8840438}"/>
                  </a:ext>
                </a:extLst>
              </p:cNvPr>
              <p:cNvSpPr/>
              <p:nvPr/>
            </p:nvSpPr>
            <p:spPr>
              <a:xfrm>
                <a:off x="6930510" y="2949761"/>
                <a:ext cx="420441" cy="56461"/>
              </a:xfrm>
              <a:custGeom>
                <a:avLst/>
                <a:gdLst>
                  <a:gd name="connsiteX0" fmla="*/ 380333 w 420441"/>
                  <a:gd name="connsiteY0" fmla="*/ 56460 h 56461"/>
                  <a:gd name="connsiteX1" fmla="*/ 39762 w 420441"/>
                  <a:gd name="connsiteY1" fmla="*/ 56460 h 56461"/>
                  <a:gd name="connsiteX2" fmla="*/ 0 w 420441"/>
                  <a:gd name="connsiteY2" fmla="*/ 17075 h 56461"/>
                  <a:gd name="connsiteX3" fmla="*/ 0 w 420441"/>
                  <a:gd name="connsiteY3" fmla="*/ 6831 h 56461"/>
                  <a:gd name="connsiteX4" fmla="*/ 6914 w 420441"/>
                  <a:gd name="connsiteY4" fmla="*/ 0 h 56461"/>
                  <a:gd name="connsiteX5" fmla="*/ 7030 w 420441"/>
                  <a:gd name="connsiteY5" fmla="*/ 1 h 56461"/>
                  <a:gd name="connsiteX6" fmla="*/ 413411 w 420441"/>
                  <a:gd name="connsiteY6" fmla="*/ 1 h 56461"/>
                  <a:gd name="connsiteX7" fmla="*/ 420440 w 420441"/>
                  <a:gd name="connsiteY7" fmla="*/ 6716 h 56461"/>
                  <a:gd name="connsiteX8" fmla="*/ 420441 w 420441"/>
                  <a:gd name="connsiteY8" fmla="*/ 6831 h 56461"/>
                  <a:gd name="connsiteX9" fmla="*/ 420441 w 420441"/>
                  <a:gd name="connsiteY9" fmla="*/ 17075 h 56461"/>
                  <a:gd name="connsiteX10" fmla="*/ 380564 w 420441"/>
                  <a:gd name="connsiteY10" fmla="*/ 56461 h 56461"/>
                  <a:gd name="connsiteX11" fmla="*/ 380333 w 420441"/>
                  <a:gd name="connsiteY11" fmla="*/ 56460 h 56461"/>
                  <a:gd name="connsiteX12" fmla="*/ 13946 w 420441"/>
                  <a:gd name="connsiteY12" fmla="*/ 13774 h 56461"/>
                  <a:gd name="connsiteX13" fmla="*/ 13946 w 420441"/>
                  <a:gd name="connsiteY13" fmla="*/ 17075 h 56461"/>
                  <a:gd name="connsiteX14" fmla="*/ 39531 w 420441"/>
                  <a:gd name="connsiteY14" fmla="*/ 42800 h 56461"/>
                  <a:gd name="connsiteX15" fmla="*/ 39762 w 420441"/>
                  <a:gd name="connsiteY15" fmla="*/ 42801 h 56461"/>
                  <a:gd name="connsiteX16" fmla="*/ 380333 w 420441"/>
                  <a:gd name="connsiteY16" fmla="*/ 42801 h 56461"/>
                  <a:gd name="connsiteX17" fmla="*/ 406150 w 420441"/>
                  <a:gd name="connsiteY17" fmla="*/ 17303 h 56461"/>
                  <a:gd name="connsiteX18" fmla="*/ 406150 w 420441"/>
                  <a:gd name="connsiteY18" fmla="*/ 14002 h 56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20441" h="56461">
                    <a:moveTo>
                      <a:pt x="380333" y="56460"/>
                    </a:moveTo>
                    <a:lnTo>
                      <a:pt x="39762" y="56460"/>
                    </a:lnTo>
                    <a:cubicBezTo>
                      <a:pt x="17783" y="56398"/>
                      <a:pt x="0" y="38783"/>
                      <a:pt x="0" y="17075"/>
                    </a:cubicBezTo>
                    <a:lnTo>
                      <a:pt x="0" y="6831"/>
                    </a:lnTo>
                    <a:cubicBezTo>
                      <a:pt x="-1" y="3059"/>
                      <a:pt x="3095" y="1"/>
                      <a:pt x="6914" y="0"/>
                    </a:cubicBezTo>
                    <a:cubicBezTo>
                      <a:pt x="6953" y="0"/>
                      <a:pt x="6992" y="0"/>
                      <a:pt x="7030" y="1"/>
                    </a:cubicBezTo>
                    <a:lnTo>
                      <a:pt x="413411" y="1"/>
                    </a:lnTo>
                    <a:cubicBezTo>
                      <a:pt x="417229" y="-62"/>
                      <a:pt x="420377" y="2945"/>
                      <a:pt x="420440" y="6716"/>
                    </a:cubicBezTo>
                    <a:cubicBezTo>
                      <a:pt x="420441" y="6754"/>
                      <a:pt x="420441" y="6792"/>
                      <a:pt x="420441" y="6831"/>
                    </a:cubicBezTo>
                    <a:lnTo>
                      <a:pt x="420441" y="17075"/>
                    </a:lnTo>
                    <a:cubicBezTo>
                      <a:pt x="420441" y="38827"/>
                      <a:pt x="402588" y="56461"/>
                      <a:pt x="380564" y="56461"/>
                    </a:cubicBezTo>
                    <a:cubicBezTo>
                      <a:pt x="380487" y="56461"/>
                      <a:pt x="380410" y="56461"/>
                      <a:pt x="380333" y="56460"/>
                    </a:cubicBezTo>
                    <a:close/>
                    <a:moveTo>
                      <a:pt x="13946" y="13774"/>
                    </a:moveTo>
                    <a:lnTo>
                      <a:pt x="13946" y="17075"/>
                    </a:lnTo>
                    <a:cubicBezTo>
                      <a:pt x="13818" y="31157"/>
                      <a:pt x="25273" y="42674"/>
                      <a:pt x="39531" y="42800"/>
                    </a:cubicBezTo>
                    <a:cubicBezTo>
                      <a:pt x="39608" y="42801"/>
                      <a:pt x="39685" y="42801"/>
                      <a:pt x="39762" y="42801"/>
                    </a:cubicBezTo>
                    <a:lnTo>
                      <a:pt x="380333" y="42801"/>
                    </a:lnTo>
                    <a:cubicBezTo>
                      <a:pt x="394591" y="42801"/>
                      <a:pt x="406150" y="31385"/>
                      <a:pt x="406150" y="17303"/>
                    </a:cubicBezTo>
                    <a:lnTo>
                      <a:pt x="406150" y="14002"/>
                    </a:lnTo>
                    <a:close/>
                  </a:path>
                </a:pathLst>
              </a:custGeom>
              <a:grpFill/>
              <a:ln w="11377" cap="flat">
                <a:noFill/>
                <a:prstDash val="solid"/>
                <a:miter/>
              </a:ln>
            </p:spPr>
            <p:txBody>
              <a:bodyPr rtlCol="0" anchor="ctr"/>
              <a:lstStyle/>
              <a:p>
                <a:endParaRPr lang="en-EG" sz="2100"/>
              </a:p>
            </p:txBody>
          </p:sp>
          <p:sp>
            <p:nvSpPr>
              <p:cNvPr id="225" name="Freeform 85">
                <a:extLst>
                  <a:ext uri="{FF2B5EF4-FFF2-40B4-BE49-F238E27FC236}">
                    <a16:creationId xmlns:a16="http://schemas.microsoft.com/office/drawing/2014/main" id="{CE37E266-4217-4F78-9A47-0889A2BFC87D}"/>
                  </a:ext>
                </a:extLst>
              </p:cNvPr>
              <p:cNvSpPr/>
              <p:nvPr/>
            </p:nvSpPr>
            <p:spPr>
              <a:xfrm>
                <a:off x="6941229" y="2696605"/>
                <a:ext cx="399004" cy="266930"/>
              </a:xfrm>
              <a:custGeom>
                <a:avLst/>
                <a:gdLst>
                  <a:gd name="connsiteX0" fmla="*/ 391974 w 399004"/>
                  <a:gd name="connsiteY0" fmla="*/ 266931 h 266930"/>
                  <a:gd name="connsiteX1" fmla="*/ 7030 w 399004"/>
                  <a:gd name="connsiteY1" fmla="*/ 266931 h 266930"/>
                  <a:gd name="connsiteX2" fmla="*/ 0 w 399004"/>
                  <a:gd name="connsiteY2" fmla="*/ 259987 h 266930"/>
                  <a:gd name="connsiteX3" fmla="*/ 0 w 399004"/>
                  <a:gd name="connsiteY3" fmla="*/ 13773 h 266930"/>
                  <a:gd name="connsiteX4" fmla="*/ 13946 w 399004"/>
                  <a:gd name="connsiteY4" fmla="*/ 0 h 266930"/>
                  <a:gd name="connsiteX5" fmla="*/ 385059 w 399004"/>
                  <a:gd name="connsiteY5" fmla="*/ 0 h 266930"/>
                  <a:gd name="connsiteX6" fmla="*/ 399004 w 399004"/>
                  <a:gd name="connsiteY6" fmla="*/ 13773 h 266930"/>
                  <a:gd name="connsiteX7" fmla="*/ 399004 w 399004"/>
                  <a:gd name="connsiteY7" fmla="*/ 259987 h 266930"/>
                  <a:gd name="connsiteX8" fmla="*/ 391974 w 399004"/>
                  <a:gd name="connsiteY8" fmla="*/ 266931 h 266930"/>
                  <a:gd name="connsiteX9" fmla="*/ 13946 w 399004"/>
                  <a:gd name="connsiteY9" fmla="*/ 253157 h 266930"/>
                  <a:gd name="connsiteX10" fmla="*/ 385059 w 399004"/>
                  <a:gd name="connsiteY10" fmla="*/ 253157 h 266930"/>
                  <a:gd name="connsiteX11" fmla="*/ 385059 w 399004"/>
                  <a:gd name="connsiteY11" fmla="*/ 14115 h 266930"/>
                  <a:gd name="connsiteX12" fmla="*/ 13946 w 399004"/>
                  <a:gd name="connsiteY12" fmla="*/ 14115 h 266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9004" h="266930">
                    <a:moveTo>
                      <a:pt x="391974" y="266931"/>
                    </a:moveTo>
                    <a:lnTo>
                      <a:pt x="7030" y="266931"/>
                    </a:lnTo>
                    <a:cubicBezTo>
                      <a:pt x="3148" y="266931"/>
                      <a:pt x="0" y="263822"/>
                      <a:pt x="0" y="259987"/>
                    </a:cubicBezTo>
                    <a:lnTo>
                      <a:pt x="0" y="13773"/>
                    </a:lnTo>
                    <a:cubicBezTo>
                      <a:pt x="0" y="6167"/>
                      <a:pt x="6244" y="0"/>
                      <a:pt x="13946" y="0"/>
                    </a:cubicBezTo>
                    <a:lnTo>
                      <a:pt x="385059" y="0"/>
                    </a:lnTo>
                    <a:cubicBezTo>
                      <a:pt x="392761" y="0"/>
                      <a:pt x="399004" y="6167"/>
                      <a:pt x="399004" y="13773"/>
                    </a:cubicBezTo>
                    <a:lnTo>
                      <a:pt x="399004" y="259987"/>
                    </a:lnTo>
                    <a:cubicBezTo>
                      <a:pt x="399004" y="263822"/>
                      <a:pt x="395857" y="266931"/>
                      <a:pt x="391974" y="266931"/>
                    </a:cubicBezTo>
                    <a:close/>
                    <a:moveTo>
                      <a:pt x="13946" y="253157"/>
                    </a:moveTo>
                    <a:lnTo>
                      <a:pt x="385059" y="253157"/>
                    </a:lnTo>
                    <a:lnTo>
                      <a:pt x="385059" y="14115"/>
                    </a:lnTo>
                    <a:lnTo>
                      <a:pt x="13946" y="14115"/>
                    </a:lnTo>
                    <a:close/>
                  </a:path>
                </a:pathLst>
              </a:custGeom>
              <a:grpFill/>
              <a:ln w="11377" cap="flat">
                <a:noFill/>
                <a:prstDash val="solid"/>
                <a:miter/>
              </a:ln>
            </p:spPr>
            <p:txBody>
              <a:bodyPr rtlCol="0" anchor="ctr"/>
              <a:lstStyle/>
              <a:p>
                <a:endParaRPr lang="en-EG" sz="2100"/>
              </a:p>
            </p:txBody>
          </p:sp>
          <p:sp>
            <p:nvSpPr>
              <p:cNvPr id="226" name="Freeform 86">
                <a:extLst>
                  <a:ext uri="{FF2B5EF4-FFF2-40B4-BE49-F238E27FC236}">
                    <a16:creationId xmlns:a16="http://schemas.microsoft.com/office/drawing/2014/main" id="{FDD5FC2A-4152-43B5-B74B-D80D69449EFA}"/>
                  </a:ext>
                </a:extLst>
              </p:cNvPr>
              <p:cNvSpPr/>
              <p:nvPr/>
            </p:nvSpPr>
            <p:spPr>
              <a:xfrm>
                <a:off x="6970042" y="2725631"/>
                <a:ext cx="341377" cy="208763"/>
              </a:xfrm>
              <a:custGeom>
                <a:avLst/>
                <a:gdLst>
                  <a:gd name="connsiteX0" fmla="*/ 327432 w 341377"/>
                  <a:gd name="connsiteY0" fmla="*/ 208764 h 208763"/>
                  <a:gd name="connsiteX1" fmla="*/ 13946 w 341377"/>
                  <a:gd name="connsiteY1" fmla="*/ 208764 h 208763"/>
                  <a:gd name="connsiteX2" fmla="*/ 0 w 341377"/>
                  <a:gd name="connsiteY2" fmla="*/ 194990 h 208763"/>
                  <a:gd name="connsiteX3" fmla="*/ 0 w 341377"/>
                  <a:gd name="connsiteY3" fmla="*/ 13887 h 208763"/>
                  <a:gd name="connsiteX4" fmla="*/ 13946 w 341377"/>
                  <a:gd name="connsiteY4" fmla="*/ 0 h 208763"/>
                  <a:gd name="connsiteX5" fmla="*/ 327432 w 341377"/>
                  <a:gd name="connsiteY5" fmla="*/ 0 h 208763"/>
                  <a:gd name="connsiteX6" fmla="*/ 341378 w 341377"/>
                  <a:gd name="connsiteY6" fmla="*/ 13887 h 208763"/>
                  <a:gd name="connsiteX7" fmla="*/ 341378 w 341377"/>
                  <a:gd name="connsiteY7" fmla="*/ 194990 h 208763"/>
                  <a:gd name="connsiteX8" fmla="*/ 327432 w 341377"/>
                  <a:gd name="connsiteY8" fmla="*/ 208764 h 208763"/>
                  <a:gd name="connsiteX9" fmla="*/ 13946 w 341377"/>
                  <a:gd name="connsiteY9" fmla="*/ 13887 h 208763"/>
                  <a:gd name="connsiteX10" fmla="*/ 13946 w 341377"/>
                  <a:gd name="connsiteY10" fmla="*/ 194990 h 208763"/>
                  <a:gd name="connsiteX11" fmla="*/ 327432 w 341377"/>
                  <a:gd name="connsiteY11" fmla="*/ 194990 h 208763"/>
                  <a:gd name="connsiteX12" fmla="*/ 327432 w 341377"/>
                  <a:gd name="connsiteY12" fmla="*/ 13887 h 208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1377" h="208763">
                    <a:moveTo>
                      <a:pt x="327432" y="208764"/>
                    </a:moveTo>
                    <a:lnTo>
                      <a:pt x="13946" y="208764"/>
                    </a:lnTo>
                    <a:cubicBezTo>
                      <a:pt x="6244" y="208764"/>
                      <a:pt x="0" y="202597"/>
                      <a:pt x="0" y="194990"/>
                    </a:cubicBezTo>
                    <a:lnTo>
                      <a:pt x="0" y="13887"/>
                    </a:lnTo>
                    <a:cubicBezTo>
                      <a:pt x="0" y="6262"/>
                      <a:pt x="6225" y="63"/>
                      <a:pt x="13946" y="0"/>
                    </a:cubicBezTo>
                    <a:lnTo>
                      <a:pt x="327432" y="0"/>
                    </a:lnTo>
                    <a:cubicBezTo>
                      <a:pt x="335153" y="63"/>
                      <a:pt x="341378" y="6262"/>
                      <a:pt x="341378" y="13887"/>
                    </a:cubicBezTo>
                    <a:lnTo>
                      <a:pt x="341378" y="194990"/>
                    </a:lnTo>
                    <a:cubicBezTo>
                      <a:pt x="341378" y="202597"/>
                      <a:pt x="335134" y="208764"/>
                      <a:pt x="327432" y="208764"/>
                    </a:cubicBezTo>
                    <a:close/>
                    <a:moveTo>
                      <a:pt x="13946" y="13887"/>
                    </a:moveTo>
                    <a:lnTo>
                      <a:pt x="13946" y="194990"/>
                    </a:lnTo>
                    <a:lnTo>
                      <a:pt x="327432" y="194990"/>
                    </a:lnTo>
                    <a:lnTo>
                      <a:pt x="327432" y="13887"/>
                    </a:lnTo>
                    <a:close/>
                  </a:path>
                </a:pathLst>
              </a:custGeom>
              <a:grpFill/>
              <a:ln w="11377" cap="flat">
                <a:noFill/>
                <a:prstDash val="solid"/>
                <a:miter/>
              </a:ln>
            </p:spPr>
            <p:txBody>
              <a:bodyPr rtlCol="0" anchor="ctr"/>
              <a:lstStyle/>
              <a:p>
                <a:endParaRPr lang="en-EG" sz="2100"/>
              </a:p>
            </p:txBody>
          </p:sp>
          <p:sp>
            <p:nvSpPr>
              <p:cNvPr id="227" name="Freeform 87">
                <a:extLst>
                  <a:ext uri="{FF2B5EF4-FFF2-40B4-BE49-F238E27FC236}">
                    <a16:creationId xmlns:a16="http://schemas.microsoft.com/office/drawing/2014/main" id="{5571C4D4-E4DE-439C-90AD-32AD65F8B5E6}"/>
                  </a:ext>
                </a:extLst>
              </p:cNvPr>
              <p:cNvSpPr/>
              <p:nvPr/>
            </p:nvSpPr>
            <p:spPr>
              <a:xfrm>
                <a:off x="7033086" y="2760349"/>
                <a:ext cx="55782" cy="55093"/>
              </a:xfrm>
              <a:custGeom>
                <a:avLst/>
                <a:gdLst>
                  <a:gd name="connsiteX0" fmla="*/ 27890 w 55782"/>
                  <a:gd name="connsiteY0" fmla="*/ 55094 h 55093"/>
                  <a:gd name="connsiteX1" fmla="*/ 0 w 55782"/>
                  <a:gd name="connsiteY1" fmla="*/ 27546 h 55093"/>
                  <a:gd name="connsiteX2" fmla="*/ 27892 w 55782"/>
                  <a:gd name="connsiteY2" fmla="*/ 0 h 55093"/>
                  <a:gd name="connsiteX3" fmla="*/ 55781 w 55782"/>
                  <a:gd name="connsiteY3" fmla="*/ 27319 h 55093"/>
                  <a:gd name="connsiteX4" fmla="*/ 28122 w 55782"/>
                  <a:gd name="connsiteY4" fmla="*/ 55093 h 55093"/>
                  <a:gd name="connsiteX5" fmla="*/ 27890 w 55782"/>
                  <a:gd name="connsiteY5" fmla="*/ 55094 h 55093"/>
                  <a:gd name="connsiteX6" fmla="*/ 27890 w 55782"/>
                  <a:gd name="connsiteY6" fmla="*/ 13887 h 55093"/>
                  <a:gd name="connsiteX7" fmla="*/ 13834 w 55782"/>
                  <a:gd name="connsiteY7" fmla="*/ 27551 h 55093"/>
                  <a:gd name="connsiteX8" fmla="*/ 27668 w 55782"/>
                  <a:gd name="connsiteY8" fmla="*/ 41433 h 55093"/>
                  <a:gd name="connsiteX9" fmla="*/ 41724 w 55782"/>
                  <a:gd name="connsiteY9" fmla="*/ 27770 h 55093"/>
                  <a:gd name="connsiteX10" fmla="*/ 41720 w 55782"/>
                  <a:gd name="connsiteY10" fmla="*/ 27319 h 55093"/>
                  <a:gd name="connsiteX11" fmla="*/ 27890 w 55782"/>
                  <a:gd name="connsiteY11" fmla="*/ 13887 h 5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782" h="55093">
                    <a:moveTo>
                      <a:pt x="27890" y="55094"/>
                    </a:moveTo>
                    <a:cubicBezTo>
                      <a:pt x="12486" y="55093"/>
                      <a:pt x="-1" y="42760"/>
                      <a:pt x="0" y="27546"/>
                    </a:cubicBezTo>
                    <a:cubicBezTo>
                      <a:pt x="1" y="12332"/>
                      <a:pt x="12488" y="-1"/>
                      <a:pt x="27892" y="0"/>
                    </a:cubicBezTo>
                    <a:cubicBezTo>
                      <a:pt x="43206" y="1"/>
                      <a:pt x="55655" y="12195"/>
                      <a:pt x="55781" y="27319"/>
                    </a:cubicBezTo>
                    <a:cubicBezTo>
                      <a:pt x="55909" y="42532"/>
                      <a:pt x="43525" y="54967"/>
                      <a:pt x="28122" y="55093"/>
                    </a:cubicBezTo>
                    <a:cubicBezTo>
                      <a:pt x="28044" y="55093"/>
                      <a:pt x="27967" y="55094"/>
                      <a:pt x="27890" y="55094"/>
                    </a:cubicBezTo>
                    <a:close/>
                    <a:moveTo>
                      <a:pt x="27890" y="13887"/>
                    </a:moveTo>
                    <a:cubicBezTo>
                      <a:pt x="20188" y="13827"/>
                      <a:pt x="13895" y="19944"/>
                      <a:pt x="13834" y="27551"/>
                    </a:cubicBezTo>
                    <a:cubicBezTo>
                      <a:pt x="13773" y="35157"/>
                      <a:pt x="19967" y="41373"/>
                      <a:pt x="27668" y="41433"/>
                    </a:cubicBezTo>
                    <a:cubicBezTo>
                      <a:pt x="35370" y="41494"/>
                      <a:pt x="41663" y="35376"/>
                      <a:pt x="41724" y="27770"/>
                    </a:cubicBezTo>
                    <a:cubicBezTo>
                      <a:pt x="41725" y="27620"/>
                      <a:pt x="41724" y="27469"/>
                      <a:pt x="41720" y="27319"/>
                    </a:cubicBezTo>
                    <a:cubicBezTo>
                      <a:pt x="41534" y="19890"/>
                      <a:pt x="35414" y="13946"/>
                      <a:pt x="27890" y="13887"/>
                    </a:cubicBezTo>
                    <a:close/>
                  </a:path>
                </a:pathLst>
              </a:custGeom>
              <a:grpFill/>
              <a:ln w="11377" cap="flat">
                <a:noFill/>
                <a:prstDash val="solid"/>
                <a:miter/>
              </a:ln>
            </p:spPr>
            <p:txBody>
              <a:bodyPr rtlCol="0" anchor="ctr"/>
              <a:lstStyle/>
              <a:p>
                <a:endParaRPr lang="en-EG" sz="2100"/>
              </a:p>
            </p:txBody>
          </p:sp>
          <p:sp>
            <p:nvSpPr>
              <p:cNvPr id="228" name="Freeform 88">
                <a:extLst>
                  <a:ext uri="{FF2B5EF4-FFF2-40B4-BE49-F238E27FC236}">
                    <a16:creationId xmlns:a16="http://schemas.microsoft.com/office/drawing/2014/main" id="{001C0A54-A711-47BD-961B-8559B8FC8D6B}"/>
                  </a:ext>
                </a:extLst>
              </p:cNvPr>
              <p:cNvSpPr/>
              <p:nvPr/>
            </p:nvSpPr>
            <p:spPr>
              <a:xfrm>
                <a:off x="7008651" y="2815173"/>
                <a:ext cx="105112" cy="84518"/>
              </a:xfrm>
              <a:custGeom>
                <a:avLst/>
                <a:gdLst>
                  <a:gd name="connsiteX0" fmla="*/ 97735 w 105112"/>
                  <a:gd name="connsiteY0" fmla="*/ 84504 h 84518"/>
                  <a:gd name="connsiteX1" fmla="*/ 6916 w 105112"/>
                  <a:gd name="connsiteY1" fmla="*/ 84504 h 84518"/>
                  <a:gd name="connsiteX2" fmla="*/ 0 w 105112"/>
                  <a:gd name="connsiteY2" fmla="*/ 77675 h 84518"/>
                  <a:gd name="connsiteX3" fmla="*/ 1 w 105112"/>
                  <a:gd name="connsiteY3" fmla="*/ 77560 h 84518"/>
                  <a:gd name="connsiteX4" fmla="*/ 1 w 105112"/>
                  <a:gd name="connsiteY4" fmla="*/ 20645 h 84518"/>
                  <a:gd name="connsiteX5" fmla="*/ 11526 w 105112"/>
                  <a:gd name="connsiteY5" fmla="*/ 4367 h 84518"/>
                  <a:gd name="connsiteX6" fmla="*/ 12448 w 105112"/>
                  <a:gd name="connsiteY6" fmla="*/ 4367 h 84518"/>
                  <a:gd name="connsiteX7" fmla="*/ 30658 w 105112"/>
                  <a:gd name="connsiteY7" fmla="*/ 156 h 84518"/>
                  <a:gd name="connsiteX8" fmla="*/ 38150 w 105112"/>
                  <a:gd name="connsiteY8" fmla="*/ 3115 h 84518"/>
                  <a:gd name="connsiteX9" fmla="*/ 52556 w 105112"/>
                  <a:gd name="connsiteY9" fmla="*/ 24401 h 84518"/>
                  <a:gd name="connsiteX10" fmla="*/ 66963 w 105112"/>
                  <a:gd name="connsiteY10" fmla="*/ 3115 h 84518"/>
                  <a:gd name="connsiteX11" fmla="*/ 74339 w 105112"/>
                  <a:gd name="connsiteY11" fmla="*/ 156 h 84518"/>
                  <a:gd name="connsiteX12" fmla="*/ 92664 w 105112"/>
                  <a:gd name="connsiteY12" fmla="*/ 4367 h 84518"/>
                  <a:gd name="connsiteX13" fmla="*/ 93586 w 105112"/>
                  <a:gd name="connsiteY13" fmla="*/ 4367 h 84518"/>
                  <a:gd name="connsiteX14" fmla="*/ 105111 w 105112"/>
                  <a:gd name="connsiteY14" fmla="*/ 20645 h 84518"/>
                  <a:gd name="connsiteX15" fmla="*/ 105111 w 105112"/>
                  <a:gd name="connsiteY15" fmla="*/ 77560 h 84518"/>
                  <a:gd name="connsiteX16" fmla="*/ 98328 w 105112"/>
                  <a:gd name="connsiteY16" fmla="*/ 84518 h 84518"/>
                  <a:gd name="connsiteX17" fmla="*/ 97735 w 105112"/>
                  <a:gd name="connsiteY17" fmla="*/ 84504 h 84518"/>
                  <a:gd name="connsiteX18" fmla="*/ 14062 w 105112"/>
                  <a:gd name="connsiteY18" fmla="*/ 70730 h 84518"/>
                  <a:gd name="connsiteX19" fmla="*/ 90820 w 105112"/>
                  <a:gd name="connsiteY19" fmla="*/ 70730 h 84518"/>
                  <a:gd name="connsiteX20" fmla="*/ 90820 w 105112"/>
                  <a:gd name="connsiteY20" fmla="*/ 20190 h 84518"/>
                  <a:gd name="connsiteX21" fmla="*/ 88745 w 105112"/>
                  <a:gd name="connsiteY21" fmla="*/ 16889 h 84518"/>
                  <a:gd name="connsiteX22" fmla="*/ 75837 w 105112"/>
                  <a:gd name="connsiteY22" fmla="*/ 13929 h 84518"/>
                  <a:gd name="connsiteX23" fmla="*/ 58203 w 105112"/>
                  <a:gd name="connsiteY23" fmla="*/ 39882 h 84518"/>
                  <a:gd name="connsiteX24" fmla="*/ 48024 w 105112"/>
                  <a:gd name="connsiteY24" fmla="*/ 41211 h 84518"/>
                  <a:gd name="connsiteX25" fmla="*/ 46678 w 105112"/>
                  <a:gd name="connsiteY25" fmla="*/ 39882 h 84518"/>
                  <a:gd name="connsiteX26" fmla="*/ 28929 w 105112"/>
                  <a:gd name="connsiteY26" fmla="*/ 13929 h 84518"/>
                  <a:gd name="connsiteX27" fmla="*/ 16021 w 105112"/>
                  <a:gd name="connsiteY27" fmla="*/ 16889 h 84518"/>
                  <a:gd name="connsiteX28" fmla="*/ 13947 w 105112"/>
                  <a:gd name="connsiteY28" fmla="*/ 20190 h 84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5112" h="84518">
                    <a:moveTo>
                      <a:pt x="97735" y="84504"/>
                    </a:moveTo>
                    <a:lnTo>
                      <a:pt x="6916" y="84504"/>
                    </a:lnTo>
                    <a:cubicBezTo>
                      <a:pt x="3097" y="84504"/>
                      <a:pt x="1" y="81447"/>
                      <a:pt x="0" y="77675"/>
                    </a:cubicBezTo>
                    <a:cubicBezTo>
                      <a:pt x="0" y="77636"/>
                      <a:pt x="0" y="77598"/>
                      <a:pt x="1" y="77560"/>
                    </a:cubicBezTo>
                    <a:lnTo>
                      <a:pt x="1" y="20645"/>
                    </a:lnTo>
                    <a:cubicBezTo>
                      <a:pt x="59" y="13386"/>
                      <a:pt x="4642" y="6913"/>
                      <a:pt x="11526" y="4367"/>
                    </a:cubicBezTo>
                    <a:lnTo>
                      <a:pt x="12448" y="4367"/>
                    </a:lnTo>
                    <a:lnTo>
                      <a:pt x="30658" y="156"/>
                    </a:lnTo>
                    <a:cubicBezTo>
                      <a:pt x="33531" y="-445"/>
                      <a:pt x="36488" y="723"/>
                      <a:pt x="38150" y="3115"/>
                    </a:cubicBezTo>
                    <a:lnTo>
                      <a:pt x="52556" y="24401"/>
                    </a:lnTo>
                    <a:lnTo>
                      <a:pt x="66963" y="3115"/>
                    </a:lnTo>
                    <a:cubicBezTo>
                      <a:pt x="68586" y="742"/>
                      <a:pt x="71500" y="-427"/>
                      <a:pt x="74339" y="156"/>
                    </a:cubicBezTo>
                    <a:lnTo>
                      <a:pt x="92664" y="4367"/>
                    </a:lnTo>
                    <a:lnTo>
                      <a:pt x="93586" y="4367"/>
                    </a:lnTo>
                    <a:cubicBezTo>
                      <a:pt x="100470" y="6913"/>
                      <a:pt x="105053" y="13386"/>
                      <a:pt x="105111" y="20645"/>
                    </a:cubicBezTo>
                    <a:lnTo>
                      <a:pt x="105111" y="77560"/>
                    </a:lnTo>
                    <a:cubicBezTo>
                      <a:pt x="105183" y="81331"/>
                      <a:pt x="102146" y="84446"/>
                      <a:pt x="98328" y="84518"/>
                    </a:cubicBezTo>
                    <a:cubicBezTo>
                      <a:pt x="98130" y="84521"/>
                      <a:pt x="97932" y="84517"/>
                      <a:pt x="97735" y="84504"/>
                    </a:cubicBezTo>
                    <a:close/>
                    <a:moveTo>
                      <a:pt x="14062" y="70730"/>
                    </a:moveTo>
                    <a:lnTo>
                      <a:pt x="90820" y="70730"/>
                    </a:lnTo>
                    <a:lnTo>
                      <a:pt x="90820" y="20190"/>
                    </a:lnTo>
                    <a:cubicBezTo>
                      <a:pt x="90803" y="18794"/>
                      <a:pt x="90004" y="17523"/>
                      <a:pt x="88745" y="16889"/>
                    </a:cubicBezTo>
                    <a:lnTo>
                      <a:pt x="75837" y="13929"/>
                    </a:lnTo>
                    <a:lnTo>
                      <a:pt x="58203" y="39882"/>
                    </a:lnTo>
                    <a:cubicBezTo>
                      <a:pt x="55764" y="43026"/>
                      <a:pt x="51206" y="43621"/>
                      <a:pt x="48024" y="41211"/>
                    </a:cubicBezTo>
                    <a:cubicBezTo>
                      <a:pt x="47518" y="40828"/>
                      <a:pt x="47066" y="40382"/>
                      <a:pt x="46678" y="39882"/>
                    </a:cubicBezTo>
                    <a:lnTo>
                      <a:pt x="28929" y="13929"/>
                    </a:lnTo>
                    <a:lnTo>
                      <a:pt x="16021" y="16889"/>
                    </a:lnTo>
                    <a:cubicBezTo>
                      <a:pt x="14744" y="17503"/>
                      <a:pt x="13937" y="18787"/>
                      <a:pt x="13947" y="20190"/>
                    </a:cubicBezTo>
                    <a:close/>
                  </a:path>
                </a:pathLst>
              </a:custGeom>
              <a:grpFill/>
              <a:ln w="11377" cap="flat">
                <a:noFill/>
                <a:prstDash val="solid"/>
                <a:miter/>
              </a:ln>
            </p:spPr>
            <p:txBody>
              <a:bodyPr rtlCol="0" anchor="ctr"/>
              <a:lstStyle/>
              <a:p>
                <a:endParaRPr lang="en-EG" sz="2100"/>
              </a:p>
            </p:txBody>
          </p:sp>
          <p:sp>
            <p:nvSpPr>
              <p:cNvPr id="229" name="Freeform 89">
                <a:extLst>
                  <a:ext uri="{FF2B5EF4-FFF2-40B4-BE49-F238E27FC236}">
                    <a16:creationId xmlns:a16="http://schemas.microsoft.com/office/drawing/2014/main" id="{67DCB428-52EA-4A98-9243-B5EB1D568182}"/>
                  </a:ext>
                </a:extLst>
              </p:cNvPr>
              <p:cNvSpPr/>
              <p:nvPr/>
            </p:nvSpPr>
            <p:spPr>
              <a:xfrm>
                <a:off x="7053946" y="2845128"/>
                <a:ext cx="13946" cy="54548"/>
              </a:xfrm>
              <a:custGeom>
                <a:avLst/>
                <a:gdLst>
                  <a:gd name="connsiteX0" fmla="*/ 7030 w 13946"/>
                  <a:gd name="connsiteY0" fmla="*/ 54549 h 54548"/>
                  <a:gd name="connsiteX1" fmla="*/ 0 w 13946"/>
                  <a:gd name="connsiteY1" fmla="*/ 47605 h 54548"/>
                  <a:gd name="connsiteX2" fmla="*/ 0 w 13946"/>
                  <a:gd name="connsiteY2" fmla="*/ 6057 h 54548"/>
                  <a:gd name="connsiteX3" fmla="*/ 7871 w 13946"/>
                  <a:gd name="connsiteY3" fmla="*/ 58 h 54548"/>
                  <a:gd name="connsiteX4" fmla="*/ 13946 w 13946"/>
                  <a:gd name="connsiteY4" fmla="*/ 6057 h 54548"/>
                  <a:gd name="connsiteX5" fmla="*/ 13946 w 13946"/>
                  <a:gd name="connsiteY5" fmla="*/ 47605 h 54548"/>
                  <a:gd name="connsiteX6" fmla="*/ 7147 w 13946"/>
                  <a:gd name="connsiteY6" fmla="*/ 54548 h 54548"/>
                  <a:gd name="connsiteX7" fmla="*/ 7030 w 13946"/>
                  <a:gd name="connsiteY7" fmla="*/ 54549 h 54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946" h="54548">
                    <a:moveTo>
                      <a:pt x="7030" y="54549"/>
                    </a:moveTo>
                    <a:cubicBezTo>
                      <a:pt x="3148" y="54549"/>
                      <a:pt x="0" y="51440"/>
                      <a:pt x="0" y="47605"/>
                    </a:cubicBezTo>
                    <a:lnTo>
                      <a:pt x="0" y="6057"/>
                    </a:lnTo>
                    <a:cubicBezTo>
                      <a:pt x="496" y="2254"/>
                      <a:pt x="4020" y="-432"/>
                      <a:pt x="7871" y="58"/>
                    </a:cubicBezTo>
                    <a:cubicBezTo>
                      <a:pt x="11041" y="461"/>
                      <a:pt x="13537" y="2926"/>
                      <a:pt x="13946" y="6057"/>
                    </a:cubicBezTo>
                    <a:lnTo>
                      <a:pt x="13946" y="47605"/>
                    </a:lnTo>
                    <a:cubicBezTo>
                      <a:pt x="14009" y="51376"/>
                      <a:pt x="10965" y="54485"/>
                      <a:pt x="7147" y="54548"/>
                    </a:cubicBezTo>
                    <a:cubicBezTo>
                      <a:pt x="7108" y="54548"/>
                      <a:pt x="7069" y="54549"/>
                      <a:pt x="7030" y="54549"/>
                    </a:cubicBezTo>
                    <a:close/>
                  </a:path>
                </a:pathLst>
              </a:custGeom>
              <a:grpFill/>
              <a:ln w="11377" cap="flat">
                <a:noFill/>
                <a:prstDash val="solid"/>
                <a:miter/>
              </a:ln>
            </p:spPr>
            <p:txBody>
              <a:bodyPr rtlCol="0" anchor="ctr"/>
              <a:lstStyle/>
              <a:p>
                <a:endParaRPr lang="en-EG" sz="2100"/>
              </a:p>
            </p:txBody>
          </p:sp>
          <p:sp>
            <p:nvSpPr>
              <p:cNvPr id="230" name="Freeform 90">
                <a:extLst>
                  <a:ext uri="{FF2B5EF4-FFF2-40B4-BE49-F238E27FC236}">
                    <a16:creationId xmlns:a16="http://schemas.microsoft.com/office/drawing/2014/main" id="{FCEB7B0B-B4D9-4029-A321-1F57BFC77E29}"/>
                  </a:ext>
                </a:extLst>
              </p:cNvPr>
              <p:cNvSpPr/>
              <p:nvPr/>
            </p:nvSpPr>
            <p:spPr>
              <a:xfrm>
                <a:off x="7138541" y="2757731"/>
                <a:ext cx="142221" cy="110381"/>
              </a:xfrm>
              <a:custGeom>
                <a:avLst/>
                <a:gdLst>
                  <a:gd name="connsiteX0" fmla="*/ 6915 w 142221"/>
                  <a:gd name="connsiteY0" fmla="*/ 110301 h 110381"/>
                  <a:gd name="connsiteX1" fmla="*/ 4495 w 142221"/>
                  <a:gd name="connsiteY1" fmla="*/ 110301 h 110381"/>
                  <a:gd name="connsiteX2" fmla="*/ 0 w 142221"/>
                  <a:gd name="connsiteY2" fmla="*/ 103813 h 110381"/>
                  <a:gd name="connsiteX3" fmla="*/ 0 w 142221"/>
                  <a:gd name="connsiteY3" fmla="*/ 25156 h 110381"/>
                  <a:gd name="connsiteX4" fmla="*/ 25471 w 142221"/>
                  <a:gd name="connsiteY4" fmla="*/ 0 h 110381"/>
                  <a:gd name="connsiteX5" fmla="*/ 116751 w 142221"/>
                  <a:gd name="connsiteY5" fmla="*/ 0 h 110381"/>
                  <a:gd name="connsiteX6" fmla="*/ 142222 w 142221"/>
                  <a:gd name="connsiteY6" fmla="*/ 25156 h 110381"/>
                  <a:gd name="connsiteX7" fmla="*/ 142222 w 142221"/>
                  <a:gd name="connsiteY7" fmla="*/ 49174 h 110381"/>
                  <a:gd name="connsiteX8" fmla="*/ 116751 w 142221"/>
                  <a:gd name="connsiteY8" fmla="*/ 74331 h 110381"/>
                  <a:gd name="connsiteX9" fmla="*/ 50481 w 142221"/>
                  <a:gd name="connsiteY9" fmla="*/ 74331 h 110381"/>
                  <a:gd name="connsiteX10" fmla="*/ 34345 w 142221"/>
                  <a:gd name="connsiteY10" fmla="*/ 81844 h 110381"/>
                  <a:gd name="connsiteX11" fmla="*/ 12332 w 142221"/>
                  <a:gd name="connsiteY11" fmla="*/ 107797 h 110381"/>
                  <a:gd name="connsiteX12" fmla="*/ 6915 w 142221"/>
                  <a:gd name="connsiteY12" fmla="*/ 110301 h 110381"/>
                  <a:gd name="connsiteX13" fmla="*/ 25471 w 142221"/>
                  <a:gd name="connsiteY13" fmla="*/ 13773 h 110381"/>
                  <a:gd name="connsiteX14" fmla="*/ 13946 w 142221"/>
                  <a:gd name="connsiteY14" fmla="*/ 25156 h 110381"/>
                  <a:gd name="connsiteX15" fmla="*/ 13946 w 142221"/>
                  <a:gd name="connsiteY15" fmla="*/ 84348 h 110381"/>
                  <a:gd name="connsiteX16" fmla="*/ 23627 w 142221"/>
                  <a:gd name="connsiteY16" fmla="*/ 72965 h 110381"/>
                  <a:gd name="connsiteX17" fmla="*/ 50481 w 142221"/>
                  <a:gd name="connsiteY17" fmla="*/ 60557 h 110381"/>
                  <a:gd name="connsiteX18" fmla="*/ 116751 w 142221"/>
                  <a:gd name="connsiteY18" fmla="*/ 60557 h 110381"/>
                  <a:gd name="connsiteX19" fmla="*/ 128276 w 142221"/>
                  <a:gd name="connsiteY19" fmla="*/ 49174 h 110381"/>
                  <a:gd name="connsiteX20" fmla="*/ 128276 w 142221"/>
                  <a:gd name="connsiteY20" fmla="*/ 25156 h 110381"/>
                  <a:gd name="connsiteX21" fmla="*/ 116751 w 142221"/>
                  <a:gd name="connsiteY21" fmla="*/ 13773 h 110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2221" h="110381">
                    <a:moveTo>
                      <a:pt x="6915" y="110301"/>
                    </a:moveTo>
                    <a:cubicBezTo>
                      <a:pt x="6112" y="110409"/>
                      <a:pt x="5298" y="110409"/>
                      <a:pt x="4495" y="110301"/>
                    </a:cubicBezTo>
                    <a:cubicBezTo>
                      <a:pt x="1782" y="109265"/>
                      <a:pt x="-5" y="106686"/>
                      <a:pt x="0" y="103813"/>
                    </a:cubicBezTo>
                    <a:lnTo>
                      <a:pt x="0" y="25156"/>
                    </a:lnTo>
                    <a:cubicBezTo>
                      <a:pt x="0" y="11263"/>
                      <a:pt x="11404" y="0"/>
                      <a:pt x="25471" y="0"/>
                    </a:cubicBezTo>
                    <a:lnTo>
                      <a:pt x="116751" y="0"/>
                    </a:lnTo>
                    <a:cubicBezTo>
                      <a:pt x="130818" y="0"/>
                      <a:pt x="142222" y="11263"/>
                      <a:pt x="142222" y="25156"/>
                    </a:cubicBezTo>
                    <a:lnTo>
                      <a:pt x="142222" y="49174"/>
                    </a:lnTo>
                    <a:cubicBezTo>
                      <a:pt x="142222" y="63068"/>
                      <a:pt x="130818" y="74331"/>
                      <a:pt x="116751" y="74331"/>
                    </a:cubicBezTo>
                    <a:lnTo>
                      <a:pt x="50481" y="74331"/>
                    </a:lnTo>
                    <a:cubicBezTo>
                      <a:pt x="44238" y="74339"/>
                      <a:pt x="38324" y="77093"/>
                      <a:pt x="34345" y="81844"/>
                    </a:cubicBezTo>
                    <a:lnTo>
                      <a:pt x="12332" y="107797"/>
                    </a:lnTo>
                    <a:cubicBezTo>
                      <a:pt x="10984" y="109373"/>
                      <a:pt x="9005" y="110289"/>
                      <a:pt x="6915" y="110301"/>
                    </a:cubicBezTo>
                    <a:close/>
                    <a:moveTo>
                      <a:pt x="25471" y="13773"/>
                    </a:moveTo>
                    <a:cubicBezTo>
                      <a:pt x="19106" y="13773"/>
                      <a:pt x="13946" y="18870"/>
                      <a:pt x="13946" y="25156"/>
                    </a:cubicBezTo>
                    <a:lnTo>
                      <a:pt x="13946" y="84348"/>
                    </a:lnTo>
                    <a:lnTo>
                      <a:pt x="23627" y="72965"/>
                    </a:lnTo>
                    <a:cubicBezTo>
                      <a:pt x="30238" y="65056"/>
                      <a:pt x="40097" y="60501"/>
                      <a:pt x="50481" y="60557"/>
                    </a:cubicBezTo>
                    <a:lnTo>
                      <a:pt x="116751" y="60557"/>
                    </a:lnTo>
                    <a:cubicBezTo>
                      <a:pt x="123116" y="60557"/>
                      <a:pt x="128276" y="55461"/>
                      <a:pt x="128276" y="49174"/>
                    </a:cubicBezTo>
                    <a:lnTo>
                      <a:pt x="128276" y="25156"/>
                    </a:lnTo>
                    <a:cubicBezTo>
                      <a:pt x="128276" y="18870"/>
                      <a:pt x="123116" y="13773"/>
                      <a:pt x="116751" y="13773"/>
                    </a:cubicBezTo>
                    <a:close/>
                  </a:path>
                </a:pathLst>
              </a:custGeom>
              <a:grpFill/>
              <a:ln w="11377" cap="flat">
                <a:noFill/>
                <a:prstDash val="solid"/>
                <a:miter/>
              </a:ln>
            </p:spPr>
            <p:txBody>
              <a:bodyPr rtlCol="0" anchor="ctr"/>
              <a:lstStyle/>
              <a:p>
                <a:endParaRPr lang="en-EG" sz="2100"/>
              </a:p>
            </p:txBody>
          </p:sp>
          <p:sp>
            <p:nvSpPr>
              <p:cNvPr id="231" name="Freeform 91">
                <a:extLst>
                  <a:ext uri="{FF2B5EF4-FFF2-40B4-BE49-F238E27FC236}">
                    <a16:creationId xmlns:a16="http://schemas.microsoft.com/office/drawing/2014/main" id="{24505CEA-6B15-43DB-8E08-0B3F37396649}"/>
                  </a:ext>
                </a:extLst>
              </p:cNvPr>
              <p:cNvSpPr/>
              <p:nvPr/>
            </p:nvSpPr>
            <p:spPr>
              <a:xfrm>
                <a:off x="7173463" y="2787895"/>
                <a:ext cx="16136" cy="15936"/>
              </a:xfrm>
              <a:custGeom>
                <a:avLst/>
                <a:gdLst>
                  <a:gd name="connsiteX0" fmla="*/ 16135 w 16136"/>
                  <a:gd name="connsiteY0" fmla="*/ 7969 h 15936"/>
                  <a:gd name="connsiteX1" fmla="*/ 8068 w 16136"/>
                  <a:gd name="connsiteY1" fmla="*/ 15937 h 15936"/>
                  <a:gd name="connsiteX2" fmla="*/ 0 w 16136"/>
                  <a:gd name="connsiteY2" fmla="*/ 7969 h 15936"/>
                  <a:gd name="connsiteX3" fmla="*/ 8068 w 16136"/>
                  <a:gd name="connsiteY3" fmla="*/ 1 h 15936"/>
                  <a:gd name="connsiteX4" fmla="*/ 16135 w 16136"/>
                  <a:gd name="connsiteY4" fmla="*/ 7740 h 15936"/>
                  <a:gd name="connsiteX5" fmla="*/ 16135 w 16136"/>
                  <a:gd name="connsiteY5" fmla="*/ 7969 h 15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136" h="15936">
                    <a:moveTo>
                      <a:pt x="16135" y="7969"/>
                    </a:moveTo>
                    <a:cubicBezTo>
                      <a:pt x="16135" y="12370"/>
                      <a:pt x="12523" y="15937"/>
                      <a:pt x="8068" y="15937"/>
                    </a:cubicBezTo>
                    <a:cubicBezTo>
                      <a:pt x="3612" y="15937"/>
                      <a:pt x="0" y="12370"/>
                      <a:pt x="0" y="7969"/>
                    </a:cubicBezTo>
                    <a:cubicBezTo>
                      <a:pt x="0" y="3568"/>
                      <a:pt x="3612" y="1"/>
                      <a:pt x="8068" y="1"/>
                    </a:cubicBezTo>
                    <a:cubicBezTo>
                      <a:pt x="12459" y="-62"/>
                      <a:pt x="16071" y="3402"/>
                      <a:pt x="16135" y="7740"/>
                    </a:cubicBezTo>
                    <a:cubicBezTo>
                      <a:pt x="16136" y="7816"/>
                      <a:pt x="16136" y="7892"/>
                      <a:pt x="16135" y="7969"/>
                    </a:cubicBezTo>
                    <a:close/>
                  </a:path>
                </a:pathLst>
              </a:custGeom>
              <a:grpFill/>
              <a:ln w="11377" cap="flat">
                <a:noFill/>
                <a:prstDash val="solid"/>
                <a:miter/>
              </a:ln>
            </p:spPr>
            <p:txBody>
              <a:bodyPr rtlCol="0" anchor="ctr"/>
              <a:lstStyle/>
              <a:p>
                <a:endParaRPr lang="en-EG" sz="2100"/>
              </a:p>
            </p:txBody>
          </p:sp>
          <p:sp>
            <p:nvSpPr>
              <p:cNvPr id="232" name="Freeform 92">
                <a:extLst>
                  <a:ext uri="{FF2B5EF4-FFF2-40B4-BE49-F238E27FC236}">
                    <a16:creationId xmlns:a16="http://schemas.microsoft.com/office/drawing/2014/main" id="{70AE0B4B-AE6F-44C6-9C89-A5060DEFE99A}"/>
                  </a:ext>
                </a:extLst>
              </p:cNvPr>
              <p:cNvSpPr/>
              <p:nvPr/>
            </p:nvSpPr>
            <p:spPr>
              <a:xfrm>
                <a:off x="7201469" y="2787895"/>
                <a:ext cx="16136" cy="15936"/>
              </a:xfrm>
              <a:custGeom>
                <a:avLst/>
                <a:gdLst>
                  <a:gd name="connsiteX0" fmla="*/ 16135 w 16136"/>
                  <a:gd name="connsiteY0" fmla="*/ 7969 h 15936"/>
                  <a:gd name="connsiteX1" fmla="*/ 8067 w 16136"/>
                  <a:gd name="connsiteY1" fmla="*/ 15936 h 15936"/>
                  <a:gd name="connsiteX2" fmla="*/ 0 w 16136"/>
                  <a:gd name="connsiteY2" fmla="*/ 7967 h 15936"/>
                  <a:gd name="connsiteX3" fmla="*/ 8068 w 16136"/>
                  <a:gd name="connsiteY3" fmla="*/ 0 h 15936"/>
                  <a:gd name="connsiteX4" fmla="*/ 8183 w 16136"/>
                  <a:gd name="connsiteY4" fmla="*/ 1 h 15936"/>
                  <a:gd name="connsiteX5" fmla="*/ 16136 w 16136"/>
                  <a:gd name="connsiteY5" fmla="*/ 7854 h 15936"/>
                  <a:gd name="connsiteX6" fmla="*/ 16135 w 16136"/>
                  <a:gd name="connsiteY6" fmla="*/ 7969 h 15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36" h="15936">
                    <a:moveTo>
                      <a:pt x="16135" y="7969"/>
                    </a:moveTo>
                    <a:cubicBezTo>
                      <a:pt x="16135" y="12370"/>
                      <a:pt x="12522" y="15937"/>
                      <a:pt x="8067" y="15936"/>
                    </a:cubicBezTo>
                    <a:cubicBezTo>
                      <a:pt x="3611" y="15936"/>
                      <a:pt x="0" y="12368"/>
                      <a:pt x="0" y="7967"/>
                    </a:cubicBezTo>
                    <a:cubicBezTo>
                      <a:pt x="0" y="3567"/>
                      <a:pt x="3613" y="0"/>
                      <a:pt x="8068" y="0"/>
                    </a:cubicBezTo>
                    <a:cubicBezTo>
                      <a:pt x="8107" y="0"/>
                      <a:pt x="8145" y="0"/>
                      <a:pt x="8183" y="1"/>
                    </a:cubicBezTo>
                    <a:cubicBezTo>
                      <a:pt x="12575" y="0"/>
                      <a:pt x="16136" y="3516"/>
                      <a:pt x="16136" y="7854"/>
                    </a:cubicBezTo>
                    <a:cubicBezTo>
                      <a:pt x="16136" y="7892"/>
                      <a:pt x="16136" y="7931"/>
                      <a:pt x="16135" y="7969"/>
                    </a:cubicBezTo>
                    <a:close/>
                  </a:path>
                </a:pathLst>
              </a:custGeom>
              <a:grpFill/>
              <a:ln w="11377" cap="flat">
                <a:noFill/>
                <a:prstDash val="solid"/>
                <a:miter/>
              </a:ln>
            </p:spPr>
            <p:txBody>
              <a:bodyPr rtlCol="0" anchor="ctr"/>
              <a:lstStyle/>
              <a:p>
                <a:endParaRPr lang="en-EG" sz="2100"/>
              </a:p>
            </p:txBody>
          </p:sp>
          <p:sp>
            <p:nvSpPr>
              <p:cNvPr id="233" name="Freeform 93">
                <a:extLst>
                  <a:ext uri="{FF2B5EF4-FFF2-40B4-BE49-F238E27FC236}">
                    <a16:creationId xmlns:a16="http://schemas.microsoft.com/office/drawing/2014/main" id="{92EFAD5C-1AF2-4C07-AAEB-67302389E755}"/>
                  </a:ext>
                </a:extLst>
              </p:cNvPr>
              <p:cNvSpPr/>
              <p:nvPr/>
            </p:nvSpPr>
            <p:spPr>
              <a:xfrm>
                <a:off x="7230552" y="2787896"/>
                <a:ext cx="15173" cy="15822"/>
              </a:xfrm>
              <a:custGeom>
                <a:avLst/>
                <a:gdLst>
                  <a:gd name="connsiteX0" fmla="*/ 15174 w 15173"/>
                  <a:gd name="connsiteY0" fmla="*/ 7968 h 15822"/>
                  <a:gd name="connsiteX1" fmla="*/ 7106 w 15173"/>
                  <a:gd name="connsiteY1" fmla="*/ 15822 h 15822"/>
                  <a:gd name="connsiteX2" fmla="*/ 58 w 15173"/>
                  <a:gd name="connsiteY2" fmla="*/ 6960 h 15822"/>
                  <a:gd name="connsiteX3" fmla="*/ 7106 w 15173"/>
                  <a:gd name="connsiteY3" fmla="*/ 0 h 15822"/>
                  <a:gd name="connsiteX4" fmla="*/ 15174 w 15173"/>
                  <a:gd name="connsiteY4" fmla="*/ 7968 h 158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73" h="15822">
                    <a:moveTo>
                      <a:pt x="15174" y="7968"/>
                    </a:moveTo>
                    <a:cubicBezTo>
                      <a:pt x="15111" y="12324"/>
                      <a:pt x="11517" y="15823"/>
                      <a:pt x="7106" y="15822"/>
                    </a:cubicBezTo>
                    <a:cubicBezTo>
                      <a:pt x="2682" y="15297"/>
                      <a:pt x="-473" y="11330"/>
                      <a:pt x="58" y="6960"/>
                    </a:cubicBezTo>
                    <a:cubicBezTo>
                      <a:pt x="502" y="3313"/>
                      <a:pt x="3413" y="438"/>
                      <a:pt x="7106" y="0"/>
                    </a:cubicBezTo>
                    <a:cubicBezTo>
                      <a:pt x="11562" y="0"/>
                      <a:pt x="15174" y="3567"/>
                      <a:pt x="15174" y="7968"/>
                    </a:cubicBezTo>
                    <a:close/>
                  </a:path>
                </a:pathLst>
              </a:custGeom>
              <a:grpFill/>
              <a:ln w="11377" cap="flat">
                <a:noFill/>
                <a:prstDash val="solid"/>
                <a:miter/>
              </a:ln>
            </p:spPr>
            <p:txBody>
              <a:bodyPr rtlCol="0" anchor="ctr"/>
              <a:lstStyle/>
              <a:p>
                <a:endParaRPr lang="en-EG" sz="2100"/>
              </a:p>
            </p:txBody>
          </p:sp>
        </p:grpSp>
        <p:grpSp>
          <p:nvGrpSpPr>
            <p:cNvPr id="128" name="Graphic 64">
              <a:extLst>
                <a:ext uri="{FF2B5EF4-FFF2-40B4-BE49-F238E27FC236}">
                  <a16:creationId xmlns:a16="http://schemas.microsoft.com/office/drawing/2014/main" id="{085A18FA-4C99-4582-A56D-B1A0A843CE45}"/>
                </a:ext>
              </a:extLst>
            </p:cNvPr>
            <p:cNvGrpSpPr>
              <a:grpSpLocks noChangeAspect="1"/>
            </p:cNvGrpSpPr>
            <p:nvPr/>
          </p:nvGrpSpPr>
          <p:grpSpPr>
            <a:xfrm>
              <a:off x="5744280" y="4496785"/>
              <a:ext cx="322891" cy="410536"/>
              <a:chOff x="6976611" y="2642820"/>
              <a:chExt cx="322891" cy="410536"/>
            </a:xfrm>
            <a:solidFill>
              <a:srgbClr val="FFFFFF"/>
            </a:solidFill>
          </p:grpSpPr>
          <p:sp>
            <p:nvSpPr>
              <p:cNvPr id="212" name="Freeform 95">
                <a:extLst>
                  <a:ext uri="{FF2B5EF4-FFF2-40B4-BE49-F238E27FC236}">
                    <a16:creationId xmlns:a16="http://schemas.microsoft.com/office/drawing/2014/main" id="{25DA6F07-1433-4ACB-A3A2-A13F428ADA62}"/>
                  </a:ext>
                </a:extLst>
              </p:cNvPr>
              <p:cNvSpPr/>
              <p:nvPr/>
            </p:nvSpPr>
            <p:spPr>
              <a:xfrm>
                <a:off x="6976611" y="2642820"/>
                <a:ext cx="317464" cy="410536"/>
              </a:xfrm>
              <a:custGeom>
                <a:avLst/>
                <a:gdLst>
                  <a:gd name="connsiteX0" fmla="*/ 310491 w 317464"/>
                  <a:gd name="connsiteY0" fmla="*/ 410536 h 410536"/>
                  <a:gd name="connsiteX1" fmla="*/ 7031 w 317464"/>
                  <a:gd name="connsiteY1" fmla="*/ 410536 h 410536"/>
                  <a:gd name="connsiteX2" fmla="*/ 1 w 317464"/>
                  <a:gd name="connsiteY2" fmla="*/ 403921 h 410536"/>
                  <a:gd name="connsiteX3" fmla="*/ 1 w 317464"/>
                  <a:gd name="connsiteY3" fmla="*/ 403695 h 410536"/>
                  <a:gd name="connsiteX4" fmla="*/ 1 w 317464"/>
                  <a:gd name="connsiteY4" fmla="*/ 6840 h 410536"/>
                  <a:gd name="connsiteX5" fmla="*/ 7031 w 317464"/>
                  <a:gd name="connsiteY5" fmla="*/ 0 h 410536"/>
                  <a:gd name="connsiteX6" fmla="*/ 310491 w 317464"/>
                  <a:gd name="connsiteY6" fmla="*/ 0 h 410536"/>
                  <a:gd name="connsiteX7" fmla="*/ 317407 w 317464"/>
                  <a:gd name="connsiteY7" fmla="*/ 6727 h 410536"/>
                  <a:gd name="connsiteX8" fmla="*/ 317406 w 317464"/>
                  <a:gd name="connsiteY8" fmla="*/ 6840 h 410536"/>
                  <a:gd name="connsiteX9" fmla="*/ 317406 w 317464"/>
                  <a:gd name="connsiteY9" fmla="*/ 36781 h 410536"/>
                  <a:gd name="connsiteX10" fmla="*/ 311332 w 317464"/>
                  <a:gd name="connsiteY10" fmla="*/ 44439 h 410536"/>
                  <a:gd name="connsiteX11" fmla="*/ 303461 w 317464"/>
                  <a:gd name="connsiteY11" fmla="*/ 38529 h 410536"/>
                  <a:gd name="connsiteX12" fmla="*/ 303461 w 317464"/>
                  <a:gd name="connsiteY12" fmla="*/ 36781 h 410536"/>
                  <a:gd name="connsiteX13" fmla="*/ 303461 w 317464"/>
                  <a:gd name="connsiteY13" fmla="*/ 13569 h 410536"/>
                  <a:gd name="connsiteX14" fmla="*/ 13947 w 317464"/>
                  <a:gd name="connsiteY14" fmla="*/ 13569 h 410536"/>
                  <a:gd name="connsiteX15" fmla="*/ 13947 w 317464"/>
                  <a:gd name="connsiteY15" fmla="*/ 396967 h 410536"/>
                  <a:gd name="connsiteX16" fmla="*/ 303461 w 317464"/>
                  <a:gd name="connsiteY16" fmla="*/ 396967 h 410536"/>
                  <a:gd name="connsiteX17" fmla="*/ 303461 w 317464"/>
                  <a:gd name="connsiteY17" fmla="*/ 208800 h 410536"/>
                  <a:gd name="connsiteX18" fmla="*/ 311332 w 317464"/>
                  <a:gd name="connsiteY18" fmla="*/ 202890 h 410536"/>
                  <a:gd name="connsiteX19" fmla="*/ 317406 w 317464"/>
                  <a:gd name="connsiteY19" fmla="*/ 208800 h 410536"/>
                  <a:gd name="connsiteX20" fmla="*/ 317406 w 317464"/>
                  <a:gd name="connsiteY20" fmla="*/ 403695 h 410536"/>
                  <a:gd name="connsiteX21" fmla="*/ 310607 w 317464"/>
                  <a:gd name="connsiteY21" fmla="*/ 410535 h 410536"/>
                  <a:gd name="connsiteX22" fmla="*/ 310491 w 317464"/>
                  <a:gd name="connsiteY22" fmla="*/ 410536 h 410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17464" h="410536">
                    <a:moveTo>
                      <a:pt x="310491" y="410536"/>
                    </a:moveTo>
                    <a:lnTo>
                      <a:pt x="7031" y="410536"/>
                    </a:lnTo>
                    <a:cubicBezTo>
                      <a:pt x="3213" y="410598"/>
                      <a:pt x="65" y="407637"/>
                      <a:pt x="1" y="403921"/>
                    </a:cubicBezTo>
                    <a:cubicBezTo>
                      <a:pt x="0" y="403846"/>
                      <a:pt x="0" y="403771"/>
                      <a:pt x="1" y="403695"/>
                    </a:cubicBezTo>
                    <a:lnTo>
                      <a:pt x="1" y="6840"/>
                    </a:lnTo>
                    <a:cubicBezTo>
                      <a:pt x="1" y="3063"/>
                      <a:pt x="3149" y="0"/>
                      <a:pt x="7031" y="0"/>
                    </a:cubicBezTo>
                    <a:lnTo>
                      <a:pt x="310491" y="0"/>
                    </a:lnTo>
                    <a:cubicBezTo>
                      <a:pt x="314310" y="-1"/>
                      <a:pt x="317407" y="3011"/>
                      <a:pt x="317407" y="6727"/>
                    </a:cubicBezTo>
                    <a:cubicBezTo>
                      <a:pt x="317407" y="6765"/>
                      <a:pt x="317407" y="6803"/>
                      <a:pt x="317406" y="6840"/>
                    </a:cubicBezTo>
                    <a:lnTo>
                      <a:pt x="317406" y="36781"/>
                    </a:lnTo>
                    <a:cubicBezTo>
                      <a:pt x="317903" y="40528"/>
                      <a:pt x="315183" y="43957"/>
                      <a:pt x="311332" y="44439"/>
                    </a:cubicBezTo>
                    <a:cubicBezTo>
                      <a:pt x="307481" y="44922"/>
                      <a:pt x="303957" y="42276"/>
                      <a:pt x="303461" y="38529"/>
                    </a:cubicBezTo>
                    <a:cubicBezTo>
                      <a:pt x="303384" y="37949"/>
                      <a:pt x="303384" y="37361"/>
                      <a:pt x="303461" y="36781"/>
                    </a:cubicBezTo>
                    <a:lnTo>
                      <a:pt x="303461" y="13569"/>
                    </a:lnTo>
                    <a:lnTo>
                      <a:pt x="13947" y="13569"/>
                    </a:lnTo>
                    <a:lnTo>
                      <a:pt x="13947" y="396967"/>
                    </a:lnTo>
                    <a:lnTo>
                      <a:pt x="303461" y="396967"/>
                    </a:lnTo>
                    <a:lnTo>
                      <a:pt x="303461" y="208800"/>
                    </a:lnTo>
                    <a:cubicBezTo>
                      <a:pt x="303957" y="205053"/>
                      <a:pt x="307481" y="202407"/>
                      <a:pt x="311332" y="202890"/>
                    </a:cubicBezTo>
                    <a:cubicBezTo>
                      <a:pt x="314502" y="203287"/>
                      <a:pt x="316998" y="205716"/>
                      <a:pt x="317406" y="208800"/>
                    </a:cubicBezTo>
                    <a:lnTo>
                      <a:pt x="317406" y="403695"/>
                    </a:lnTo>
                    <a:cubicBezTo>
                      <a:pt x="317470" y="407411"/>
                      <a:pt x="314426" y="410473"/>
                      <a:pt x="310607" y="410535"/>
                    </a:cubicBezTo>
                    <a:cubicBezTo>
                      <a:pt x="310569" y="410535"/>
                      <a:pt x="310530" y="410536"/>
                      <a:pt x="310491" y="410536"/>
                    </a:cubicBezTo>
                    <a:close/>
                  </a:path>
                </a:pathLst>
              </a:custGeom>
              <a:grpFill/>
              <a:ln w="11226" cap="flat">
                <a:noFill/>
                <a:prstDash val="solid"/>
                <a:miter/>
              </a:ln>
            </p:spPr>
            <p:txBody>
              <a:bodyPr rtlCol="0" anchor="ctr"/>
              <a:lstStyle/>
              <a:p>
                <a:endParaRPr lang="en-EG" sz="2100"/>
              </a:p>
            </p:txBody>
          </p:sp>
          <p:sp>
            <p:nvSpPr>
              <p:cNvPr id="213" name="Freeform 96">
                <a:extLst>
                  <a:ext uri="{FF2B5EF4-FFF2-40B4-BE49-F238E27FC236}">
                    <a16:creationId xmlns:a16="http://schemas.microsoft.com/office/drawing/2014/main" id="{1CD42583-8ADD-4B9C-AF95-A0B13A6156D3}"/>
                  </a:ext>
                </a:extLst>
              </p:cNvPr>
              <p:cNvSpPr/>
              <p:nvPr/>
            </p:nvSpPr>
            <p:spPr>
              <a:xfrm>
                <a:off x="7047583" y="2717280"/>
                <a:ext cx="150568" cy="13568"/>
              </a:xfrm>
              <a:custGeom>
                <a:avLst/>
                <a:gdLst>
                  <a:gd name="connsiteX0" fmla="*/ 144436 w 150568"/>
                  <a:gd name="connsiteY0" fmla="*/ 13569 h 13568"/>
                  <a:gd name="connsiteX1" fmla="*/ 6133 w 150568"/>
                  <a:gd name="connsiteY1" fmla="*/ 13569 h 13568"/>
                  <a:gd name="connsiteX2" fmla="*/ 58 w 150568"/>
                  <a:gd name="connsiteY2" fmla="*/ 5910 h 13568"/>
                  <a:gd name="connsiteX3" fmla="*/ 6133 w 150568"/>
                  <a:gd name="connsiteY3" fmla="*/ 0 h 13568"/>
                  <a:gd name="connsiteX4" fmla="*/ 144436 w 150568"/>
                  <a:gd name="connsiteY4" fmla="*/ 0 h 13568"/>
                  <a:gd name="connsiteX5" fmla="*/ 150510 w 150568"/>
                  <a:gd name="connsiteY5" fmla="*/ 7658 h 13568"/>
                  <a:gd name="connsiteX6" fmla="*/ 144436 w 150568"/>
                  <a:gd name="connsiteY6" fmla="*/ 13569 h 13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0568" h="13568">
                    <a:moveTo>
                      <a:pt x="144436" y="13569"/>
                    </a:moveTo>
                    <a:lnTo>
                      <a:pt x="6133" y="13569"/>
                    </a:lnTo>
                    <a:cubicBezTo>
                      <a:pt x="2282" y="13086"/>
                      <a:pt x="-438" y="9657"/>
                      <a:pt x="58" y="5910"/>
                    </a:cubicBezTo>
                    <a:cubicBezTo>
                      <a:pt x="467" y="2826"/>
                      <a:pt x="2963" y="397"/>
                      <a:pt x="6133" y="0"/>
                    </a:cubicBezTo>
                    <a:lnTo>
                      <a:pt x="144436" y="0"/>
                    </a:lnTo>
                    <a:cubicBezTo>
                      <a:pt x="148287" y="483"/>
                      <a:pt x="151006" y="3911"/>
                      <a:pt x="150510" y="7658"/>
                    </a:cubicBezTo>
                    <a:cubicBezTo>
                      <a:pt x="150102" y="10743"/>
                      <a:pt x="147606" y="13171"/>
                      <a:pt x="144436" y="13569"/>
                    </a:cubicBezTo>
                    <a:close/>
                  </a:path>
                </a:pathLst>
              </a:custGeom>
              <a:grpFill/>
              <a:ln w="11226" cap="flat">
                <a:noFill/>
                <a:prstDash val="solid"/>
                <a:miter/>
              </a:ln>
            </p:spPr>
            <p:txBody>
              <a:bodyPr rtlCol="0" anchor="ctr"/>
              <a:lstStyle/>
              <a:p>
                <a:endParaRPr lang="en-EG" sz="2100"/>
              </a:p>
            </p:txBody>
          </p:sp>
          <p:sp>
            <p:nvSpPr>
              <p:cNvPr id="214" name="Freeform 97">
                <a:extLst>
                  <a:ext uri="{FF2B5EF4-FFF2-40B4-BE49-F238E27FC236}">
                    <a16:creationId xmlns:a16="http://schemas.microsoft.com/office/drawing/2014/main" id="{F01B54D3-48BB-4BCF-AD1A-0E674346B851}"/>
                  </a:ext>
                </a:extLst>
              </p:cNvPr>
              <p:cNvSpPr/>
              <p:nvPr/>
            </p:nvSpPr>
            <p:spPr>
              <a:xfrm>
                <a:off x="7016580" y="2785403"/>
                <a:ext cx="176683" cy="13681"/>
              </a:xfrm>
              <a:custGeom>
                <a:avLst/>
                <a:gdLst>
                  <a:gd name="connsiteX0" fmla="*/ 168754 w 176683"/>
                  <a:gd name="connsiteY0" fmla="*/ 13625 h 13681"/>
                  <a:gd name="connsiteX1" fmla="*/ 6133 w 176683"/>
                  <a:gd name="connsiteY1" fmla="*/ 13625 h 13681"/>
                  <a:gd name="connsiteX2" fmla="*/ 58 w 176683"/>
                  <a:gd name="connsiteY2" fmla="*/ 5967 h 13681"/>
                  <a:gd name="connsiteX3" fmla="*/ 6133 w 176683"/>
                  <a:gd name="connsiteY3" fmla="*/ 57 h 13681"/>
                  <a:gd name="connsiteX4" fmla="*/ 168754 w 176683"/>
                  <a:gd name="connsiteY4" fmla="*/ 57 h 13681"/>
                  <a:gd name="connsiteX5" fmla="*/ 176625 w 176683"/>
                  <a:gd name="connsiteY5" fmla="*/ 5967 h 13681"/>
                  <a:gd name="connsiteX6" fmla="*/ 170551 w 176683"/>
                  <a:gd name="connsiteY6" fmla="*/ 13625 h 13681"/>
                  <a:gd name="connsiteX7" fmla="*/ 168754 w 176683"/>
                  <a:gd name="connsiteY7" fmla="*/ 13625 h 13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6683" h="13681">
                    <a:moveTo>
                      <a:pt x="168754" y="13625"/>
                    </a:moveTo>
                    <a:lnTo>
                      <a:pt x="6133" y="13625"/>
                    </a:lnTo>
                    <a:cubicBezTo>
                      <a:pt x="2282" y="13143"/>
                      <a:pt x="-438" y="9714"/>
                      <a:pt x="58" y="5967"/>
                    </a:cubicBezTo>
                    <a:cubicBezTo>
                      <a:pt x="467" y="2882"/>
                      <a:pt x="2963" y="454"/>
                      <a:pt x="6133" y="57"/>
                    </a:cubicBezTo>
                    <a:lnTo>
                      <a:pt x="168754" y="57"/>
                    </a:lnTo>
                    <a:cubicBezTo>
                      <a:pt x="172605" y="-426"/>
                      <a:pt x="176129" y="2220"/>
                      <a:pt x="176625" y="5967"/>
                    </a:cubicBezTo>
                    <a:cubicBezTo>
                      <a:pt x="177121" y="9714"/>
                      <a:pt x="174402" y="13143"/>
                      <a:pt x="170551" y="13625"/>
                    </a:cubicBezTo>
                    <a:cubicBezTo>
                      <a:pt x="169954" y="13700"/>
                      <a:pt x="169351" y="13700"/>
                      <a:pt x="168754" y="13625"/>
                    </a:cubicBezTo>
                    <a:close/>
                  </a:path>
                </a:pathLst>
              </a:custGeom>
              <a:grpFill/>
              <a:ln w="11226" cap="flat">
                <a:noFill/>
                <a:prstDash val="solid"/>
                <a:miter/>
              </a:ln>
            </p:spPr>
            <p:txBody>
              <a:bodyPr rtlCol="0" anchor="ctr"/>
              <a:lstStyle/>
              <a:p>
                <a:endParaRPr lang="en-EG" sz="2100"/>
              </a:p>
            </p:txBody>
          </p:sp>
          <p:sp>
            <p:nvSpPr>
              <p:cNvPr id="215" name="Freeform 98">
                <a:extLst>
                  <a:ext uri="{FF2B5EF4-FFF2-40B4-BE49-F238E27FC236}">
                    <a16:creationId xmlns:a16="http://schemas.microsoft.com/office/drawing/2014/main" id="{FE839286-451B-42EC-9A08-73D922D42639}"/>
                  </a:ext>
                </a:extLst>
              </p:cNvPr>
              <p:cNvSpPr/>
              <p:nvPr/>
            </p:nvSpPr>
            <p:spPr>
              <a:xfrm>
                <a:off x="7016580" y="2831099"/>
                <a:ext cx="166934" cy="13568"/>
              </a:xfrm>
              <a:custGeom>
                <a:avLst/>
                <a:gdLst>
                  <a:gd name="connsiteX0" fmla="*/ 160802 w 166934"/>
                  <a:gd name="connsiteY0" fmla="*/ 13569 h 13568"/>
                  <a:gd name="connsiteX1" fmla="*/ 6133 w 166934"/>
                  <a:gd name="connsiteY1" fmla="*/ 13569 h 13568"/>
                  <a:gd name="connsiteX2" fmla="*/ 58 w 166934"/>
                  <a:gd name="connsiteY2" fmla="*/ 5910 h 13568"/>
                  <a:gd name="connsiteX3" fmla="*/ 6133 w 166934"/>
                  <a:gd name="connsiteY3" fmla="*/ 0 h 13568"/>
                  <a:gd name="connsiteX4" fmla="*/ 160802 w 166934"/>
                  <a:gd name="connsiteY4" fmla="*/ 0 h 13568"/>
                  <a:gd name="connsiteX5" fmla="*/ 166876 w 166934"/>
                  <a:gd name="connsiteY5" fmla="*/ 7658 h 13568"/>
                  <a:gd name="connsiteX6" fmla="*/ 160802 w 166934"/>
                  <a:gd name="connsiteY6" fmla="*/ 13569 h 13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934" h="13568">
                    <a:moveTo>
                      <a:pt x="160802" y="13569"/>
                    </a:moveTo>
                    <a:lnTo>
                      <a:pt x="6133" y="13569"/>
                    </a:lnTo>
                    <a:cubicBezTo>
                      <a:pt x="2282" y="13086"/>
                      <a:pt x="-438" y="9657"/>
                      <a:pt x="58" y="5910"/>
                    </a:cubicBezTo>
                    <a:cubicBezTo>
                      <a:pt x="467" y="2826"/>
                      <a:pt x="2963" y="397"/>
                      <a:pt x="6133" y="0"/>
                    </a:cubicBezTo>
                    <a:lnTo>
                      <a:pt x="160802" y="0"/>
                    </a:lnTo>
                    <a:cubicBezTo>
                      <a:pt x="164653" y="483"/>
                      <a:pt x="167372" y="3911"/>
                      <a:pt x="166876" y="7658"/>
                    </a:cubicBezTo>
                    <a:cubicBezTo>
                      <a:pt x="166468" y="10743"/>
                      <a:pt x="163972" y="13171"/>
                      <a:pt x="160802" y="13569"/>
                    </a:cubicBezTo>
                    <a:close/>
                  </a:path>
                </a:pathLst>
              </a:custGeom>
              <a:grpFill/>
              <a:ln w="11226" cap="flat">
                <a:noFill/>
                <a:prstDash val="solid"/>
                <a:miter/>
              </a:ln>
            </p:spPr>
            <p:txBody>
              <a:bodyPr rtlCol="0" anchor="ctr"/>
              <a:lstStyle/>
              <a:p>
                <a:endParaRPr lang="en-EG" sz="2100"/>
              </a:p>
            </p:txBody>
          </p:sp>
          <p:sp>
            <p:nvSpPr>
              <p:cNvPr id="216" name="Freeform 99">
                <a:extLst>
                  <a:ext uri="{FF2B5EF4-FFF2-40B4-BE49-F238E27FC236}">
                    <a16:creationId xmlns:a16="http://schemas.microsoft.com/office/drawing/2014/main" id="{07FF9656-34D4-4057-BE47-383EEEC7B67A}"/>
                  </a:ext>
                </a:extLst>
              </p:cNvPr>
              <p:cNvSpPr/>
              <p:nvPr/>
            </p:nvSpPr>
            <p:spPr>
              <a:xfrm>
                <a:off x="7015796" y="2877524"/>
                <a:ext cx="160547" cy="13680"/>
              </a:xfrm>
              <a:custGeom>
                <a:avLst/>
                <a:gdLst>
                  <a:gd name="connsiteX0" fmla="*/ 153517 w 160547"/>
                  <a:gd name="connsiteY0" fmla="*/ 13681 h 13680"/>
                  <a:gd name="connsiteX1" fmla="*/ 6916 w 160547"/>
                  <a:gd name="connsiteY1" fmla="*/ 13681 h 13680"/>
                  <a:gd name="connsiteX2" fmla="*/ 0 w 160547"/>
                  <a:gd name="connsiteY2" fmla="*/ 6953 h 13680"/>
                  <a:gd name="connsiteX3" fmla="*/ 1 w 160547"/>
                  <a:gd name="connsiteY3" fmla="*/ 6840 h 13680"/>
                  <a:gd name="connsiteX4" fmla="*/ 6916 w 160547"/>
                  <a:gd name="connsiteY4" fmla="*/ 0 h 13680"/>
                  <a:gd name="connsiteX5" fmla="*/ 153517 w 160547"/>
                  <a:gd name="connsiteY5" fmla="*/ 0 h 13680"/>
                  <a:gd name="connsiteX6" fmla="*/ 160548 w 160547"/>
                  <a:gd name="connsiteY6" fmla="*/ 6840 h 13680"/>
                  <a:gd name="connsiteX7" fmla="*/ 153517 w 160547"/>
                  <a:gd name="connsiteY7" fmla="*/ 13681 h 13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47" h="13680">
                    <a:moveTo>
                      <a:pt x="153517" y="13681"/>
                    </a:moveTo>
                    <a:lnTo>
                      <a:pt x="6916" y="13681"/>
                    </a:lnTo>
                    <a:cubicBezTo>
                      <a:pt x="3097" y="13681"/>
                      <a:pt x="1" y="10669"/>
                      <a:pt x="0" y="6953"/>
                    </a:cubicBezTo>
                    <a:cubicBezTo>
                      <a:pt x="0" y="6916"/>
                      <a:pt x="0" y="6878"/>
                      <a:pt x="1" y="6840"/>
                    </a:cubicBezTo>
                    <a:cubicBezTo>
                      <a:pt x="0" y="3106"/>
                      <a:pt x="3078" y="61"/>
                      <a:pt x="6916" y="0"/>
                    </a:cubicBezTo>
                    <a:lnTo>
                      <a:pt x="153517" y="0"/>
                    </a:lnTo>
                    <a:cubicBezTo>
                      <a:pt x="157400" y="0"/>
                      <a:pt x="160548" y="3063"/>
                      <a:pt x="160548" y="6840"/>
                    </a:cubicBezTo>
                    <a:cubicBezTo>
                      <a:pt x="160548" y="10618"/>
                      <a:pt x="157400" y="13681"/>
                      <a:pt x="153517" y="13681"/>
                    </a:cubicBezTo>
                    <a:close/>
                  </a:path>
                </a:pathLst>
              </a:custGeom>
              <a:grpFill/>
              <a:ln w="11226" cap="flat">
                <a:noFill/>
                <a:prstDash val="solid"/>
                <a:miter/>
              </a:ln>
            </p:spPr>
            <p:txBody>
              <a:bodyPr rtlCol="0" anchor="ctr"/>
              <a:lstStyle/>
              <a:p>
                <a:endParaRPr lang="en-EG" sz="2100"/>
              </a:p>
            </p:txBody>
          </p:sp>
          <p:sp>
            <p:nvSpPr>
              <p:cNvPr id="217" name="Freeform 100">
                <a:extLst>
                  <a:ext uri="{FF2B5EF4-FFF2-40B4-BE49-F238E27FC236}">
                    <a16:creationId xmlns:a16="http://schemas.microsoft.com/office/drawing/2014/main" id="{BDFFCB3A-DAA8-498C-9EE5-8F8423AE6927}"/>
                  </a:ext>
                </a:extLst>
              </p:cNvPr>
              <p:cNvSpPr/>
              <p:nvPr/>
            </p:nvSpPr>
            <p:spPr>
              <a:xfrm>
                <a:off x="7015452" y="2923164"/>
                <a:ext cx="152594" cy="14129"/>
              </a:xfrm>
              <a:custGeom>
                <a:avLst/>
                <a:gdLst>
                  <a:gd name="connsiteX0" fmla="*/ 145564 w 152594"/>
                  <a:gd name="connsiteY0" fmla="*/ 14129 h 14129"/>
                  <a:gd name="connsiteX1" fmla="*/ 7261 w 152594"/>
                  <a:gd name="connsiteY1" fmla="*/ 14129 h 14129"/>
                  <a:gd name="connsiteX2" fmla="*/ 0 w 152594"/>
                  <a:gd name="connsiteY2" fmla="*/ 7065 h 14129"/>
                  <a:gd name="connsiteX3" fmla="*/ 7261 w 152594"/>
                  <a:gd name="connsiteY3" fmla="*/ 0 h 14129"/>
                  <a:gd name="connsiteX4" fmla="*/ 145564 w 152594"/>
                  <a:gd name="connsiteY4" fmla="*/ 0 h 14129"/>
                  <a:gd name="connsiteX5" fmla="*/ 152594 w 152594"/>
                  <a:gd name="connsiteY5" fmla="*/ 6840 h 14129"/>
                  <a:gd name="connsiteX6" fmla="*/ 145564 w 152594"/>
                  <a:gd name="connsiteY6" fmla="*/ 13681 h 14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594" h="14129">
                    <a:moveTo>
                      <a:pt x="145564" y="14129"/>
                    </a:moveTo>
                    <a:lnTo>
                      <a:pt x="7261" y="14129"/>
                    </a:lnTo>
                    <a:cubicBezTo>
                      <a:pt x="3251" y="14129"/>
                      <a:pt x="0" y="10966"/>
                      <a:pt x="0" y="7065"/>
                    </a:cubicBezTo>
                    <a:cubicBezTo>
                      <a:pt x="0" y="3163"/>
                      <a:pt x="3251" y="0"/>
                      <a:pt x="7261" y="0"/>
                    </a:cubicBezTo>
                    <a:lnTo>
                      <a:pt x="145564" y="0"/>
                    </a:lnTo>
                    <a:cubicBezTo>
                      <a:pt x="149447" y="0"/>
                      <a:pt x="152594" y="3063"/>
                      <a:pt x="152594" y="6840"/>
                    </a:cubicBezTo>
                    <a:cubicBezTo>
                      <a:pt x="152594" y="10618"/>
                      <a:pt x="149447" y="13681"/>
                      <a:pt x="145564" y="13681"/>
                    </a:cubicBezTo>
                    <a:close/>
                  </a:path>
                </a:pathLst>
              </a:custGeom>
              <a:grpFill/>
              <a:ln w="11226" cap="flat">
                <a:noFill/>
                <a:prstDash val="solid"/>
                <a:miter/>
              </a:ln>
            </p:spPr>
            <p:txBody>
              <a:bodyPr rtlCol="0" anchor="ctr"/>
              <a:lstStyle/>
              <a:p>
                <a:endParaRPr lang="en-EG" sz="2100"/>
              </a:p>
            </p:txBody>
          </p:sp>
          <p:sp>
            <p:nvSpPr>
              <p:cNvPr id="218" name="Freeform 101">
                <a:extLst>
                  <a:ext uri="{FF2B5EF4-FFF2-40B4-BE49-F238E27FC236}">
                    <a16:creationId xmlns:a16="http://schemas.microsoft.com/office/drawing/2014/main" id="{FDB92026-8D18-4B85-99F7-EFBA6EE371E1}"/>
                  </a:ext>
                </a:extLst>
              </p:cNvPr>
              <p:cNvSpPr/>
              <p:nvPr/>
            </p:nvSpPr>
            <p:spPr>
              <a:xfrm>
                <a:off x="7128768" y="2992072"/>
                <a:ext cx="112786" cy="13682"/>
              </a:xfrm>
              <a:custGeom>
                <a:avLst/>
                <a:gdLst>
                  <a:gd name="connsiteX0" fmla="*/ 104857 w 112786"/>
                  <a:gd name="connsiteY0" fmla="*/ 13625 h 13682"/>
                  <a:gd name="connsiteX1" fmla="*/ 7929 w 112786"/>
                  <a:gd name="connsiteY1" fmla="*/ 13625 h 13682"/>
                  <a:gd name="connsiteX2" fmla="*/ 58 w 112786"/>
                  <a:gd name="connsiteY2" fmla="*/ 7715 h 13682"/>
                  <a:gd name="connsiteX3" fmla="*/ 6133 w 112786"/>
                  <a:gd name="connsiteY3" fmla="*/ 57 h 13682"/>
                  <a:gd name="connsiteX4" fmla="*/ 7929 w 112786"/>
                  <a:gd name="connsiteY4" fmla="*/ 57 h 13682"/>
                  <a:gd name="connsiteX5" fmla="*/ 104857 w 112786"/>
                  <a:gd name="connsiteY5" fmla="*/ 57 h 13682"/>
                  <a:gd name="connsiteX6" fmla="*/ 112728 w 112786"/>
                  <a:gd name="connsiteY6" fmla="*/ 5967 h 13682"/>
                  <a:gd name="connsiteX7" fmla="*/ 106653 w 112786"/>
                  <a:gd name="connsiteY7" fmla="*/ 13625 h 13682"/>
                  <a:gd name="connsiteX8" fmla="*/ 104857 w 112786"/>
                  <a:gd name="connsiteY8" fmla="*/ 13625 h 13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2786" h="13682">
                    <a:moveTo>
                      <a:pt x="104857" y="13625"/>
                    </a:moveTo>
                    <a:lnTo>
                      <a:pt x="7929" y="13625"/>
                    </a:lnTo>
                    <a:cubicBezTo>
                      <a:pt x="4079" y="14108"/>
                      <a:pt x="555" y="11462"/>
                      <a:pt x="58" y="7715"/>
                    </a:cubicBezTo>
                    <a:cubicBezTo>
                      <a:pt x="-438" y="3968"/>
                      <a:pt x="2282" y="540"/>
                      <a:pt x="6133" y="57"/>
                    </a:cubicBezTo>
                    <a:cubicBezTo>
                      <a:pt x="6729" y="-18"/>
                      <a:pt x="7333" y="-18"/>
                      <a:pt x="7929" y="57"/>
                    </a:cubicBezTo>
                    <a:lnTo>
                      <a:pt x="104857" y="57"/>
                    </a:lnTo>
                    <a:cubicBezTo>
                      <a:pt x="108708" y="-426"/>
                      <a:pt x="112232" y="2220"/>
                      <a:pt x="112728" y="5967"/>
                    </a:cubicBezTo>
                    <a:cubicBezTo>
                      <a:pt x="113224" y="9714"/>
                      <a:pt x="110504" y="13143"/>
                      <a:pt x="106653" y="13625"/>
                    </a:cubicBezTo>
                    <a:cubicBezTo>
                      <a:pt x="106057" y="13700"/>
                      <a:pt x="105453" y="13700"/>
                      <a:pt x="104857" y="13625"/>
                    </a:cubicBezTo>
                    <a:close/>
                  </a:path>
                </a:pathLst>
              </a:custGeom>
              <a:grpFill/>
              <a:ln w="11226" cap="flat">
                <a:noFill/>
                <a:prstDash val="solid"/>
                <a:miter/>
              </a:ln>
            </p:spPr>
            <p:txBody>
              <a:bodyPr rtlCol="0" anchor="ctr"/>
              <a:lstStyle/>
              <a:p>
                <a:endParaRPr lang="en-EG" sz="2100"/>
              </a:p>
            </p:txBody>
          </p:sp>
          <p:sp>
            <p:nvSpPr>
              <p:cNvPr id="219" name="Freeform 102">
                <a:extLst>
                  <a:ext uri="{FF2B5EF4-FFF2-40B4-BE49-F238E27FC236}">
                    <a16:creationId xmlns:a16="http://schemas.microsoft.com/office/drawing/2014/main" id="{1E473B9A-B5FC-4BBC-8C1A-52D14CCE5B56}"/>
                  </a:ext>
                </a:extLst>
              </p:cNvPr>
              <p:cNvSpPr/>
              <p:nvPr/>
            </p:nvSpPr>
            <p:spPr>
              <a:xfrm>
                <a:off x="7189052" y="2700310"/>
                <a:ext cx="95569" cy="264569"/>
              </a:xfrm>
              <a:custGeom>
                <a:avLst/>
                <a:gdLst>
                  <a:gd name="connsiteX0" fmla="*/ 46647 w 95569"/>
                  <a:gd name="connsiteY0" fmla="*/ 264570 h 264569"/>
                  <a:gd name="connsiteX1" fmla="*/ 45494 w 95569"/>
                  <a:gd name="connsiteY1" fmla="*/ 264570 h 264569"/>
                  <a:gd name="connsiteX2" fmla="*/ 5847 w 95569"/>
                  <a:gd name="connsiteY2" fmla="*/ 258066 h 264569"/>
                  <a:gd name="connsiteX3" fmla="*/ 1352 w 95569"/>
                  <a:gd name="connsiteY3" fmla="*/ 255262 h 264569"/>
                  <a:gd name="connsiteX4" fmla="*/ 85 w 95569"/>
                  <a:gd name="connsiteY4" fmla="*/ 250216 h 264569"/>
                  <a:gd name="connsiteX5" fmla="*/ 41921 w 95569"/>
                  <a:gd name="connsiteY5" fmla="*/ 9793 h 264569"/>
                  <a:gd name="connsiteX6" fmla="*/ 55867 w 95569"/>
                  <a:gd name="connsiteY6" fmla="*/ 149 h 264569"/>
                  <a:gd name="connsiteX7" fmla="*/ 85487 w 95569"/>
                  <a:gd name="connsiteY7" fmla="*/ 5083 h 264569"/>
                  <a:gd name="connsiteX8" fmla="*/ 95398 w 95569"/>
                  <a:gd name="connsiteY8" fmla="*/ 18652 h 264569"/>
                  <a:gd name="connsiteX9" fmla="*/ 53562 w 95569"/>
                  <a:gd name="connsiteY9" fmla="*/ 258851 h 264569"/>
                  <a:gd name="connsiteX10" fmla="*/ 46647 w 95569"/>
                  <a:gd name="connsiteY10" fmla="*/ 264570 h 264569"/>
                  <a:gd name="connsiteX11" fmla="*/ 15067 w 95569"/>
                  <a:gd name="connsiteY11" fmla="*/ 245282 h 264569"/>
                  <a:gd name="connsiteX12" fmla="*/ 40884 w 95569"/>
                  <a:gd name="connsiteY12" fmla="*/ 249543 h 264569"/>
                  <a:gd name="connsiteX13" fmla="*/ 81222 w 95569"/>
                  <a:gd name="connsiteY13" fmla="*/ 17755 h 264569"/>
                  <a:gd name="connsiteX14" fmla="*/ 55406 w 95569"/>
                  <a:gd name="connsiteY14" fmla="*/ 13494 h 264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5569" h="264569">
                    <a:moveTo>
                      <a:pt x="46647" y="264570"/>
                    </a:moveTo>
                    <a:lnTo>
                      <a:pt x="45494" y="264570"/>
                    </a:lnTo>
                    <a:lnTo>
                      <a:pt x="5847" y="258066"/>
                    </a:lnTo>
                    <a:cubicBezTo>
                      <a:pt x="4028" y="257743"/>
                      <a:pt x="2414" y="256736"/>
                      <a:pt x="1352" y="255262"/>
                    </a:cubicBezTo>
                    <a:cubicBezTo>
                      <a:pt x="253" y="253813"/>
                      <a:pt x="-204" y="251996"/>
                      <a:pt x="85" y="250216"/>
                    </a:cubicBezTo>
                    <a:lnTo>
                      <a:pt x="41921" y="9793"/>
                    </a:lnTo>
                    <a:cubicBezTo>
                      <a:pt x="43094" y="3419"/>
                      <a:pt x="49295" y="-868"/>
                      <a:pt x="55867" y="149"/>
                    </a:cubicBezTo>
                    <a:lnTo>
                      <a:pt x="85487" y="5083"/>
                    </a:lnTo>
                    <a:cubicBezTo>
                      <a:pt x="92074" y="6169"/>
                      <a:pt x="96510" y="12243"/>
                      <a:pt x="95398" y="18652"/>
                    </a:cubicBezTo>
                    <a:lnTo>
                      <a:pt x="53562" y="258851"/>
                    </a:lnTo>
                    <a:cubicBezTo>
                      <a:pt x="52999" y="262143"/>
                      <a:pt x="50077" y="264560"/>
                      <a:pt x="46647" y="264570"/>
                    </a:cubicBezTo>
                    <a:close/>
                    <a:moveTo>
                      <a:pt x="15067" y="245282"/>
                    </a:moveTo>
                    <a:lnTo>
                      <a:pt x="40884" y="249543"/>
                    </a:lnTo>
                    <a:lnTo>
                      <a:pt x="81222" y="17755"/>
                    </a:lnTo>
                    <a:lnTo>
                      <a:pt x="55406" y="13494"/>
                    </a:lnTo>
                    <a:close/>
                  </a:path>
                </a:pathLst>
              </a:custGeom>
              <a:grpFill/>
              <a:ln w="11226" cap="flat">
                <a:noFill/>
                <a:prstDash val="solid"/>
                <a:miter/>
              </a:ln>
            </p:spPr>
            <p:txBody>
              <a:bodyPr rtlCol="0" anchor="ctr"/>
              <a:lstStyle/>
              <a:p>
                <a:endParaRPr lang="en-EG" sz="2100"/>
              </a:p>
            </p:txBody>
          </p:sp>
          <p:sp>
            <p:nvSpPr>
              <p:cNvPr id="220" name="Freeform 103">
                <a:extLst>
                  <a:ext uri="{FF2B5EF4-FFF2-40B4-BE49-F238E27FC236}">
                    <a16:creationId xmlns:a16="http://schemas.microsoft.com/office/drawing/2014/main" id="{FF72C7F9-F973-4110-8876-2B00D7DD496D}"/>
                  </a:ext>
                </a:extLst>
              </p:cNvPr>
              <p:cNvSpPr/>
              <p:nvPr/>
            </p:nvSpPr>
            <p:spPr>
              <a:xfrm>
                <a:off x="7189187" y="2944722"/>
                <a:ext cx="53638" cy="60976"/>
              </a:xfrm>
              <a:custGeom>
                <a:avLst/>
                <a:gdLst>
                  <a:gd name="connsiteX0" fmla="*/ 18966 w 53638"/>
                  <a:gd name="connsiteY0" fmla="*/ 60976 h 60976"/>
                  <a:gd name="connsiteX1" fmla="*/ 17929 w 53638"/>
                  <a:gd name="connsiteY1" fmla="*/ 60976 h 60976"/>
                  <a:gd name="connsiteX2" fmla="*/ 12397 w 53638"/>
                  <a:gd name="connsiteY2" fmla="*/ 55817 h 60976"/>
                  <a:gd name="connsiteX3" fmla="*/ 180 w 53638"/>
                  <a:gd name="connsiteY3" fmla="*/ 8383 h 60976"/>
                  <a:gd name="connsiteX4" fmla="*/ 1909 w 53638"/>
                  <a:gd name="connsiteY4" fmla="*/ 2216 h 60976"/>
                  <a:gd name="connsiteX5" fmla="*/ 8133 w 53638"/>
                  <a:gd name="connsiteY5" fmla="*/ 85 h 60976"/>
                  <a:gd name="connsiteX6" fmla="*/ 47780 w 53638"/>
                  <a:gd name="connsiteY6" fmla="*/ 6589 h 60976"/>
                  <a:gd name="connsiteX7" fmla="*/ 53081 w 53638"/>
                  <a:gd name="connsiteY7" fmla="*/ 10626 h 60976"/>
                  <a:gd name="connsiteX8" fmla="*/ 52505 w 53638"/>
                  <a:gd name="connsiteY8" fmla="*/ 17018 h 60976"/>
                  <a:gd name="connsiteX9" fmla="*/ 24844 w 53638"/>
                  <a:gd name="connsiteY9" fmla="*/ 57948 h 60976"/>
                  <a:gd name="connsiteX10" fmla="*/ 18966 w 53638"/>
                  <a:gd name="connsiteY10" fmla="*/ 60976 h 60976"/>
                  <a:gd name="connsiteX11" fmla="*/ 16200 w 53638"/>
                  <a:gd name="connsiteY11" fmla="*/ 15224 h 60976"/>
                  <a:gd name="connsiteX12" fmla="*/ 21963 w 53638"/>
                  <a:gd name="connsiteY12" fmla="*/ 37651 h 60976"/>
                  <a:gd name="connsiteX13" fmla="*/ 34871 w 53638"/>
                  <a:gd name="connsiteY13" fmla="*/ 18363 h 60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638" h="60976">
                    <a:moveTo>
                      <a:pt x="18966" y="60976"/>
                    </a:moveTo>
                    <a:lnTo>
                      <a:pt x="17929" y="60976"/>
                    </a:lnTo>
                    <a:cubicBezTo>
                      <a:pt x="15170" y="60527"/>
                      <a:pt x="12975" y="58480"/>
                      <a:pt x="12397" y="55817"/>
                    </a:cubicBezTo>
                    <a:lnTo>
                      <a:pt x="180" y="8383"/>
                    </a:lnTo>
                    <a:cubicBezTo>
                      <a:pt x="-348" y="6175"/>
                      <a:pt x="302" y="3857"/>
                      <a:pt x="1909" y="2216"/>
                    </a:cubicBezTo>
                    <a:cubicBezTo>
                      <a:pt x="3479" y="526"/>
                      <a:pt x="5821" y="-276"/>
                      <a:pt x="8133" y="85"/>
                    </a:cubicBezTo>
                    <a:lnTo>
                      <a:pt x="47780" y="6589"/>
                    </a:lnTo>
                    <a:cubicBezTo>
                      <a:pt x="50104" y="7043"/>
                      <a:pt x="52070" y="8540"/>
                      <a:pt x="53081" y="10626"/>
                    </a:cubicBezTo>
                    <a:cubicBezTo>
                      <a:pt x="53992" y="12717"/>
                      <a:pt x="53776" y="15112"/>
                      <a:pt x="52505" y="17018"/>
                    </a:cubicBezTo>
                    <a:lnTo>
                      <a:pt x="24844" y="57948"/>
                    </a:lnTo>
                    <a:cubicBezTo>
                      <a:pt x="23545" y="59868"/>
                      <a:pt x="21329" y="61010"/>
                      <a:pt x="18966" y="60976"/>
                    </a:cubicBezTo>
                    <a:close/>
                    <a:moveTo>
                      <a:pt x="16200" y="15224"/>
                    </a:moveTo>
                    <a:lnTo>
                      <a:pt x="21963" y="37651"/>
                    </a:lnTo>
                    <a:lnTo>
                      <a:pt x="34871" y="18363"/>
                    </a:lnTo>
                    <a:close/>
                  </a:path>
                </a:pathLst>
              </a:custGeom>
              <a:grpFill/>
              <a:ln w="11226" cap="flat">
                <a:noFill/>
                <a:prstDash val="solid"/>
                <a:miter/>
              </a:ln>
            </p:spPr>
            <p:txBody>
              <a:bodyPr rtlCol="0" anchor="ctr"/>
              <a:lstStyle/>
              <a:p>
                <a:endParaRPr lang="en-EG" sz="2100"/>
              </a:p>
            </p:txBody>
          </p:sp>
          <p:sp>
            <p:nvSpPr>
              <p:cNvPr id="221" name="Freeform 104">
                <a:extLst>
                  <a:ext uri="{FF2B5EF4-FFF2-40B4-BE49-F238E27FC236}">
                    <a16:creationId xmlns:a16="http://schemas.microsoft.com/office/drawing/2014/main" id="{3B0F6080-0BBC-498A-82B5-D65BF30107A8}"/>
                  </a:ext>
                </a:extLst>
              </p:cNvPr>
              <p:cNvSpPr/>
              <p:nvPr/>
            </p:nvSpPr>
            <p:spPr>
              <a:xfrm>
                <a:off x="7236659" y="2677628"/>
                <a:ext cx="44169" cy="40887"/>
              </a:xfrm>
              <a:custGeom>
                <a:avLst/>
                <a:gdLst>
                  <a:gd name="connsiteX0" fmla="*/ 34884 w 44169"/>
                  <a:gd name="connsiteY0" fmla="*/ 40885 h 40887"/>
                  <a:gd name="connsiteX1" fmla="*/ 33731 w 44169"/>
                  <a:gd name="connsiteY1" fmla="*/ 40885 h 40887"/>
                  <a:gd name="connsiteX2" fmla="*/ 5840 w 44169"/>
                  <a:gd name="connsiteY2" fmla="*/ 36288 h 40887"/>
                  <a:gd name="connsiteX3" fmla="*/ 77 w 44169"/>
                  <a:gd name="connsiteY3" fmla="*/ 28438 h 40887"/>
                  <a:gd name="connsiteX4" fmla="*/ 2152 w 44169"/>
                  <a:gd name="connsiteY4" fmla="*/ 17224 h 40887"/>
                  <a:gd name="connsiteX5" fmla="*/ 10796 w 44169"/>
                  <a:gd name="connsiteY5" fmla="*/ 3880 h 40887"/>
                  <a:gd name="connsiteX6" fmla="*/ 26585 w 44169"/>
                  <a:gd name="connsiteY6" fmla="*/ 292 h 40887"/>
                  <a:gd name="connsiteX7" fmla="*/ 40300 w 44169"/>
                  <a:gd name="connsiteY7" fmla="*/ 8702 h 40887"/>
                  <a:gd name="connsiteX8" fmla="*/ 43873 w 44169"/>
                  <a:gd name="connsiteY8" fmla="*/ 24065 h 40887"/>
                  <a:gd name="connsiteX9" fmla="*/ 41799 w 44169"/>
                  <a:gd name="connsiteY9" fmla="*/ 35279 h 40887"/>
                  <a:gd name="connsiteX10" fmla="*/ 39033 w 44169"/>
                  <a:gd name="connsiteY10" fmla="*/ 39652 h 40887"/>
                  <a:gd name="connsiteX11" fmla="*/ 34884 w 44169"/>
                  <a:gd name="connsiteY11" fmla="*/ 40885 h 40887"/>
                  <a:gd name="connsiteX12" fmla="*/ 15060 w 44169"/>
                  <a:gd name="connsiteY12" fmla="*/ 23841 h 40887"/>
                  <a:gd name="connsiteX13" fmla="*/ 29236 w 44169"/>
                  <a:gd name="connsiteY13" fmla="*/ 26195 h 40887"/>
                  <a:gd name="connsiteX14" fmla="*/ 30158 w 44169"/>
                  <a:gd name="connsiteY14" fmla="*/ 21261 h 40887"/>
                  <a:gd name="connsiteX15" fmla="*/ 28890 w 44169"/>
                  <a:gd name="connsiteY15" fmla="*/ 15991 h 40887"/>
                  <a:gd name="connsiteX16" fmla="*/ 24280 w 44169"/>
                  <a:gd name="connsiteY16" fmla="*/ 13187 h 40887"/>
                  <a:gd name="connsiteX17" fmla="*/ 15982 w 44169"/>
                  <a:gd name="connsiteY17" fmla="*/ 18906 h 40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4169" h="40887">
                    <a:moveTo>
                      <a:pt x="34884" y="40885"/>
                    </a:moveTo>
                    <a:lnTo>
                      <a:pt x="33731" y="40885"/>
                    </a:lnTo>
                    <a:lnTo>
                      <a:pt x="5840" y="36288"/>
                    </a:lnTo>
                    <a:cubicBezTo>
                      <a:pt x="2062" y="35604"/>
                      <a:pt x="-483" y="32137"/>
                      <a:pt x="77" y="28438"/>
                    </a:cubicBezTo>
                    <a:lnTo>
                      <a:pt x="2152" y="17224"/>
                    </a:lnTo>
                    <a:cubicBezTo>
                      <a:pt x="3054" y="11820"/>
                      <a:pt x="6174" y="7003"/>
                      <a:pt x="10796" y="3880"/>
                    </a:cubicBezTo>
                    <a:cubicBezTo>
                      <a:pt x="15346" y="661"/>
                      <a:pt x="21040" y="-633"/>
                      <a:pt x="26585" y="292"/>
                    </a:cubicBezTo>
                    <a:cubicBezTo>
                      <a:pt x="32103" y="1263"/>
                      <a:pt x="37020" y="4277"/>
                      <a:pt x="40300" y="8702"/>
                    </a:cubicBezTo>
                    <a:cubicBezTo>
                      <a:pt x="43521" y="13167"/>
                      <a:pt x="44804" y="18686"/>
                      <a:pt x="43873" y="24065"/>
                    </a:cubicBezTo>
                    <a:lnTo>
                      <a:pt x="41799" y="35279"/>
                    </a:lnTo>
                    <a:cubicBezTo>
                      <a:pt x="41559" y="37053"/>
                      <a:pt x="40553" y="38644"/>
                      <a:pt x="39033" y="39652"/>
                    </a:cubicBezTo>
                    <a:cubicBezTo>
                      <a:pt x="37821" y="40485"/>
                      <a:pt x="36367" y="40918"/>
                      <a:pt x="34884" y="40885"/>
                    </a:cubicBezTo>
                    <a:close/>
                    <a:moveTo>
                      <a:pt x="15060" y="23841"/>
                    </a:moveTo>
                    <a:lnTo>
                      <a:pt x="29236" y="26195"/>
                    </a:lnTo>
                    <a:lnTo>
                      <a:pt x="30158" y="21261"/>
                    </a:lnTo>
                    <a:cubicBezTo>
                      <a:pt x="30447" y="19411"/>
                      <a:pt x="29993" y="17524"/>
                      <a:pt x="28890" y="15991"/>
                    </a:cubicBezTo>
                    <a:cubicBezTo>
                      <a:pt x="27761" y="14536"/>
                      <a:pt x="26119" y="13537"/>
                      <a:pt x="24280" y="13187"/>
                    </a:cubicBezTo>
                    <a:cubicBezTo>
                      <a:pt x="20375" y="12576"/>
                      <a:pt x="16685" y="15119"/>
                      <a:pt x="15982" y="18906"/>
                    </a:cubicBezTo>
                    <a:close/>
                  </a:path>
                </a:pathLst>
              </a:custGeom>
              <a:grpFill/>
              <a:ln w="11226" cap="flat">
                <a:noFill/>
                <a:prstDash val="solid"/>
                <a:miter/>
              </a:ln>
            </p:spPr>
            <p:txBody>
              <a:bodyPr rtlCol="0" anchor="ctr"/>
              <a:lstStyle/>
              <a:p>
                <a:endParaRPr lang="en-EG" sz="2100"/>
              </a:p>
            </p:txBody>
          </p:sp>
          <p:sp>
            <p:nvSpPr>
              <p:cNvPr id="222" name="Freeform 105">
                <a:extLst>
                  <a:ext uri="{FF2B5EF4-FFF2-40B4-BE49-F238E27FC236}">
                    <a16:creationId xmlns:a16="http://schemas.microsoft.com/office/drawing/2014/main" id="{BD115465-DC72-4544-A73A-47CD7976B28D}"/>
                  </a:ext>
                </a:extLst>
              </p:cNvPr>
              <p:cNvSpPr/>
              <p:nvPr/>
            </p:nvSpPr>
            <p:spPr>
              <a:xfrm>
                <a:off x="7226677" y="2730239"/>
                <a:ext cx="72825" cy="106579"/>
              </a:xfrm>
              <a:custGeom>
                <a:avLst/>
                <a:gdLst>
                  <a:gd name="connsiteX0" fmla="*/ 53279 w 72825"/>
                  <a:gd name="connsiteY0" fmla="*/ 106580 h 106579"/>
                  <a:gd name="connsiteX1" fmla="*/ 52127 w 72825"/>
                  <a:gd name="connsiteY1" fmla="*/ 106580 h 106579"/>
                  <a:gd name="connsiteX2" fmla="*/ 46447 w 72825"/>
                  <a:gd name="connsiteY2" fmla="*/ 99030 h 106579"/>
                  <a:gd name="connsiteX3" fmla="*/ 46479 w 72825"/>
                  <a:gd name="connsiteY3" fmla="*/ 98842 h 106579"/>
                  <a:gd name="connsiteX4" fmla="*/ 58696 w 72825"/>
                  <a:gd name="connsiteY4" fmla="*/ 28196 h 106579"/>
                  <a:gd name="connsiteX5" fmla="*/ 53971 w 72825"/>
                  <a:gd name="connsiteY5" fmla="*/ 21804 h 106579"/>
                  <a:gd name="connsiteX6" fmla="*/ 5450 w 72825"/>
                  <a:gd name="connsiteY6" fmla="*/ 13506 h 106579"/>
                  <a:gd name="connsiteX7" fmla="*/ 182 w 72825"/>
                  <a:gd name="connsiteY7" fmla="*/ 5301 h 106579"/>
                  <a:gd name="connsiteX8" fmla="*/ 7870 w 72825"/>
                  <a:gd name="connsiteY8" fmla="*/ 49 h 106579"/>
                  <a:gd name="connsiteX9" fmla="*/ 56391 w 72825"/>
                  <a:gd name="connsiteY9" fmla="*/ 8011 h 106579"/>
                  <a:gd name="connsiteX10" fmla="*/ 72527 w 72825"/>
                  <a:gd name="connsiteY10" fmla="*/ 30439 h 106579"/>
                  <a:gd name="connsiteX11" fmla="*/ 60195 w 72825"/>
                  <a:gd name="connsiteY11" fmla="*/ 101085 h 106579"/>
                  <a:gd name="connsiteX12" fmla="*/ 53279 w 72825"/>
                  <a:gd name="connsiteY12" fmla="*/ 106580 h 106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2825" h="106579">
                    <a:moveTo>
                      <a:pt x="53279" y="106580"/>
                    </a:moveTo>
                    <a:lnTo>
                      <a:pt x="52127" y="106580"/>
                    </a:lnTo>
                    <a:cubicBezTo>
                      <a:pt x="48416" y="106021"/>
                      <a:pt x="45873" y="102641"/>
                      <a:pt x="46447" y="99030"/>
                    </a:cubicBezTo>
                    <a:cubicBezTo>
                      <a:pt x="46457" y="98967"/>
                      <a:pt x="46468" y="98905"/>
                      <a:pt x="46479" y="98842"/>
                    </a:cubicBezTo>
                    <a:lnTo>
                      <a:pt x="58696" y="28196"/>
                    </a:lnTo>
                    <a:cubicBezTo>
                      <a:pt x="59182" y="25166"/>
                      <a:pt x="57077" y="22319"/>
                      <a:pt x="53971" y="21804"/>
                    </a:cubicBezTo>
                    <a:lnTo>
                      <a:pt x="5450" y="13506"/>
                    </a:lnTo>
                    <a:cubicBezTo>
                      <a:pt x="1666" y="12655"/>
                      <a:pt x="-692" y="8982"/>
                      <a:pt x="182" y="5301"/>
                    </a:cubicBezTo>
                    <a:cubicBezTo>
                      <a:pt x="990" y="1897"/>
                      <a:pt x="4305" y="-367"/>
                      <a:pt x="7870" y="49"/>
                    </a:cubicBezTo>
                    <a:lnTo>
                      <a:pt x="56391" y="8011"/>
                    </a:lnTo>
                    <a:cubicBezTo>
                      <a:pt x="67198" y="9890"/>
                      <a:pt x="74411" y="19916"/>
                      <a:pt x="72527" y="30439"/>
                    </a:cubicBezTo>
                    <a:lnTo>
                      <a:pt x="60195" y="101085"/>
                    </a:lnTo>
                    <a:cubicBezTo>
                      <a:pt x="59534" y="104289"/>
                      <a:pt x="56637" y="106590"/>
                      <a:pt x="53279" y="106580"/>
                    </a:cubicBezTo>
                    <a:close/>
                  </a:path>
                </a:pathLst>
              </a:custGeom>
              <a:grpFill/>
              <a:ln w="11226" cap="flat">
                <a:noFill/>
                <a:prstDash val="solid"/>
                <a:miter/>
              </a:ln>
            </p:spPr>
            <p:txBody>
              <a:bodyPr rtlCol="0" anchor="ctr"/>
              <a:lstStyle/>
              <a:p>
                <a:endParaRPr lang="en-EG" sz="2100"/>
              </a:p>
            </p:txBody>
          </p:sp>
          <p:sp>
            <p:nvSpPr>
              <p:cNvPr id="223" name="Freeform 106">
                <a:extLst>
                  <a:ext uri="{FF2B5EF4-FFF2-40B4-BE49-F238E27FC236}">
                    <a16:creationId xmlns:a16="http://schemas.microsoft.com/office/drawing/2014/main" id="{B576659D-8EA7-4202-80E5-AE49DE2220BB}"/>
                  </a:ext>
                </a:extLst>
              </p:cNvPr>
              <p:cNvSpPr/>
              <p:nvPr/>
            </p:nvSpPr>
            <p:spPr>
              <a:xfrm>
                <a:off x="7222964" y="2752687"/>
                <a:ext cx="53079" cy="20100"/>
              </a:xfrm>
              <a:custGeom>
                <a:avLst/>
                <a:gdLst>
                  <a:gd name="connsiteX0" fmla="*/ 46158 w 53079"/>
                  <a:gd name="connsiteY0" fmla="*/ 19988 h 20100"/>
                  <a:gd name="connsiteX1" fmla="*/ 45005 w 53079"/>
                  <a:gd name="connsiteY1" fmla="*/ 19988 h 20100"/>
                  <a:gd name="connsiteX2" fmla="*/ 5359 w 53079"/>
                  <a:gd name="connsiteY2" fmla="*/ 13484 h 20100"/>
                  <a:gd name="connsiteX3" fmla="*/ 204 w 53079"/>
                  <a:gd name="connsiteY3" fmla="*/ 5212 h 20100"/>
                  <a:gd name="connsiteX4" fmla="*/ 7664 w 53079"/>
                  <a:gd name="connsiteY4" fmla="*/ 28 h 20100"/>
                  <a:gd name="connsiteX5" fmla="*/ 47310 w 53079"/>
                  <a:gd name="connsiteY5" fmla="*/ 6532 h 20100"/>
                  <a:gd name="connsiteX6" fmla="*/ 52963 w 53079"/>
                  <a:gd name="connsiteY6" fmla="*/ 14490 h 20100"/>
                  <a:gd name="connsiteX7" fmla="*/ 46158 w 53079"/>
                  <a:gd name="connsiteY7" fmla="*/ 20101 h 2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079" h="20100">
                    <a:moveTo>
                      <a:pt x="46158" y="19988"/>
                    </a:moveTo>
                    <a:lnTo>
                      <a:pt x="45005" y="19988"/>
                    </a:lnTo>
                    <a:lnTo>
                      <a:pt x="5359" y="13484"/>
                    </a:lnTo>
                    <a:cubicBezTo>
                      <a:pt x="1587" y="12585"/>
                      <a:pt x="-721" y="8882"/>
                      <a:pt x="204" y="5212"/>
                    </a:cubicBezTo>
                    <a:cubicBezTo>
                      <a:pt x="1031" y="1928"/>
                      <a:pt x="4202" y="-276"/>
                      <a:pt x="7664" y="28"/>
                    </a:cubicBezTo>
                    <a:lnTo>
                      <a:pt x="47310" y="6532"/>
                    </a:lnTo>
                    <a:cubicBezTo>
                      <a:pt x="51130" y="7211"/>
                      <a:pt x="53661" y="10774"/>
                      <a:pt x="52963" y="14490"/>
                    </a:cubicBezTo>
                    <a:cubicBezTo>
                      <a:pt x="52361" y="17700"/>
                      <a:pt x="49512" y="20049"/>
                      <a:pt x="46158" y="20101"/>
                    </a:cubicBezTo>
                    <a:close/>
                  </a:path>
                </a:pathLst>
              </a:custGeom>
              <a:grpFill/>
              <a:ln w="11226" cap="flat">
                <a:noFill/>
                <a:prstDash val="solid"/>
                <a:miter/>
              </a:ln>
            </p:spPr>
            <p:txBody>
              <a:bodyPr rtlCol="0" anchor="ctr"/>
              <a:lstStyle/>
              <a:p>
                <a:endParaRPr lang="en-EG" sz="2100"/>
              </a:p>
            </p:txBody>
          </p:sp>
        </p:grpSp>
        <p:grpSp>
          <p:nvGrpSpPr>
            <p:cNvPr id="129" name="Graphic 66">
              <a:extLst>
                <a:ext uri="{FF2B5EF4-FFF2-40B4-BE49-F238E27FC236}">
                  <a16:creationId xmlns:a16="http://schemas.microsoft.com/office/drawing/2014/main" id="{3E02E525-FCDD-41F7-813C-DDF736517449}"/>
                </a:ext>
              </a:extLst>
            </p:cNvPr>
            <p:cNvGrpSpPr>
              <a:grpSpLocks noChangeAspect="1"/>
            </p:cNvGrpSpPr>
            <p:nvPr/>
          </p:nvGrpSpPr>
          <p:grpSpPr>
            <a:xfrm>
              <a:off x="6927700" y="2141540"/>
              <a:ext cx="327201" cy="417696"/>
              <a:chOff x="6976612" y="2642799"/>
              <a:chExt cx="327201" cy="417696"/>
            </a:xfrm>
            <a:solidFill>
              <a:srgbClr val="FFFFFF"/>
            </a:solidFill>
          </p:grpSpPr>
          <p:sp>
            <p:nvSpPr>
              <p:cNvPr id="198" name="Freeform 108">
                <a:extLst>
                  <a:ext uri="{FF2B5EF4-FFF2-40B4-BE49-F238E27FC236}">
                    <a16:creationId xmlns:a16="http://schemas.microsoft.com/office/drawing/2014/main" id="{C9677FDE-C053-429D-9470-E7054F42AEB2}"/>
                  </a:ext>
                </a:extLst>
              </p:cNvPr>
              <p:cNvSpPr/>
              <p:nvPr/>
            </p:nvSpPr>
            <p:spPr>
              <a:xfrm>
                <a:off x="7218433" y="2937888"/>
                <a:ext cx="85380" cy="85265"/>
              </a:xfrm>
              <a:custGeom>
                <a:avLst/>
                <a:gdLst>
                  <a:gd name="connsiteX0" fmla="*/ 63598 w 85380"/>
                  <a:gd name="connsiteY0" fmla="*/ 85265 h 85265"/>
                  <a:gd name="connsiteX1" fmla="*/ 48154 w 85380"/>
                  <a:gd name="connsiteY1" fmla="*/ 78926 h 85265"/>
                  <a:gd name="connsiteX2" fmla="*/ 2053 w 85380"/>
                  <a:gd name="connsiteY2" fmla="*/ 32825 h 85265"/>
                  <a:gd name="connsiteX3" fmla="*/ 94 w 85380"/>
                  <a:gd name="connsiteY3" fmla="*/ 26832 h 85265"/>
                  <a:gd name="connsiteX4" fmla="*/ 3782 w 85380"/>
                  <a:gd name="connsiteY4" fmla="*/ 21761 h 85265"/>
                  <a:gd name="connsiteX5" fmla="*/ 21761 w 85380"/>
                  <a:gd name="connsiteY5" fmla="*/ 3782 h 85265"/>
                  <a:gd name="connsiteX6" fmla="*/ 26832 w 85380"/>
                  <a:gd name="connsiteY6" fmla="*/ 94 h 85265"/>
                  <a:gd name="connsiteX7" fmla="*/ 32825 w 85380"/>
                  <a:gd name="connsiteY7" fmla="*/ 2053 h 85265"/>
                  <a:gd name="connsiteX8" fmla="*/ 78926 w 85380"/>
                  <a:gd name="connsiteY8" fmla="*/ 48154 h 85265"/>
                  <a:gd name="connsiteX9" fmla="*/ 85381 w 85380"/>
                  <a:gd name="connsiteY9" fmla="*/ 63483 h 85265"/>
                  <a:gd name="connsiteX10" fmla="*/ 78926 w 85380"/>
                  <a:gd name="connsiteY10" fmla="*/ 78926 h 85265"/>
                  <a:gd name="connsiteX11" fmla="*/ 63598 w 85380"/>
                  <a:gd name="connsiteY11" fmla="*/ 85265 h 85265"/>
                  <a:gd name="connsiteX12" fmla="*/ 17497 w 85380"/>
                  <a:gd name="connsiteY12" fmla="*/ 29137 h 85265"/>
                  <a:gd name="connsiteX13" fmla="*/ 57835 w 85380"/>
                  <a:gd name="connsiteY13" fmla="*/ 69245 h 85265"/>
                  <a:gd name="connsiteX14" fmla="*/ 69360 w 85380"/>
                  <a:gd name="connsiteY14" fmla="*/ 69245 h 85265"/>
                  <a:gd name="connsiteX15" fmla="*/ 69360 w 85380"/>
                  <a:gd name="connsiteY15" fmla="*/ 57720 h 85265"/>
                  <a:gd name="connsiteX16" fmla="*/ 29368 w 85380"/>
                  <a:gd name="connsiteY16" fmla="*/ 17843 h 85265"/>
                  <a:gd name="connsiteX17" fmla="*/ 24181 w 85380"/>
                  <a:gd name="connsiteY17" fmla="*/ 23720 h 85265"/>
                  <a:gd name="connsiteX18" fmla="*/ 17958 w 85380"/>
                  <a:gd name="connsiteY18" fmla="*/ 29368 h 85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5380" h="85265">
                    <a:moveTo>
                      <a:pt x="63598" y="85265"/>
                    </a:moveTo>
                    <a:cubicBezTo>
                      <a:pt x="57810" y="85300"/>
                      <a:pt x="52249" y="83017"/>
                      <a:pt x="48154" y="78926"/>
                    </a:cubicBezTo>
                    <a:lnTo>
                      <a:pt x="2053" y="32825"/>
                    </a:lnTo>
                    <a:cubicBezTo>
                      <a:pt x="457" y="31270"/>
                      <a:pt x="-275" y="29030"/>
                      <a:pt x="94" y="26832"/>
                    </a:cubicBezTo>
                    <a:cubicBezTo>
                      <a:pt x="459" y="24657"/>
                      <a:pt x="1825" y="22779"/>
                      <a:pt x="3782" y="21761"/>
                    </a:cubicBezTo>
                    <a:cubicBezTo>
                      <a:pt x="11477" y="17754"/>
                      <a:pt x="17754" y="11477"/>
                      <a:pt x="21761" y="3782"/>
                    </a:cubicBezTo>
                    <a:cubicBezTo>
                      <a:pt x="22779" y="1825"/>
                      <a:pt x="24657" y="459"/>
                      <a:pt x="26832" y="94"/>
                    </a:cubicBezTo>
                    <a:cubicBezTo>
                      <a:pt x="29030" y="-275"/>
                      <a:pt x="31270" y="457"/>
                      <a:pt x="32825" y="2053"/>
                    </a:cubicBezTo>
                    <a:lnTo>
                      <a:pt x="78926" y="48154"/>
                    </a:lnTo>
                    <a:cubicBezTo>
                      <a:pt x="83064" y="52179"/>
                      <a:pt x="85393" y="57710"/>
                      <a:pt x="85381" y="63483"/>
                    </a:cubicBezTo>
                    <a:cubicBezTo>
                      <a:pt x="85385" y="69287"/>
                      <a:pt x="83060" y="74851"/>
                      <a:pt x="78926" y="78926"/>
                    </a:cubicBezTo>
                    <a:cubicBezTo>
                      <a:pt x="74882" y="83022"/>
                      <a:pt x="69354" y="85308"/>
                      <a:pt x="63598" y="85265"/>
                    </a:cubicBezTo>
                    <a:close/>
                    <a:moveTo>
                      <a:pt x="17497" y="29137"/>
                    </a:moveTo>
                    <a:lnTo>
                      <a:pt x="57835" y="69245"/>
                    </a:lnTo>
                    <a:cubicBezTo>
                      <a:pt x="61018" y="72428"/>
                      <a:pt x="66178" y="72428"/>
                      <a:pt x="69360" y="69245"/>
                    </a:cubicBezTo>
                    <a:cubicBezTo>
                      <a:pt x="72543" y="66063"/>
                      <a:pt x="72543" y="60903"/>
                      <a:pt x="69360" y="57720"/>
                    </a:cubicBezTo>
                    <a:lnTo>
                      <a:pt x="29368" y="17843"/>
                    </a:lnTo>
                    <a:cubicBezTo>
                      <a:pt x="27763" y="19908"/>
                      <a:pt x="26031" y="21871"/>
                      <a:pt x="24181" y="23720"/>
                    </a:cubicBezTo>
                    <a:cubicBezTo>
                      <a:pt x="22262" y="25767"/>
                      <a:pt x="20180" y="27655"/>
                      <a:pt x="17958" y="29368"/>
                    </a:cubicBezTo>
                    <a:close/>
                  </a:path>
                </a:pathLst>
              </a:custGeom>
              <a:grpFill/>
              <a:ln w="11226" cap="flat">
                <a:noFill/>
                <a:prstDash val="solid"/>
                <a:miter/>
              </a:ln>
            </p:spPr>
            <p:txBody>
              <a:bodyPr rtlCol="0" anchor="ctr"/>
              <a:lstStyle/>
              <a:p>
                <a:endParaRPr lang="en-EG" sz="2100"/>
              </a:p>
            </p:txBody>
          </p:sp>
          <p:sp>
            <p:nvSpPr>
              <p:cNvPr id="199" name="Freeform 109">
                <a:extLst>
                  <a:ext uri="{FF2B5EF4-FFF2-40B4-BE49-F238E27FC236}">
                    <a16:creationId xmlns:a16="http://schemas.microsoft.com/office/drawing/2014/main" id="{ECF188ED-7826-4474-A78A-2F9C0C378C0D}"/>
                  </a:ext>
                </a:extLst>
              </p:cNvPr>
              <p:cNvSpPr/>
              <p:nvPr/>
            </p:nvSpPr>
            <p:spPr>
              <a:xfrm>
                <a:off x="7042075" y="2642799"/>
                <a:ext cx="172994" cy="114236"/>
              </a:xfrm>
              <a:custGeom>
                <a:avLst/>
                <a:gdLst>
                  <a:gd name="connsiteX0" fmla="*/ 166079 w 172994"/>
                  <a:gd name="connsiteY0" fmla="*/ 114237 h 114236"/>
                  <a:gd name="connsiteX1" fmla="*/ 7030 w 172994"/>
                  <a:gd name="connsiteY1" fmla="*/ 114237 h 114236"/>
                  <a:gd name="connsiteX2" fmla="*/ 0 w 172994"/>
                  <a:gd name="connsiteY2" fmla="*/ 107207 h 114236"/>
                  <a:gd name="connsiteX3" fmla="*/ 0 w 172994"/>
                  <a:gd name="connsiteY3" fmla="*/ 47045 h 114236"/>
                  <a:gd name="connsiteX4" fmla="*/ 18325 w 172994"/>
                  <a:gd name="connsiteY4" fmla="*/ 28835 h 114236"/>
                  <a:gd name="connsiteX5" fmla="*/ 45179 w 172994"/>
                  <a:gd name="connsiteY5" fmla="*/ 28835 h 114236"/>
                  <a:gd name="connsiteX6" fmla="*/ 101701 w 172994"/>
                  <a:gd name="connsiteY6" fmla="*/ 2720 h 114236"/>
                  <a:gd name="connsiteX7" fmla="*/ 127815 w 172994"/>
                  <a:gd name="connsiteY7" fmla="*/ 28835 h 114236"/>
                  <a:gd name="connsiteX8" fmla="*/ 154784 w 172994"/>
                  <a:gd name="connsiteY8" fmla="*/ 28835 h 114236"/>
                  <a:gd name="connsiteX9" fmla="*/ 172994 w 172994"/>
                  <a:gd name="connsiteY9" fmla="*/ 47045 h 114236"/>
                  <a:gd name="connsiteX10" fmla="*/ 172994 w 172994"/>
                  <a:gd name="connsiteY10" fmla="*/ 107207 h 114236"/>
                  <a:gd name="connsiteX11" fmla="*/ 166195 w 172994"/>
                  <a:gd name="connsiteY11" fmla="*/ 114236 h 114236"/>
                  <a:gd name="connsiteX12" fmla="*/ 166079 w 172994"/>
                  <a:gd name="connsiteY12" fmla="*/ 114237 h 114236"/>
                  <a:gd name="connsiteX13" fmla="*/ 14061 w 172994"/>
                  <a:gd name="connsiteY13" fmla="*/ 100291 h 114236"/>
                  <a:gd name="connsiteX14" fmla="*/ 159048 w 172994"/>
                  <a:gd name="connsiteY14" fmla="*/ 100291 h 114236"/>
                  <a:gd name="connsiteX15" fmla="*/ 159048 w 172994"/>
                  <a:gd name="connsiteY15" fmla="*/ 47045 h 114236"/>
                  <a:gd name="connsiteX16" fmla="*/ 154784 w 172994"/>
                  <a:gd name="connsiteY16" fmla="*/ 42780 h 114236"/>
                  <a:gd name="connsiteX17" fmla="*/ 122629 w 172994"/>
                  <a:gd name="connsiteY17" fmla="*/ 42780 h 114236"/>
                  <a:gd name="connsiteX18" fmla="*/ 115829 w 172994"/>
                  <a:gd name="connsiteY18" fmla="*/ 37363 h 114236"/>
                  <a:gd name="connsiteX19" fmla="*/ 80154 w 172994"/>
                  <a:gd name="connsiteY19" fmla="*/ 14490 h 114236"/>
                  <a:gd name="connsiteX20" fmla="*/ 57280 w 172994"/>
                  <a:gd name="connsiteY20" fmla="*/ 37363 h 114236"/>
                  <a:gd name="connsiteX21" fmla="*/ 50481 w 172994"/>
                  <a:gd name="connsiteY21" fmla="*/ 42780 h 114236"/>
                  <a:gd name="connsiteX22" fmla="*/ 18325 w 172994"/>
                  <a:gd name="connsiteY22" fmla="*/ 42780 h 114236"/>
                  <a:gd name="connsiteX23" fmla="*/ 14061 w 172994"/>
                  <a:gd name="connsiteY23" fmla="*/ 47045 h 114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2994" h="114236">
                    <a:moveTo>
                      <a:pt x="166079" y="114237"/>
                    </a:moveTo>
                    <a:lnTo>
                      <a:pt x="7030" y="114237"/>
                    </a:lnTo>
                    <a:cubicBezTo>
                      <a:pt x="3148" y="114237"/>
                      <a:pt x="0" y="111089"/>
                      <a:pt x="0" y="107207"/>
                    </a:cubicBezTo>
                    <a:lnTo>
                      <a:pt x="0" y="47045"/>
                    </a:lnTo>
                    <a:cubicBezTo>
                      <a:pt x="63" y="36969"/>
                      <a:pt x="8249" y="28835"/>
                      <a:pt x="18325" y="28835"/>
                    </a:cubicBezTo>
                    <a:lnTo>
                      <a:pt x="45179" y="28835"/>
                    </a:lnTo>
                    <a:cubicBezTo>
                      <a:pt x="53576" y="6015"/>
                      <a:pt x="78881" y="-5676"/>
                      <a:pt x="101701" y="2720"/>
                    </a:cubicBezTo>
                    <a:cubicBezTo>
                      <a:pt x="113812" y="7177"/>
                      <a:pt x="123358" y="16723"/>
                      <a:pt x="127815" y="28835"/>
                    </a:cubicBezTo>
                    <a:lnTo>
                      <a:pt x="154784" y="28835"/>
                    </a:lnTo>
                    <a:cubicBezTo>
                      <a:pt x="164841" y="28835"/>
                      <a:pt x="172994" y="36988"/>
                      <a:pt x="172994" y="47045"/>
                    </a:cubicBezTo>
                    <a:lnTo>
                      <a:pt x="172994" y="107207"/>
                    </a:lnTo>
                    <a:cubicBezTo>
                      <a:pt x="173058" y="111025"/>
                      <a:pt x="170014" y="114172"/>
                      <a:pt x="166195" y="114236"/>
                    </a:cubicBezTo>
                    <a:cubicBezTo>
                      <a:pt x="166156" y="114237"/>
                      <a:pt x="166118" y="114237"/>
                      <a:pt x="166079" y="114237"/>
                    </a:cubicBezTo>
                    <a:close/>
                    <a:moveTo>
                      <a:pt x="14061" y="100291"/>
                    </a:moveTo>
                    <a:lnTo>
                      <a:pt x="159048" y="100291"/>
                    </a:lnTo>
                    <a:lnTo>
                      <a:pt x="159048" y="47045"/>
                    </a:lnTo>
                    <a:cubicBezTo>
                      <a:pt x="159048" y="44690"/>
                      <a:pt x="157139" y="42780"/>
                      <a:pt x="154784" y="42780"/>
                    </a:cubicBezTo>
                    <a:lnTo>
                      <a:pt x="122629" y="42780"/>
                    </a:lnTo>
                    <a:cubicBezTo>
                      <a:pt x="119383" y="42761"/>
                      <a:pt x="116574" y="40522"/>
                      <a:pt x="115829" y="37363"/>
                    </a:cubicBezTo>
                    <a:cubicBezTo>
                      <a:pt x="112294" y="21196"/>
                      <a:pt x="96322" y="10955"/>
                      <a:pt x="80154" y="14490"/>
                    </a:cubicBezTo>
                    <a:cubicBezTo>
                      <a:pt x="68716" y="16991"/>
                      <a:pt x="59781" y="25925"/>
                      <a:pt x="57280" y="37363"/>
                    </a:cubicBezTo>
                    <a:cubicBezTo>
                      <a:pt x="56536" y="40522"/>
                      <a:pt x="53726" y="42761"/>
                      <a:pt x="50481" y="42780"/>
                    </a:cubicBezTo>
                    <a:lnTo>
                      <a:pt x="18325" y="42780"/>
                    </a:lnTo>
                    <a:cubicBezTo>
                      <a:pt x="15970" y="42780"/>
                      <a:pt x="14061" y="44690"/>
                      <a:pt x="14061" y="47045"/>
                    </a:cubicBezTo>
                    <a:close/>
                  </a:path>
                </a:pathLst>
              </a:custGeom>
              <a:grpFill/>
              <a:ln w="11226" cap="flat">
                <a:noFill/>
                <a:prstDash val="solid"/>
                <a:miter/>
              </a:ln>
            </p:spPr>
            <p:txBody>
              <a:bodyPr rtlCol="0" anchor="ctr"/>
              <a:lstStyle/>
              <a:p>
                <a:endParaRPr lang="en-EG" sz="2100"/>
              </a:p>
            </p:txBody>
          </p:sp>
          <p:sp>
            <p:nvSpPr>
              <p:cNvPr id="200" name="Freeform 110">
                <a:extLst>
                  <a:ext uri="{FF2B5EF4-FFF2-40B4-BE49-F238E27FC236}">
                    <a16:creationId xmlns:a16="http://schemas.microsoft.com/office/drawing/2014/main" id="{B2D5F932-AFB3-43EC-9E68-463461350A83}"/>
                  </a:ext>
                </a:extLst>
              </p:cNvPr>
              <p:cNvSpPr/>
              <p:nvPr/>
            </p:nvSpPr>
            <p:spPr>
              <a:xfrm>
                <a:off x="7041176" y="2711914"/>
                <a:ext cx="173110" cy="14061"/>
              </a:xfrm>
              <a:custGeom>
                <a:avLst/>
                <a:gdLst>
                  <a:gd name="connsiteX0" fmla="*/ 166978 w 173110"/>
                  <a:gd name="connsiteY0" fmla="*/ 14003 h 14061"/>
                  <a:gd name="connsiteX1" fmla="*/ 7929 w 173110"/>
                  <a:gd name="connsiteY1" fmla="*/ 14003 h 14061"/>
                  <a:gd name="connsiteX2" fmla="*/ 58 w 173110"/>
                  <a:gd name="connsiteY2" fmla="*/ 7929 h 14061"/>
                  <a:gd name="connsiteX3" fmla="*/ 6133 w 173110"/>
                  <a:gd name="connsiteY3" fmla="*/ 58 h 14061"/>
                  <a:gd name="connsiteX4" fmla="*/ 7929 w 173110"/>
                  <a:gd name="connsiteY4" fmla="*/ 58 h 14061"/>
                  <a:gd name="connsiteX5" fmla="*/ 166978 w 173110"/>
                  <a:gd name="connsiteY5" fmla="*/ 58 h 14061"/>
                  <a:gd name="connsiteX6" fmla="*/ 173052 w 173110"/>
                  <a:gd name="connsiteY6" fmla="*/ 7929 h 14061"/>
                  <a:gd name="connsiteX7" fmla="*/ 166978 w 173110"/>
                  <a:gd name="connsiteY7" fmla="*/ 14003 h 14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110" h="14061">
                    <a:moveTo>
                      <a:pt x="166978" y="14003"/>
                    </a:moveTo>
                    <a:lnTo>
                      <a:pt x="7929" y="14003"/>
                    </a:lnTo>
                    <a:cubicBezTo>
                      <a:pt x="4079" y="14499"/>
                      <a:pt x="555" y="11780"/>
                      <a:pt x="58" y="7929"/>
                    </a:cubicBezTo>
                    <a:cubicBezTo>
                      <a:pt x="-438" y="4078"/>
                      <a:pt x="2282" y="554"/>
                      <a:pt x="6133" y="58"/>
                    </a:cubicBezTo>
                    <a:cubicBezTo>
                      <a:pt x="6729" y="-19"/>
                      <a:pt x="7333" y="-19"/>
                      <a:pt x="7929" y="58"/>
                    </a:cubicBezTo>
                    <a:lnTo>
                      <a:pt x="166978" y="58"/>
                    </a:lnTo>
                    <a:cubicBezTo>
                      <a:pt x="170829" y="554"/>
                      <a:pt x="173549" y="4078"/>
                      <a:pt x="173052" y="7929"/>
                    </a:cubicBezTo>
                    <a:cubicBezTo>
                      <a:pt x="172644" y="11099"/>
                      <a:pt x="170148" y="13595"/>
                      <a:pt x="166978" y="14003"/>
                    </a:cubicBezTo>
                    <a:close/>
                  </a:path>
                </a:pathLst>
              </a:custGeom>
              <a:grpFill/>
              <a:ln w="11226" cap="flat">
                <a:noFill/>
                <a:prstDash val="solid"/>
                <a:miter/>
              </a:ln>
            </p:spPr>
            <p:txBody>
              <a:bodyPr rtlCol="0" anchor="ctr"/>
              <a:lstStyle/>
              <a:p>
                <a:endParaRPr lang="en-EG" sz="2100"/>
              </a:p>
            </p:txBody>
          </p:sp>
          <p:sp>
            <p:nvSpPr>
              <p:cNvPr id="201" name="Freeform 111">
                <a:extLst>
                  <a:ext uri="{FF2B5EF4-FFF2-40B4-BE49-F238E27FC236}">
                    <a16:creationId xmlns:a16="http://schemas.microsoft.com/office/drawing/2014/main" id="{57CB54E8-7D67-4884-9B9E-F51B258051E0}"/>
                  </a:ext>
                </a:extLst>
              </p:cNvPr>
              <p:cNvSpPr/>
              <p:nvPr/>
            </p:nvSpPr>
            <p:spPr>
              <a:xfrm>
                <a:off x="7052240" y="2806651"/>
                <a:ext cx="152778" cy="14062"/>
              </a:xfrm>
              <a:custGeom>
                <a:avLst/>
                <a:gdLst>
                  <a:gd name="connsiteX0" fmla="*/ 144849 w 152778"/>
                  <a:gd name="connsiteY0" fmla="*/ 14004 h 14062"/>
                  <a:gd name="connsiteX1" fmla="*/ 7929 w 152778"/>
                  <a:gd name="connsiteY1" fmla="*/ 14004 h 14062"/>
                  <a:gd name="connsiteX2" fmla="*/ 58 w 152778"/>
                  <a:gd name="connsiteY2" fmla="*/ 7929 h 14062"/>
                  <a:gd name="connsiteX3" fmla="*/ 6133 w 152778"/>
                  <a:gd name="connsiteY3" fmla="*/ 58 h 14062"/>
                  <a:gd name="connsiteX4" fmla="*/ 7929 w 152778"/>
                  <a:gd name="connsiteY4" fmla="*/ 58 h 14062"/>
                  <a:gd name="connsiteX5" fmla="*/ 144849 w 152778"/>
                  <a:gd name="connsiteY5" fmla="*/ 58 h 14062"/>
                  <a:gd name="connsiteX6" fmla="*/ 152721 w 152778"/>
                  <a:gd name="connsiteY6" fmla="*/ 6133 h 14062"/>
                  <a:gd name="connsiteX7" fmla="*/ 146646 w 152778"/>
                  <a:gd name="connsiteY7" fmla="*/ 14004 h 14062"/>
                  <a:gd name="connsiteX8" fmla="*/ 144849 w 152778"/>
                  <a:gd name="connsiteY8" fmla="*/ 14004 h 14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778" h="14062">
                    <a:moveTo>
                      <a:pt x="144849" y="14004"/>
                    </a:moveTo>
                    <a:lnTo>
                      <a:pt x="7929" y="14004"/>
                    </a:lnTo>
                    <a:cubicBezTo>
                      <a:pt x="4079" y="14500"/>
                      <a:pt x="555" y="11780"/>
                      <a:pt x="58" y="7929"/>
                    </a:cubicBezTo>
                    <a:cubicBezTo>
                      <a:pt x="-438" y="4079"/>
                      <a:pt x="2282" y="555"/>
                      <a:pt x="6133" y="58"/>
                    </a:cubicBezTo>
                    <a:cubicBezTo>
                      <a:pt x="6729" y="-18"/>
                      <a:pt x="7333" y="-18"/>
                      <a:pt x="7929" y="58"/>
                    </a:cubicBezTo>
                    <a:lnTo>
                      <a:pt x="144849" y="58"/>
                    </a:lnTo>
                    <a:cubicBezTo>
                      <a:pt x="148700" y="-438"/>
                      <a:pt x="152224" y="2282"/>
                      <a:pt x="152721" y="6133"/>
                    </a:cubicBezTo>
                    <a:cubicBezTo>
                      <a:pt x="153217" y="9984"/>
                      <a:pt x="150497" y="13508"/>
                      <a:pt x="146646" y="14004"/>
                    </a:cubicBezTo>
                    <a:cubicBezTo>
                      <a:pt x="146050" y="14081"/>
                      <a:pt x="145446" y="14081"/>
                      <a:pt x="144849" y="14004"/>
                    </a:cubicBezTo>
                    <a:close/>
                  </a:path>
                </a:pathLst>
              </a:custGeom>
              <a:grpFill/>
              <a:ln w="11226" cap="flat">
                <a:noFill/>
                <a:prstDash val="solid"/>
                <a:miter/>
              </a:ln>
            </p:spPr>
            <p:txBody>
              <a:bodyPr rtlCol="0" anchor="ctr"/>
              <a:lstStyle/>
              <a:p>
                <a:endParaRPr lang="en-EG" sz="2100"/>
              </a:p>
            </p:txBody>
          </p:sp>
          <p:sp>
            <p:nvSpPr>
              <p:cNvPr id="202" name="Freeform 112">
                <a:extLst>
                  <a:ext uri="{FF2B5EF4-FFF2-40B4-BE49-F238E27FC236}">
                    <a16:creationId xmlns:a16="http://schemas.microsoft.com/office/drawing/2014/main" id="{4B3EFDC5-D57D-422B-B2D2-F332012C09A3}"/>
                  </a:ext>
                </a:extLst>
              </p:cNvPr>
              <p:cNvSpPr/>
              <p:nvPr/>
            </p:nvSpPr>
            <p:spPr>
              <a:xfrm>
                <a:off x="7053139" y="2842323"/>
                <a:ext cx="150980" cy="14060"/>
              </a:xfrm>
              <a:custGeom>
                <a:avLst/>
                <a:gdLst>
                  <a:gd name="connsiteX0" fmla="*/ 143950 w 150980"/>
                  <a:gd name="connsiteY0" fmla="*/ 14061 h 14060"/>
                  <a:gd name="connsiteX1" fmla="*/ 7030 w 150980"/>
                  <a:gd name="connsiteY1" fmla="*/ 14061 h 14060"/>
                  <a:gd name="connsiteX2" fmla="*/ 0 w 150980"/>
                  <a:gd name="connsiteY2" fmla="*/ 7030 h 14060"/>
                  <a:gd name="connsiteX3" fmla="*/ 7030 w 150980"/>
                  <a:gd name="connsiteY3" fmla="*/ 0 h 14060"/>
                  <a:gd name="connsiteX4" fmla="*/ 143950 w 150980"/>
                  <a:gd name="connsiteY4" fmla="*/ 0 h 14060"/>
                  <a:gd name="connsiteX5" fmla="*/ 150981 w 150980"/>
                  <a:gd name="connsiteY5" fmla="*/ 7030 h 14060"/>
                  <a:gd name="connsiteX6" fmla="*/ 143950 w 150980"/>
                  <a:gd name="connsiteY6" fmla="*/ 14061 h 14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0980" h="14060">
                    <a:moveTo>
                      <a:pt x="143950" y="14061"/>
                    </a:moveTo>
                    <a:lnTo>
                      <a:pt x="7030" y="14061"/>
                    </a:lnTo>
                    <a:cubicBezTo>
                      <a:pt x="3148" y="14061"/>
                      <a:pt x="0" y="10913"/>
                      <a:pt x="0" y="7030"/>
                    </a:cubicBezTo>
                    <a:cubicBezTo>
                      <a:pt x="0" y="3148"/>
                      <a:pt x="3148" y="0"/>
                      <a:pt x="7030" y="0"/>
                    </a:cubicBezTo>
                    <a:lnTo>
                      <a:pt x="143950" y="0"/>
                    </a:lnTo>
                    <a:cubicBezTo>
                      <a:pt x="147807" y="62"/>
                      <a:pt x="150919" y="3173"/>
                      <a:pt x="150981" y="7030"/>
                    </a:cubicBezTo>
                    <a:cubicBezTo>
                      <a:pt x="150981" y="10913"/>
                      <a:pt x="147833" y="14061"/>
                      <a:pt x="143950" y="14061"/>
                    </a:cubicBezTo>
                    <a:close/>
                  </a:path>
                </a:pathLst>
              </a:custGeom>
              <a:grpFill/>
              <a:ln w="11226" cap="flat">
                <a:noFill/>
                <a:prstDash val="solid"/>
                <a:miter/>
              </a:ln>
            </p:spPr>
            <p:txBody>
              <a:bodyPr rtlCol="0" anchor="ctr"/>
              <a:lstStyle/>
              <a:p>
                <a:endParaRPr lang="en-EG" sz="2100"/>
              </a:p>
            </p:txBody>
          </p:sp>
          <p:sp>
            <p:nvSpPr>
              <p:cNvPr id="203" name="Freeform 113">
                <a:extLst>
                  <a:ext uri="{FF2B5EF4-FFF2-40B4-BE49-F238E27FC236}">
                    <a16:creationId xmlns:a16="http://schemas.microsoft.com/office/drawing/2014/main" id="{92769691-C813-4CAB-93BD-2EC77B61744C}"/>
                  </a:ext>
                </a:extLst>
              </p:cNvPr>
              <p:cNvSpPr/>
              <p:nvPr/>
            </p:nvSpPr>
            <p:spPr>
              <a:xfrm>
                <a:off x="7052240" y="2877993"/>
                <a:ext cx="126433" cy="14061"/>
              </a:xfrm>
              <a:custGeom>
                <a:avLst/>
                <a:gdLst>
                  <a:gd name="connsiteX0" fmla="*/ 120301 w 126433"/>
                  <a:gd name="connsiteY0" fmla="*/ 14003 h 14061"/>
                  <a:gd name="connsiteX1" fmla="*/ 7929 w 126433"/>
                  <a:gd name="connsiteY1" fmla="*/ 14003 h 14061"/>
                  <a:gd name="connsiteX2" fmla="*/ 58 w 126433"/>
                  <a:gd name="connsiteY2" fmla="*/ 7929 h 14061"/>
                  <a:gd name="connsiteX3" fmla="*/ 6133 w 126433"/>
                  <a:gd name="connsiteY3" fmla="*/ 58 h 14061"/>
                  <a:gd name="connsiteX4" fmla="*/ 7929 w 126433"/>
                  <a:gd name="connsiteY4" fmla="*/ 58 h 14061"/>
                  <a:gd name="connsiteX5" fmla="*/ 120301 w 126433"/>
                  <a:gd name="connsiteY5" fmla="*/ 58 h 14061"/>
                  <a:gd name="connsiteX6" fmla="*/ 126375 w 126433"/>
                  <a:gd name="connsiteY6" fmla="*/ 7929 h 14061"/>
                  <a:gd name="connsiteX7" fmla="*/ 120301 w 126433"/>
                  <a:gd name="connsiteY7" fmla="*/ 14003 h 14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6433" h="14061">
                    <a:moveTo>
                      <a:pt x="120301" y="14003"/>
                    </a:moveTo>
                    <a:lnTo>
                      <a:pt x="7929" y="14003"/>
                    </a:lnTo>
                    <a:cubicBezTo>
                      <a:pt x="4079" y="14499"/>
                      <a:pt x="555" y="11780"/>
                      <a:pt x="58" y="7929"/>
                    </a:cubicBezTo>
                    <a:cubicBezTo>
                      <a:pt x="-438" y="4078"/>
                      <a:pt x="2282" y="554"/>
                      <a:pt x="6133" y="58"/>
                    </a:cubicBezTo>
                    <a:cubicBezTo>
                      <a:pt x="6729" y="-19"/>
                      <a:pt x="7333" y="-19"/>
                      <a:pt x="7929" y="58"/>
                    </a:cubicBezTo>
                    <a:lnTo>
                      <a:pt x="120301" y="58"/>
                    </a:lnTo>
                    <a:cubicBezTo>
                      <a:pt x="124152" y="554"/>
                      <a:pt x="126871" y="4078"/>
                      <a:pt x="126375" y="7929"/>
                    </a:cubicBezTo>
                    <a:cubicBezTo>
                      <a:pt x="125967" y="11099"/>
                      <a:pt x="123471" y="13595"/>
                      <a:pt x="120301" y="14003"/>
                    </a:cubicBezTo>
                    <a:close/>
                  </a:path>
                </a:pathLst>
              </a:custGeom>
              <a:grpFill/>
              <a:ln w="11226" cap="flat">
                <a:noFill/>
                <a:prstDash val="solid"/>
                <a:miter/>
              </a:ln>
            </p:spPr>
            <p:txBody>
              <a:bodyPr rtlCol="0" anchor="ctr"/>
              <a:lstStyle/>
              <a:p>
                <a:endParaRPr lang="en-EG" sz="2100"/>
              </a:p>
            </p:txBody>
          </p:sp>
          <p:sp>
            <p:nvSpPr>
              <p:cNvPr id="204" name="Freeform 114">
                <a:extLst>
                  <a:ext uri="{FF2B5EF4-FFF2-40B4-BE49-F238E27FC236}">
                    <a16:creationId xmlns:a16="http://schemas.microsoft.com/office/drawing/2014/main" id="{642E5AD9-D23B-4E84-9E84-5D691BFDA8B3}"/>
                  </a:ext>
                </a:extLst>
              </p:cNvPr>
              <p:cNvSpPr/>
              <p:nvPr/>
            </p:nvSpPr>
            <p:spPr>
              <a:xfrm>
                <a:off x="7052240" y="2913722"/>
                <a:ext cx="109260" cy="14061"/>
              </a:xfrm>
              <a:custGeom>
                <a:avLst/>
                <a:gdLst>
                  <a:gd name="connsiteX0" fmla="*/ 103128 w 109260"/>
                  <a:gd name="connsiteY0" fmla="*/ 14003 h 14061"/>
                  <a:gd name="connsiteX1" fmla="*/ 7929 w 109260"/>
                  <a:gd name="connsiteY1" fmla="*/ 14003 h 14061"/>
                  <a:gd name="connsiteX2" fmla="*/ 58 w 109260"/>
                  <a:gd name="connsiteY2" fmla="*/ 7929 h 14061"/>
                  <a:gd name="connsiteX3" fmla="*/ 6133 w 109260"/>
                  <a:gd name="connsiteY3" fmla="*/ 58 h 14061"/>
                  <a:gd name="connsiteX4" fmla="*/ 7929 w 109260"/>
                  <a:gd name="connsiteY4" fmla="*/ 58 h 14061"/>
                  <a:gd name="connsiteX5" fmla="*/ 103128 w 109260"/>
                  <a:gd name="connsiteY5" fmla="*/ 58 h 14061"/>
                  <a:gd name="connsiteX6" fmla="*/ 109203 w 109260"/>
                  <a:gd name="connsiteY6" fmla="*/ 7929 h 14061"/>
                  <a:gd name="connsiteX7" fmla="*/ 103128 w 109260"/>
                  <a:gd name="connsiteY7" fmla="*/ 14003 h 14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9260" h="14061">
                    <a:moveTo>
                      <a:pt x="103128" y="14003"/>
                    </a:moveTo>
                    <a:lnTo>
                      <a:pt x="7929" y="14003"/>
                    </a:lnTo>
                    <a:cubicBezTo>
                      <a:pt x="4079" y="14499"/>
                      <a:pt x="555" y="11780"/>
                      <a:pt x="58" y="7929"/>
                    </a:cubicBezTo>
                    <a:cubicBezTo>
                      <a:pt x="-438" y="4078"/>
                      <a:pt x="2282" y="554"/>
                      <a:pt x="6133" y="58"/>
                    </a:cubicBezTo>
                    <a:cubicBezTo>
                      <a:pt x="6729" y="-19"/>
                      <a:pt x="7333" y="-19"/>
                      <a:pt x="7929" y="58"/>
                    </a:cubicBezTo>
                    <a:lnTo>
                      <a:pt x="103128" y="58"/>
                    </a:lnTo>
                    <a:cubicBezTo>
                      <a:pt x="106979" y="554"/>
                      <a:pt x="109699" y="4078"/>
                      <a:pt x="109203" y="7929"/>
                    </a:cubicBezTo>
                    <a:cubicBezTo>
                      <a:pt x="108794" y="11099"/>
                      <a:pt x="106298" y="13595"/>
                      <a:pt x="103128" y="14003"/>
                    </a:cubicBezTo>
                    <a:close/>
                  </a:path>
                </a:pathLst>
              </a:custGeom>
              <a:grpFill/>
              <a:ln w="11226" cap="flat">
                <a:noFill/>
                <a:prstDash val="solid"/>
                <a:miter/>
              </a:ln>
            </p:spPr>
            <p:txBody>
              <a:bodyPr rtlCol="0" anchor="ctr"/>
              <a:lstStyle/>
              <a:p>
                <a:endParaRPr lang="en-EG" sz="2100"/>
              </a:p>
            </p:txBody>
          </p:sp>
          <p:sp>
            <p:nvSpPr>
              <p:cNvPr id="205" name="Freeform 115">
                <a:extLst>
                  <a:ext uri="{FF2B5EF4-FFF2-40B4-BE49-F238E27FC236}">
                    <a16:creationId xmlns:a16="http://schemas.microsoft.com/office/drawing/2014/main" id="{6BEEC81A-955F-4203-B9F8-956DF2A0B66D}"/>
                  </a:ext>
                </a:extLst>
              </p:cNvPr>
              <p:cNvSpPr/>
              <p:nvPr/>
            </p:nvSpPr>
            <p:spPr>
              <a:xfrm>
                <a:off x="7052240" y="2949450"/>
                <a:ext cx="120901" cy="14061"/>
              </a:xfrm>
              <a:custGeom>
                <a:avLst/>
                <a:gdLst>
                  <a:gd name="connsiteX0" fmla="*/ 114769 w 120901"/>
                  <a:gd name="connsiteY0" fmla="*/ 14003 h 14061"/>
                  <a:gd name="connsiteX1" fmla="*/ 7929 w 120901"/>
                  <a:gd name="connsiteY1" fmla="*/ 14003 h 14061"/>
                  <a:gd name="connsiteX2" fmla="*/ 58 w 120901"/>
                  <a:gd name="connsiteY2" fmla="*/ 7929 h 14061"/>
                  <a:gd name="connsiteX3" fmla="*/ 6133 w 120901"/>
                  <a:gd name="connsiteY3" fmla="*/ 58 h 14061"/>
                  <a:gd name="connsiteX4" fmla="*/ 7929 w 120901"/>
                  <a:gd name="connsiteY4" fmla="*/ 58 h 14061"/>
                  <a:gd name="connsiteX5" fmla="*/ 114769 w 120901"/>
                  <a:gd name="connsiteY5" fmla="*/ 58 h 14061"/>
                  <a:gd name="connsiteX6" fmla="*/ 120843 w 120901"/>
                  <a:gd name="connsiteY6" fmla="*/ 7929 h 14061"/>
                  <a:gd name="connsiteX7" fmla="*/ 114769 w 120901"/>
                  <a:gd name="connsiteY7" fmla="*/ 14003 h 14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0901" h="14061">
                    <a:moveTo>
                      <a:pt x="114769" y="14003"/>
                    </a:moveTo>
                    <a:lnTo>
                      <a:pt x="7929" y="14003"/>
                    </a:lnTo>
                    <a:cubicBezTo>
                      <a:pt x="4079" y="14499"/>
                      <a:pt x="555" y="11780"/>
                      <a:pt x="58" y="7929"/>
                    </a:cubicBezTo>
                    <a:cubicBezTo>
                      <a:pt x="-438" y="4078"/>
                      <a:pt x="2282" y="554"/>
                      <a:pt x="6133" y="58"/>
                    </a:cubicBezTo>
                    <a:cubicBezTo>
                      <a:pt x="6729" y="-19"/>
                      <a:pt x="7333" y="-19"/>
                      <a:pt x="7929" y="58"/>
                    </a:cubicBezTo>
                    <a:lnTo>
                      <a:pt x="114769" y="58"/>
                    </a:lnTo>
                    <a:cubicBezTo>
                      <a:pt x="118620" y="554"/>
                      <a:pt x="121339" y="4078"/>
                      <a:pt x="120843" y="7929"/>
                    </a:cubicBezTo>
                    <a:cubicBezTo>
                      <a:pt x="120435" y="11099"/>
                      <a:pt x="117939" y="13595"/>
                      <a:pt x="114769" y="14003"/>
                    </a:cubicBezTo>
                    <a:close/>
                  </a:path>
                </a:pathLst>
              </a:custGeom>
              <a:grpFill/>
              <a:ln w="11226" cap="flat">
                <a:noFill/>
                <a:prstDash val="solid"/>
                <a:miter/>
              </a:ln>
            </p:spPr>
            <p:txBody>
              <a:bodyPr rtlCol="0" anchor="ctr"/>
              <a:lstStyle/>
              <a:p>
                <a:endParaRPr lang="en-EG" sz="2100"/>
              </a:p>
            </p:txBody>
          </p:sp>
          <p:sp>
            <p:nvSpPr>
              <p:cNvPr id="206" name="Freeform 116">
                <a:extLst>
                  <a:ext uri="{FF2B5EF4-FFF2-40B4-BE49-F238E27FC236}">
                    <a16:creationId xmlns:a16="http://schemas.microsoft.com/office/drawing/2014/main" id="{A3961D0F-D700-477C-95AA-6EDA25D8DB98}"/>
                  </a:ext>
                </a:extLst>
              </p:cNvPr>
              <p:cNvSpPr/>
              <p:nvPr/>
            </p:nvSpPr>
            <p:spPr>
              <a:xfrm>
                <a:off x="7230836" y="2950621"/>
                <a:ext cx="13184" cy="13523"/>
              </a:xfrm>
              <a:custGeom>
                <a:avLst/>
                <a:gdLst>
                  <a:gd name="connsiteX0" fmla="*/ 6592 w 13184"/>
                  <a:gd name="connsiteY0" fmla="*/ 13523 h 13523"/>
                  <a:gd name="connsiteX1" fmla="*/ 14 w 13184"/>
                  <a:gd name="connsiteY1" fmla="*/ 6068 h 13523"/>
                  <a:gd name="connsiteX2" fmla="*/ 1636 w 13184"/>
                  <a:gd name="connsiteY2" fmla="*/ 1998 h 13523"/>
                  <a:gd name="connsiteX3" fmla="*/ 11548 w 13184"/>
                  <a:gd name="connsiteY3" fmla="*/ 1998 h 13523"/>
                  <a:gd name="connsiteX4" fmla="*/ 10662 w 13184"/>
                  <a:gd name="connsiteY4" fmla="*/ 11901 h 13523"/>
                  <a:gd name="connsiteX5" fmla="*/ 6592 w 13184"/>
                  <a:gd name="connsiteY5" fmla="*/ 13523 h 13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184" h="13523">
                    <a:moveTo>
                      <a:pt x="6592" y="13523"/>
                    </a:moveTo>
                    <a:cubicBezTo>
                      <a:pt x="2717" y="13281"/>
                      <a:pt x="-228" y="9943"/>
                      <a:pt x="14" y="6068"/>
                    </a:cubicBezTo>
                    <a:cubicBezTo>
                      <a:pt x="107" y="4573"/>
                      <a:pt x="676" y="3147"/>
                      <a:pt x="1636" y="1998"/>
                    </a:cubicBezTo>
                    <a:cubicBezTo>
                      <a:pt x="4403" y="-666"/>
                      <a:pt x="8781" y="-666"/>
                      <a:pt x="11548" y="1998"/>
                    </a:cubicBezTo>
                    <a:cubicBezTo>
                      <a:pt x="14038" y="4977"/>
                      <a:pt x="13641" y="9411"/>
                      <a:pt x="10662" y="11901"/>
                    </a:cubicBezTo>
                    <a:cubicBezTo>
                      <a:pt x="9513" y="12861"/>
                      <a:pt x="8087" y="13430"/>
                      <a:pt x="6592" y="13523"/>
                    </a:cubicBezTo>
                    <a:close/>
                  </a:path>
                </a:pathLst>
              </a:custGeom>
              <a:grpFill/>
              <a:ln w="11226" cap="flat">
                <a:noFill/>
                <a:prstDash val="solid"/>
                <a:miter/>
              </a:ln>
            </p:spPr>
            <p:txBody>
              <a:bodyPr rtlCol="0" anchor="ctr"/>
              <a:lstStyle/>
              <a:p>
                <a:endParaRPr lang="en-EG" sz="2100"/>
              </a:p>
            </p:txBody>
          </p:sp>
          <p:sp>
            <p:nvSpPr>
              <p:cNvPr id="207" name="Freeform 117">
                <a:extLst>
                  <a:ext uri="{FF2B5EF4-FFF2-40B4-BE49-F238E27FC236}">
                    <a16:creationId xmlns:a16="http://schemas.microsoft.com/office/drawing/2014/main" id="{B62AA6AD-2FEB-49A2-927F-EAF318D3FCEC}"/>
                  </a:ext>
                </a:extLst>
              </p:cNvPr>
              <p:cNvSpPr/>
              <p:nvPr/>
            </p:nvSpPr>
            <p:spPr>
              <a:xfrm>
                <a:off x="7007730" y="2729374"/>
                <a:ext cx="242030" cy="300579"/>
              </a:xfrm>
              <a:custGeom>
                <a:avLst/>
                <a:gdLst>
                  <a:gd name="connsiteX0" fmla="*/ 234769 w 242030"/>
                  <a:gd name="connsiteY0" fmla="*/ 300580 h 300579"/>
                  <a:gd name="connsiteX1" fmla="*/ 7030 w 242030"/>
                  <a:gd name="connsiteY1" fmla="*/ 300580 h 300579"/>
                  <a:gd name="connsiteX2" fmla="*/ 0 w 242030"/>
                  <a:gd name="connsiteY2" fmla="*/ 293780 h 300579"/>
                  <a:gd name="connsiteX3" fmla="*/ 0 w 242030"/>
                  <a:gd name="connsiteY3" fmla="*/ 6916 h 300579"/>
                  <a:gd name="connsiteX4" fmla="*/ 6914 w 242030"/>
                  <a:gd name="connsiteY4" fmla="*/ 0 h 300579"/>
                  <a:gd name="connsiteX5" fmla="*/ 7030 w 242030"/>
                  <a:gd name="connsiteY5" fmla="*/ 1 h 300579"/>
                  <a:gd name="connsiteX6" fmla="*/ 41606 w 242030"/>
                  <a:gd name="connsiteY6" fmla="*/ 1 h 300579"/>
                  <a:gd name="connsiteX7" fmla="*/ 48636 w 242030"/>
                  <a:gd name="connsiteY7" fmla="*/ 6800 h 300579"/>
                  <a:gd name="connsiteX8" fmla="*/ 48637 w 242030"/>
                  <a:gd name="connsiteY8" fmla="*/ 6916 h 300579"/>
                  <a:gd name="connsiteX9" fmla="*/ 48637 w 242030"/>
                  <a:gd name="connsiteY9" fmla="*/ 13716 h 300579"/>
                  <a:gd name="connsiteX10" fmla="*/ 193394 w 242030"/>
                  <a:gd name="connsiteY10" fmla="*/ 13716 h 300579"/>
                  <a:gd name="connsiteX11" fmla="*/ 193394 w 242030"/>
                  <a:gd name="connsiteY11" fmla="*/ 6916 h 300579"/>
                  <a:gd name="connsiteX12" fmla="*/ 200308 w 242030"/>
                  <a:gd name="connsiteY12" fmla="*/ 0 h 300579"/>
                  <a:gd name="connsiteX13" fmla="*/ 200424 w 242030"/>
                  <a:gd name="connsiteY13" fmla="*/ 1 h 300579"/>
                  <a:gd name="connsiteX14" fmla="*/ 235000 w 242030"/>
                  <a:gd name="connsiteY14" fmla="*/ 1 h 300579"/>
                  <a:gd name="connsiteX15" fmla="*/ 242030 w 242030"/>
                  <a:gd name="connsiteY15" fmla="*/ 6916 h 300579"/>
                  <a:gd name="connsiteX16" fmla="*/ 242030 w 242030"/>
                  <a:gd name="connsiteY16" fmla="*/ 165619 h 300579"/>
                  <a:gd name="connsiteX17" fmla="*/ 237190 w 242030"/>
                  <a:gd name="connsiteY17" fmla="*/ 172303 h 300579"/>
                  <a:gd name="connsiteX18" fmla="*/ 229352 w 242030"/>
                  <a:gd name="connsiteY18" fmla="*/ 169653 h 300579"/>
                  <a:gd name="connsiteX19" fmla="*/ 224973 w 242030"/>
                  <a:gd name="connsiteY19" fmla="*/ 164582 h 300579"/>
                  <a:gd name="connsiteX20" fmla="*/ 166785 w 242030"/>
                  <a:gd name="connsiteY20" fmla="*/ 164451 h 300579"/>
                  <a:gd name="connsiteX21" fmla="*/ 154669 w 242030"/>
                  <a:gd name="connsiteY21" fmla="*/ 193740 h 300579"/>
                  <a:gd name="connsiteX22" fmla="*/ 195770 w 242030"/>
                  <a:gd name="connsiteY22" fmla="*/ 234930 h 300579"/>
                  <a:gd name="connsiteX23" fmla="*/ 214600 w 242030"/>
                  <a:gd name="connsiteY23" fmla="*/ 230391 h 300579"/>
                  <a:gd name="connsiteX24" fmla="*/ 222783 w 242030"/>
                  <a:gd name="connsiteY24" fmla="*/ 231658 h 300579"/>
                  <a:gd name="connsiteX25" fmla="*/ 239725 w 242030"/>
                  <a:gd name="connsiteY25" fmla="*/ 248831 h 300579"/>
                  <a:gd name="connsiteX26" fmla="*/ 241800 w 242030"/>
                  <a:gd name="connsiteY26" fmla="*/ 253787 h 300579"/>
                  <a:gd name="connsiteX27" fmla="*/ 241800 w 242030"/>
                  <a:gd name="connsiteY27" fmla="*/ 293780 h 300579"/>
                  <a:gd name="connsiteX28" fmla="*/ 234769 w 242030"/>
                  <a:gd name="connsiteY28" fmla="*/ 300580 h 300579"/>
                  <a:gd name="connsiteX29" fmla="*/ 13946 w 242030"/>
                  <a:gd name="connsiteY29" fmla="*/ 286634 h 300579"/>
                  <a:gd name="connsiteX30" fmla="*/ 227739 w 242030"/>
                  <a:gd name="connsiteY30" fmla="*/ 286634 h 300579"/>
                  <a:gd name="connsiteX31" fmla="*/ 227739 w 242030"/>
                  <a:gd name="connsiteY31" fmla="*/ 256668 h 300579"/>
                  <a:gd name="connsiteX32" fmla="*/ 216214 w 242030"/>
                  <a:gd name="connsiteY32" fmla="*/ 245143 h 300579"/>
                  <a:gd name="connsiteX33" fmla="*/ 156743 w 242030"/>
                  <a:gd name="connsiteY33" fmla="*/ 232926 h 300579"/>
                  <a:gd name="connsiteX34" fmla="*/ 156743 w 242030"/>
                  <a:gd name="connsiteY34" fmla="*/ 155016 h 300579"/>
                  <a:gd name="connsiteX35" fmla="*/ 156743 w 242030"/>
                  <a:gd name="connsiteY35" fmla="*/ 155016 h 300579"/>
                  <a:gd name="connsiteX36" fmla="*/ 227854 w 242030"/>
                  <a:gd name="connsiteY36" fmla="*/ 149138 h 300579"/>
                  <a:gd name="connsiteX37" fmla="*/ 227854 w 242030"/>
                  <a:gd name="connsiteY37" fmla="*/ 13947 h 300579"/>
                  <a:gd name="connsiteX38" fmla="*/ 207339 w 242030"/>
                  <a:gd name="connsiteY38" fmla="*/ 13947 h 300579"/>
                  <a:gd name="connsiteX39" fmla="*/ 207339 w 242030"/>
                  <a:gd name="connsiteY39" fmla="*/ 20631 h 300579"/>
                  <a:gd name="connsiteX40" fmla="*/ 200540 w 242030"/>
                  <a:gd name="connsiteY40" fmla="*/ 27661 h 300579"/>
                  <a:gd name="connsiteX41" fmla="*/ 200424 w 242030"/>
                  <a:gd name="connsiteY41" fmla="*/ 27662 h 300579"/>
                  <a:gd name="connsiteX42" fmla="*/ 41376 w 242030"/>
                  <a:gd name="connsiteY42" fmla="*/ 27662 h 300579"/>
                  <a:gd name="connsiteX43" fmla="*/ 34345 w 242030"/>
                  <a:gd name="connsiteY43" fmla="*/ 20631 h 300579"/>
                  <a:gd name="connsiteX44" fmla="*/ 34345 w 242030"/>
                  <a:gd name="connsiteY44" fmla="*/ 13947 h 300579"/>
                  <a:gd name="connsiteX45" fmla="*/ 13946 w 242030"/>
                  <a:gd name="connsiteY45" fmla="*/ 13947 h 300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42030" h="300579">
                    <a:moveTo>
                      <a:pt x="234769" y="300580"/>
                    </a:moveTo>
                    <a:lnTo>
                      <a:pt x="7030" y="300580"/>
                    </a:lnTo>
                    <a:cubicBezTo>
                      <a:pt x="3236" y="300582"/>
                      <a:pt x="124" y="297572"/>
                      <a:pt x="0" y="293780"/>
                    </a:cubicBezTo>
                    <a:lnTo>
                      <a:pt x="0" y="6916"/>
                    </a:lnTo>
                    <a:cubicBezTo>
                      <a:pt x="-1" y="3097"/>
                      <a:pt x="3095" y="1"/>
                      <a:pt x="6914" y="0"/>
                    </a:cubicBezTo>
                    <a:cubicBezTo>
                      <a:pt x="6953" y="0"/>
                      <a:pt x="6992" y="0"/>
                      <a:pt x="7030" y="1"/>
                    </a:cubicBezTo>
                    <a:lnTo>
                      <a:pt x="41606" y="1"/>
                    </a:lnTo>
                    <a:cubicBezTo>
                      <a:pt x="45425" y="-63"/>
                      <a:pt x="48572" y="2981"/>
                      <a:pt x="48636" y="6800"/>
                    </a:cubicBezTo>
                    <a:cubicBezTo>
                      <a:pt x="48636" y="6839"/>
                      <a:pt x="48637" y="6877"/>
                      <a:pt x="48637" y="6916"/>
                    </a:cubicBezTo>
                    <a:lnTo>
                      <a:pt x="48637" y="13716"/>
                    </a:lnTo>
                    <a:lnTo>
                      <a:pt x="193394" y="13716"/>
                    </a:lnTo>
                    <a:lnTo>
                      <a:pt x="193394" y="6916"/>
                    </a:lnTo>
                    <a:cubicBezTo>
                      <a:pt x="193393" y="3097"/>
                      <a:pt x="196489" y="1"/>
                      <a:pt x="200308" y="0"/>
                    </a:cubicBezTo>
                    <a:cubicBezTo>
                      <a:pt x="200347" y="0"/>
                      <a:pt x="200385" y="0"/>
                      <a:pt x="200424" y="1"/>
                    </a:cubicBezTo>
                    <a:lnTo>
                      <a:pt x="235000" y="1"/>
                    </a:lnTo>
                    <a:cubicBezTo>
                      <a:pt x="238838" y="0"/>
                      <a:pt x="241967" y="3078"/>
                      <a:pt x="242030" y="6916"/>
                    </a:cubicBezTo>
                    <a:lnTo>
                      <a:pt x="242030" y="165619"/>
                    </a:lnTo>
                    <a:cubicBezTo>
                      <a:pt x="242032" y="168659"/>
                      <a:pt x="240079" y="171356"/>
                      <a:pt x="237190" y="172303"/>
                    </a:cubicBezTo>
                    <a:cubicBezTo>
                      <a:pt x="234278" y="173252"/>
                      <a:pt x="231090" y="172174"/>
                      <a:pt x="229352" y="169653"/>
                    </a:cubicBezTo>
                    <a:cubicBezTo>
                      <a:pt x="227988" y="167882"/>
                      <a:pt x="226526" y="166189"/>
                      <a:pt x="224973" y="164582"/>
                    </a:cubicBezTo>
                    <a:cubicBezTo>
                      <a:pt x="208941" y="148477"/>
                      <a:pt x="182889" y="148419"/>
                      <a:pt x="166785" y="164451"/>
                    </a:cubicBezTo>
                    <a:cubicBezTo>
                      <a:pt x="158997" y="172204"/>
                      <a:pt x="154634" y="182751"/>
                      <a:pt x="154669" y="193740"/>
                    </a:cubicBezTo>
                    <a:cubicBezTo>
                      <a:pt x="154644" y="216464"/>
                      <a:pt x="173046" y="234905"/>
                      <a:pt x="195770" y="234930"/>
                    </a:cubicBezTo>
                    <a:cubicBezTo>
                      <a:pt x="202318" y="234937"/>
                      <a:pt x="208774" y="233381"/>
                      <a:pt x="214600" y="230391"/>
                    </a:cubicBezTo>
                    <a:cubicBezTo>
                      <a:pt x="217314" y="228992"/>
                      <a:pt x="220620" y="229504"/>
                      <a:pt x="222783" y="231658"/>
                    </a:cubicBezTo>
                    <a:lnTo>
                      <a:pt x="239725" y="248831"/>
                    </a:lnTo>
                    <a:cubicBezTo>
                      <a:pt x="241056" y="250136"/>
                      <a:pt x="241804" y="251923"/>
                      <a:pt x="241800" y="253787"/>
                    </a:cubicBezTo>
                    <a:lnTo>
                      <a:pt x="241800" y="293780"/>
                    </a:lnTo>
                    <a:cubicBezTo>
                      <a:pt x="241675" y="297572"/>
                      <a:pt x="238564" y="300582"/>
                      <a:pt x="234769" y="300580"/>
                    </a:cubicBezTo>
                    <a:close/>
                    <a:moveTo>
                      <a:pt x="13946" y="286634"/>
                    </a:moveTo>
                    <a:lnTo>
                      <a:pt x="227739" y="286634"/>
                    </a:lnTo>
                    <a:lnTo>
                      <a:pt x="227739" y="256668"/>
                    </a:lnTo>
                    <a:lnTo>
                      <a:pt x="216214" y="245143"/>
                    </a:lnTo>
                    <a:cubicBezTo>
                      <a:pt x="195738" y="253411"/>
                      <a:pt x="172302" y="248596"/>
                      <a:pt x="156743" y="232926"/>
                    </a:cubicBezTo>
                    <a:cubicBezTo>
                      <a:pt x="135229" y="211412"/>
                      <a:pt x="135229" y="176531"/>
                      <a:pt x="156743" y="155016"/>
                    </a:cubicBezTo>
                    <a:cubicBezTo>
                      <a:pt x="156743" y="155016"/>
                      <a:pt x="156743" y="155016"/>
                      <a:pt x="156743" y="155016"/>
                    </a:cubicBezTo>
                    <a:cubicBezTo>
                      <a:pt x="175826" y="135943"/>
                      <a:pt x="205899" y="133457"/>
                      <a:pt x="227854" y="149138"/>
                    </a:cubicBezTo>
                    <a:lnTo>
                      <a:pt x="227854" y="13947"/>
                    </a:lnTo>
                    <a:lnTo>
                      <a:pt x="207339" y="13947"/>
                    </a:lnTo>
                    <a:lnTo>
                      <a:pt x="207339" y="20631"/>
                    </a:lnTo>
                    <a:cubicBezTo>
                      <a:pt x="207403" y="24450"/>
                      <a:pt x="204359" y="27597"/>
                      <a:pt x="200540" y="27661"/>
                    </a:cubicBezTo>
                    <a:cubicBezTo>
                      <a:pt x="200502" y="27661"/>
                      <a:pt x="200463" y="27662"/>
                      <a:pt x="200424" y="27662"/>
                    </a:cubicBezTo>
                    <a:lnTo>
                      <a:pt x="41376" y="27662"/>
                    </a:lnTo>
                    <a:cubicBezTo>
                      <a:pt x="37493" y="27662"/>
                      <a:pt x="34345" y="24514"/>
                      <a:pt x="34345" y="20631"/>
                    </a:cubicBezTo>
                    <a:lnTo>
                      <a:pt x="34345" y="13947"/>
                    </a:lnTo>
                    <a:lnTo>
                      <a:pt x="13946" y="13947"/>
                    </a:lnTo>
                    <a:close/>
                  </a:path>
                </a:pathLst>
              </a:custGeom>
              <a:grpFill/>
              <a:ln w="11226" cap="flat">
                <a:noFill/>
                <a:prstDash val="solid"/>
                <a:miter/>
              </a:ln>
            </p:spPr>
            <p:txBody>
              <a:bodyPr rtlCol="0" anchor="ctr"/>
              <a:lstStyle/>
              <a:p>
                <a:endParaRPr lang="en-EG" sz="2100" dirty="0"/>
              </a:p>
            </p:txBody>
          </p:sp>
          <p:sp>
            <p:nvSpPr>
              <p:cNvPr id="208" name="Freeform 118">
                <a:extLst>
                  <a:ext uri="{FF2B5EF4-FFF2-40B4-BE49-F238E27FC236}">
                    <a16:creationId xmlns:a16="http://schemas.microsoft.com/office/drawing/2014/main" id="{81F3DA45-D0C4-48CE-85DA-078CB2F70DB1}"/>
                  </a:ext>
                </a:extLst>
              </p:cNvPr>
              <p:cNvSpPr/>
              <p:nvPr/>
            </p:nvSpPr>
            <p:spPr>
              <a:xfrm>
                <a:off x="6976612" y="2693416"/>
                <a:ext cx="304554" cy="367079"/>
              </a:xfrm>
              <a:custGeom>
                <a:avLst/>
                <a:gdLst>
                  <a:gd name="connsiteX0" fmla="*/ 297006 w 304554"/>
                  <a:gd name="connsiteY0" fmla="*/ 367079 h 367079"/>
                  <a:gd name="connsiteX1" fmla="*/ 7030 w 304554"/>
                  <a:gd name="connsiteY1" fmla="*/ 367079 h 367079"/>
                  <a:gd name="connsiteX2" fmla="*/ 0 w 304554"/>
                  <a:gd name="connsiteY2" fmla="*/ 360049 h 367079"/>
                  <a:gd name="connsiteX3" fmla="*/ 0 w 304554"/>
                  <a:gd name="connsiteY3" fmla="*/ 7030 h 367079"/>
                  <a:gd name="connsiteX4" fmla="*/ 7030 w 304554"/>
                  <a:gd name="connsiteY4" fmla="*/ 0 h 367079"/>
                  <a:gd name="connsiteX5" fmla="*/ 72494 w 304554"/>
                  <a:gd name="connsiteY5" fmla="*/ 0 h 367079"/>
                  <a:gd name="connsiteX6" fmla="*/ 79524 w 304554"/>
                  <a:gd name="connsiteY6" fmla="*/ 7030 h 367079"/>
                  <a:gd name="connsiteX7" fmla="*/ 79524 w 304554"/>
                  <a:gd name="connsiteY7" fmla="*/ 49674 h 367079"/>
                  <a:gd name="connsiteX8" fmla="*/ 224512 w 304554"/>
                  <a:gd name="connsiteY8" fmla="*/ 49674 h 367079"/>
                  <a:gd name="connsiteX9" fmla="*/ 224512 w 304554"/>
                  <a:gd name="connsiteY9" fmla="*/ 7030 h 367079"/>
                  <a:gd name="connsiteX10" fmla="*/ 231542 w 304554"/>
                  <a:gd name="connsiteY10" fmla="*/ 0 h 367079"/>
                  <a:gd name="connsiteX11" fmla="*/ 297006 w 304554"/>
                  <a:gd name="connsiteY11" fmla="*/ 0 h 367079"/>
                  <a:gd name="connsiteX12" fmla="*/ 304036 w 304554"/>
                  <a:gd name="connsiteY12" fmla="*/ 7030 h 367079"/>
                  <a:gd name="connsiteX13" fmla="*/ 304036 w 304554"/>
                  <a:gd name="connsiteY13" fmla="*/ 69497 h 367079"/>
                  <a:gd name="connsiteX14" fmla="*/ 297962 w 304554"/>
                  <a:gd name="connsiteY14" fmla="*/ 77368 h 367079"/>
                  <a:gd name="connsiteX15" fmla="*/ 290091 w 304554"/>
                  <a:gd name="connsiteY15" fmla="*/ 71294 h 367079"/>
                  <a:gd name="connsiteX16" fmla="*/ 290091 w 304554"/>
                  <a:gd name="connsiteY16" fmla="*/ 69497 h 367079"/>
                  <a:gd name="connsiteX17" fmla="*/ 290091 w 304554"/>
                  <a:gd name="connsiteY17" fmla="*/ 14291 h 367079"/>
                  <a:gd name="connsiteX18" fmla="*/ 238457 w 304554"/>
                  <a:gd name="connsiteY18" fmla="*/ 14291 h 367079"/>
                  <a:gd name="connsiteX19" fmla="*/ 238457 w 304554"/>
                  <a:gd name="connsiteY19" fmla="*/ 56589 h 367079"/>
                  <a:gd name="connsiteX20" fmla="*/ 231659 w 304554"/>
                  <a:gd name="connsiteY20" fmla="*/ 63618 h 367079"/>
                  <a:gd name="connsiteX21" fmla="*/ 231542 w 304554"/>
                  <a:gd name="connsiteY21" fmla="*/ 63619 h 367079"/>
                  <a:gd name="connsiteX22" fmla="*/ 72494 w 304554"/>
                  <a:gd name="connsiteY22" fmla="*/ 63619 h 367079"/>
                  <a:gd name="connsiteX23" fmla="*/ 65463 w 304554"/>
                  <a:gd name="connsiteY23" fmla="*/ 56589 h 367079"/>
                  <a:gd name="connsiteX24" fmla="*/ 65463 w 304554"/>
                  <a:gd name="connsiteY24" fmla="*/ 14291 h 367079"/>
                  <a:gd name="connsiteX25" fmla="*/ 13946 w 304554"/>
                  <a:gd name="connsiteY25" fmla="*/ 14291 h 367079"/>
                  <a:gd name="connsiteX26" fmla="*/ 13946 w 304554"/>
                  <a:gd name="connsiteY26" fmla="*/ 352788 h 367079"/>
                  <a:gd name="connsiteX27" fmla="*/ 290552 w 304554"/>
                  <a:gd name="connsiteY27" fmla="*/ 352788 h 367079"/>
                  <a:gd name="connsiteX28" fmla="*/ 290552 w 304554"/>
                  <a:gd name="connsiteY28" fmla="*/ 323744 h 367079"/>
                  <a:gd name="connsiteX29" fmla="*/ 247678 w 304554"/>
                  <a:gd name="connsiteY29" fmla="*/ 280870 h 367079"/>
                  <a:gd name="connsiteX30" fmla="*/ 188207 w 304554"/>
                  <a:gd name="connsiteY30" fmla="*/ 268654 h 367079"/>
                  <a:gd name="connsiteX31" fmla="*/ 188207 w 304554"/>
                  <a:gd name="connsiteY31" fmla="*/ 190744 h 367079"/>
                  <a:gd name="connsiteX32" fmla="*/ 188207 w 304554"/>
                  <a:gd name="connsiteY32" fmla="*/ 190743 h 367079"/>
                  <a:gd name="connsiteX33" fmla="*/ 266116 w 304554"/>
                  <a:gd name="connsiteY33" fmla="*/ 190363 h 367079"/>
                  <a:gd name="connsiteX34" fmla="*/ 278450 w 304554"/>
                  <a:gd name="connsiteY34" fmla="*/ 250098 h 367079"/>
                  <a:gd name="connsiteX35" fmla="*/ 290552 w 304554"/>
                  <a:gd name="connsiteY35" fmla="*/ 261623 h 367079"/>
                  <a:gd name="connsiteX36" fmla="*/ 290552 w 304554"/>
                  <a:gd name="connsiteY36" fmla="*/ 186248 h 367079"/>
                  <a:gd name="connsiteX37" fmla="*/ 296626 w 304554"/>
                  <a:gd name="connsiteY37" fmla="*/ 178377 h 367079"/>
                  <a:gd name="connsiteX38" fmla="*/ 304497 w 304554"/>
                  <a:gd name="connsiteY38" fmla="*/ 184451 h 367079"/>
                  <a:gd name="connsiteX39" fmla="*/ 304497 w 304554"/>
                  <a:gd name="connsiteY39" fmla="*/ 186248 h 367079"/>
                  <a:gd name="connsiteX40" fmla="*/ 304497 w 304554"/>
                  <a:gd name="connsiteY40" fmla="*/ 278450 h 367079"/>
                  <a:gd name="connsiteX41" fmla="*/ 300118 w 304554"/>
                  <a:gd name="connsiteY41" fmla="*/ 284904 h 367079"/>
                  <a:gd name="connsiteX42" fmla="*/ 292511 w 304554"/>
                  <a:gd name="connsiteY42" fmla="*/ 283406 h 367079"/>
                  <a:gd name="connsiteX43" fmla="*/ 265081 w 304554"/>
                  <a:gd name="connsiteY43" fmla="*/ 256552 h 367079"/>
                  <a:gd name="connsiteX44" fmla="*/ 263813 w 304554"/>
                  <a:gd name="connsiteY44" fmla="*/ 248369 h 367079"/>
                  <a:gd name="connsiteX45" fmla="*/ 246189 w 304554"/>
                  <a:gd name="connsiteY45" fmla="*/ 192743 h 367079"/>
                  <a:gd name="connsiteX46" fmla="*/ 190563 w 304554"/>
                  <a:gd name="connsiteY46" fmla="*/ 210367 h 367079"/>
                  <a:gd name="connsiteX47" fmla="*/ 208187 w 304554"/>
                  <a:gd name="connsiteY47" fmla="*/ 265993 h 367079"/>
                  <a:gd name="connsiteX48" fmla="*/ 245488 w 304554"/>
                  <a:gd name="connsiteY48" fmla="*/ 266349 h 367079"/>
                  <a:gd name="connsiteX49" fmla="*/ 253671 w 304554"/>
                  <a:gd name="connsiteY49" fmla="*/ 267616 h 367079"/>
                  <a:gd name="connsiteX50" fmla="*/ 299772 w 304554"/>
                  <a:gd name="connsiteY50" fmla="*/ 313717 h 367079"/>
                  <a:gd name="connsiteX51" fmla="*/ 300809 w 304554"/>
                  <a:gd name="connsiteY51" fmla="*/ 314639 h 367079"/>
                  <a:gd name="connsiteX52" fmla="*/ 303921 w 304554"/>
                  <a:gd name="connsiteY52" fmla="*/ 320402 h 367079"/>
                  <a:gd name="connsiteX53" fmla="*/ 303921 w 304554"/>
                  <a:gd name="connsiteY53" fmla="*/ 360049 h 367079"/>
                  <a:gd name="connsiteX54" fmla="*/ 297006 w 304554"/>
                  <a:gd name="connsiteY54" fmla="*/ 367079 h 36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04554" h="367079">
                    <a:moveTo>
                      <a:pt x="297006" y="367079"/>
                    </a:moveTo>
                    <a:lnTo>
                      <a:pt x="7030" y="367079"/>
                    </a:lnTo>
                    <a:cubicBezTo>
                      <a:pt x="3148" y="367079"/>
                      <a:pt x="0" y="363932"/>
                      <a:pt x="0" y="360049"/>
                    </a:cubicBezTo>
                    <a:lnTo>
                      <a:pt x="0" y="7030"/>
                    </a:lnTo>
                    <a:cubicBezTo>
                      <a:pt x="0" y="3148"/>
                      <a:pt x="3148" y="0"/>
                      <a:pt x="7030" y="0"/>
                    </a:cubicBezTo>
                    <a:lnTo>
                      <a:pt x="72494" y="0"/>
                    </a:lnTo>
                    <a:cubicBezTo>
                      <a:pt x="76377" y="0"/>
                      <a:pt x="79524" y="3148"/>
                      <a:pt x="79524" y="7030"/>
                    </a:cubicBezTo>
                    <a:lnTo>
                      <a:pt x="79524" y="49674"/>
                    </a:lnTo>
                    <a:lnTo>
                      <a:pt x="224512" y="49674"/>
                    </a:lnTo>
                    <a:lnTo>
                      <a:pt x="224512" y="7030"/>
                    </a:lnTo>
                    <a:cubicBezTo>
                      <a:pt x="224512" y="3148"/>
                      <a:pt x="227659" y="0"/>
                      <a:pt x="231542" y="0"/>
                    </a:cubicBezTo>
                    <a:lnTo>
                      <a:pt x="297006" y="0"/>
                    </a:lnTo>
                    <a:cubicBezTo>
                      <a:pt x="300888" y="0"/>
                      <a:pt x="304036" y="3148"/>
                      <a:pt x="304036" y="7030"/>
                    </a:cubicBezTo>
                    <a:lnTo>
                      <a:pt x="304036" y="69497"/>
                    </a:lnTo>
                    <a:cubicBezTo>
                      <a:pt x="304532" y="73348"/>
                      <a:pt x="301813" y="76872"/>
                      <a:pt x="297962" y="77368"/>
                    </a:cubicBezTo>
                    <a:cubicBezTo>
                      <a:pt x="294111" y="77864"/>
                      <a:pt x="290587" y="75145"/>
                      <a:pt x="290091" y="71294"/>
                    </a:cubicBezTo>
                    <a:cubicBezTo>
                      <a:pt x="290014" y="70697"/>
                      <a:pt x="290014" y="70094"/>
                      <a:pt x="290091" y="69497"/>
                    </a:cubicBezTo>
                    <a:lnTo>
                      <a:pt x="290091" y="14291"/>
                    </a:lnTo>
                    <a:lnTo>
                      <a:pt x="238457" y="14291"/>
                    </a:lnTo>
                    <a:lnTo>
                      <a:pt x="238457" y="56589"/>
                    </a:lnTo>
                    <a:cubicBezTo>
                      <a:pt x="238521" y="60408"/>
                      <a:pt x="235477" y="63555"/>
                      <a:pt x="231659" y="63618"/>
                    </a:cubicBezTo>
                    <a:cubicBezTo>
                      <a:pt x="231620" y="63619"/>
                      <a:pt x="231581" y="63619"/>
                      <a:pt x="231542" y="63619"/>
                    </a:cubicBezTo>
                    <a:lnTo>
                      <a:pt x="72494" y="63619"/>
                    </a:lnTo>
                    <a:cubicBezTo>
                      <a:pt x="68611" y="63619"/>
                      <a:pt x="65463" y="60472"/>
                      <a:pt x="65463" y="56589"/>
                    </a:cubicBezTo>
                    <a:lnTo>
                      <a:pt x="65463" y="14291"/>
                    </a:lnTo>
                    <a:lnTo>
                      <a:pt x="13946" y="14291"/>
                    </a:lnTo>
                    <a:lnTo>
                      <a:pt x="13946" y="352788"/>
                    </a:lnTo>
                    <a:lnTo>
                      <a:pt x="290552" y="352788"/>
                    </a:lnTo>
                    <a:lnTo>
                      <a:pt x="290552" y="323744"/>
                    </a:lnTo>
                    <a:lnTo>
                      <a:pt x="247678" y="280870"/>
                    </a:lnTo>
                    <a:cubicBezTo>
                      <a:pt x="227202" y="289138"/>
                      <a:pt x="203766" y="284323"/>
                      <a:pt x="188207" y="268654"/>
                    </a:cubicBezTo>
                    <a:cubicBezTo>
                      <a:pt x="166693" y="247140"/>
                      <a:pt x="166693" y="212258"/>
                      <a:pt x="188207" y="190744"/>
                    </a:cubicBezTo>
                    <a:cubicBezTo>
                      <a:pt x="188207" y="190743"/>
                      <a:pt x="188207" y="190743"/>
                      <a:pt x="188207" y="190743"/>
                    </a:cubicBezTo>
                    <a:cubicBezTo>
                      <a:pt x="209616" y="169124"/>
                      <a:pt x="244497" y="168954"/>
                      <a:pt x="266116" y="190363"/>
                    </a:cubicBezTo>
                    <a:cubicBezTo>
                      <a:pt x="281881" y="205974"/>
                      <a:pt x="286743" y="229519"/>
                      <a:pt x="278450" y="250098"/>
                    </a:cubicBezTo>
                    <a:lnTo>
                      <a:pt x="290552" y="261623"/>
                    </a:lnTo>
                    <a:lnTo>
                      <a:pt x="290552" y="186248"/>
                    </a:lnTo>
                    <a:cubicBezTo>
                      <a:pt x="290055" y="182397"/>
                      <a:pt x="292775" y="178873"/>
                      <a:pt x="296626" y="178377"/>
                    </a:cubicBezTo>
                    <a:cubicBezTo>
                      <a:pt x="300477" y="177881"/>
                      <a:pt x="304001" y="180600"/>
                      <a:pt x="304497" y="184451"/>
                    </a:cubicBezTo>
                    <a:cubicBezTo>
                      <a:pt x="304574" y="185048"/>
                      <a:pt x="304574" y="185652"/>
                      <a:pt x="304497" y="186248"/>
                    </a:cubicBezTo>
                    <a:lnTo>
                      <a:pt x="304497" y="278450"/>
                    </a:lnTo>
                    <a:cubicBezTo>
                      <a:pt x="304506" y="281298"/>
                      <a:pt x="302767" y="283860"/>
                      <a:pt x="300118" y="284904"/>
                    </a:cubicBezTo>
                    <a:cubicBezTo>
                      <a:pt x="297518" y="286041"/>
                      <a:pt x="294486" y="285443"/>
                      <a:pt x="292511" y="283406"/>
                    </a:cubicBezTo>
                    <a:lnTo>
                      <a:pt x="265081" y="256552"/>
                    </a:lnTo>
                    <a:cubicBezTo>
                      <a:pt x="262926" y="254389"/>
                      <a:pt x="262414" y="251083"/>
                      <a:pt x="263813" y="248369"/>
                    </a:cubicBezTo>
                    <a:cubicBezTo>
                      <a:pt x="274307" y="228142"/>
                      <a:pt x="266416" y="203237"/>
                      <a:pt x="246189" y="192743"/>
                    </a:cubicBezTo>
                    <a:cubicBezTo>
                      <a:pt x="225961" y="182249"/>
                      <a:pt x="201057" y="190140"/>
                      <a:pt x="190563" y="210367"/>
                    </a:cubicBezTo>
                    <a:cubicBezTo>
                      <a:pt x="180069" y="230595"/>
                      <a:pt x="187960" y="255499"/>
                      <a:pt x="208187" y="265993"/>
                    </a:cubicBezTo>
                    <a:cubicBezTo>
                      <a:pt x="219854" y="272046"/>
                      <a:pt x="233707" y="272178"/>
                      <a:pt x="245488" y="266349"/>
                    </a:cubicBezTo>
                    <a:cubicBezTo>
                      <a:pt x="248201" y="264950"/>
                      <a:pt x="251508" y="265462"/>
                      <a:pt x="253671" y="267616"/>
                    </a:cubicBezTo>
                    <a:lnTo>
                      <a:pt x="299772" y="313717"/>
                    </a:lnTo>
                    <a:cubicBezTo>
                      <a:pt x="300060" y="314084"/>
                      <a:pt x="300411" y="314396"/>
                      <a:pt x="300809" y="314639"/>
                    </a:cubicBezTo>
                    <a:cubicBezTo>
                      <a:pt x="302732" y="315930"/>
                      <a:pt x="303896" y="318086"/>
                      <a:pt x="303921" y="320402"/>
                    </a:cubicBezTo>
                    <a:lnTo>
                      <a:pt x="303921" y="360049"/>
                    </a:lnTo>
                    <a:cubicBezTo>
                      <a:pt x="303921" y="363887"/>
                      <a:pt x="300843" y="367016"/>
                      <a:pt x="297006" y="367079"/>
                    </a:cubicBezTo>
                    <a:close/>
                  </a:path>
                </a:pathLst>
              </a:custGeom>
              <a:grpFill/>
              <a:ln w="11226" cap="flat">
                <a:noFill/>
                <a:prstDash val="solid"/>
                <a:miter/>
              </a:ln>
            </p:spPr>
            <p:txBody>
              <a:bodyPr rtlCol="0" anchor="ctr"/>
              <a:lstStyle/>
              <a:p>
                <a:endParaRPr lang="en-EG" sz="2100"/>
              </a:p>
            </p:txBody>
          </p:sp>
          <p:sp>
            <p:nvSpPr>
              <p:cNvPr id="209" name="Freeform 119">
                <a:extLst>
                  <a:ext uri="{FF2B5EF4-FFF2-40B4-BE49-F238E27FC236}">
                    <a16:creationId xmlns:a16="http://schemas.microsoft.com/office/drawing/2014/main" id="{776A6656-58CD-486E-BA9E-FD91E316BA29}"/>
                  </a:ext>
                </a:extLst>
              </p:cNvPr>
              <p:cNvSpPr/>
              <p:nvPr/>
            </p:nvSpPr>
            <p:spPr>
              <a:xfrm>
                <a:off x="7266644" y="2850759"/>
                <a:ext cx="14061" cy="35821"/>
              </a:xfrm>
              <a:custGeom>
                <a:avLst/>
                <a:gdLst>
                  <a:gd name="connsiteX0" fmla="*/ 6974 w 14061"/>
                  <a:gd name="connsiteY0" fmla="*/ 35821 h 35821"/>
                  <a:gd name="connsiteX1" fmla="*/ 58 w 14061"/>
                  <a:gd name="connsiteY1" fmla="*/ 28905 h 35821"/>
                  <a:gd name="connsiteX2" fmla="*/ 58 w 14061"/>
                  <a:gd name="connsiteY2" fmla="*/ 7929 h 35821"/>
                  <a:gd name="connsiteX3" fmla="*/ 6133 w 14061"/>
                  <a:gd name="connsiteY3" fmla="*/ 58 h 35821"/>
                  <a:gd name="connsiteX4" fmla="*/ 14004 w 14061"/>
                  <a:gd name="connsiteY4" fmla="*/ 6133 h 35821"/>
                  <a:gd name="connsiteX5" fmla="*/ 14004 w 14061"/>
                  <a:gd name="connsiteY5" fmla="*/ 7929 h 35821"/>
                  <a:gd name="connsiteX6" fmla="*/ 14004 w 14061"/>
                  <a:gd name="connsiteY6" fmla="*/ 28905 h 35821"/>
                  <a:gd name="connsiteX7" fmla="*/ 7090 w 14061"/>
                  <a:gd name="connsiteY7" fmla="*/ 35822 h 35821"/>
                  <a:gd name="connsiteX8" fmla="*/ 6974 w 14061"/>
                  <a:gd name="connsiteY8" fmla="*/ 35821 h 35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61" h="35821">
                    <a:moveTo>
                      <a:pt x="6974" y="35821"/>
                    </a:moveTo>
                    <a:cubicBezTo>
                      <a:pt x="3154" y="35821"/>
                      <a:pt x="58" y="32725"/>
                      <a:pt x="58" y="28905"/>
                    </a:cubicBezTo>
                    <a:lnTo>
                      <a:pt x="58" y="7929"/>
                    </a:lnTo>
                    <a:cubicBezTo>
                      <a:pt x="-438" y="4079"/>
                      <a:pt x="2282" y="555"/>
                      <a:pt x="6133" y="58"/>
                    </a:cubicBezTo>
                    <a:cubicBezTo>
                      <a:pt x="9984" y="-438"/>
                      <a:pt x="13508" y="2282"/>
                      <a:pt x="14004" y="6133"/>
                    </a:cubicBezTo>
                    <a:cubicBezTo>
                      <a:pt x="14081" y="6729"/>
                      <a:pt x="14081" y="7333"/>
                      <a:pt x="14004" y="7929"/>
                    </a:cubicBezTo>
                    <a:lnTo>
                      <a:pt x="14004" y="28905"/>
                    </a:lnTo>
                    <a:cubicBezTo>
                      <a:pt x="14004" y="32725"/>
                      <a:pt x="10909" y="35821"/>
                      <a:pt x="7090" y="35822"/>
                    </a:cubicBezTo>
                    <a:cubicBezTo>
                      <a:pt x="7051" y="35822"/>
                      <a:pt x="7012" y="35821"/>
                      <a:pt x="6974" y="35821"/>
                    </a:cubicBezTo>
                    <a:close/>
                  </a:path>
                </a:pathLst>
              </a:custGeom>
              <a:grpFill/>
              <a:ln w="11226" cap="flat">
                <a:noFill/>
                <a:prstDash val="solid"/>
                <a:miter/>
              </a:ln>
            </p:spPr>
            <p:txBody>
              <a:bodyPr rtlCol="0" anchor="ctr"/>
              <a:lstStyle/>
              <a:p>
                <a:endParaRPr lang="en-EG" sz="2100"/>
              </a:p>
            </p:txBody>
          </p:sp>
          <p:sp>
            <p:nvSpPr>
              <p:cNvPr id="210" name="Freeform 120">
                <a:extLst>
                  <a:ext uri="{FF2B5EF4-FFF2-40B4-BE49-F238E27FC236}">
                    <a16:creationId xmlns:a16="http://schemas.microsoft.com/office/drawing/2014/main" id="{F2788EF2-DB75-4D08-B698-C9B21044C75F}"/>
                  </a:ext>
                </a:extLst>
              </p:cNvPr>
              <p:cNvSpPr/>
              <p:nvPr/>
            </p:nvSpPr>
            <p:spPr>
              <a:xfrm>
                <a:off x="7266702" y="2802882"/>
                <a:ext cx="13945" cy="37943"/>
              </a:xfrm>
              <a:custGeom>
                <a:avLst/>
                <a:gdLst>
                  <a:gd name="connsiteX0" fmla="*/ 6915 w 13945"/>
                  <a:gd name="connsiteY0" fmla="*/ 37943 h 37943"/>
                  <a:gd name="connsiteX1" fmla="*/ 0 w 13945"/>
                  <a:gd name="connsiteY1" fmla="*/ 31027 h 37943"/>
                  <a:gd name="connsiteX2" fmla="*/ 0 w 13945"/>
                  <a:gd name="connsiteY2" fmla="*/ 6133 h 37943"/>
                  <a:gd name="connsiteX3" fmla="*/ 7871 w 13945"/>
                  <a:gd name="connsiteY3" fmla="*/ 58 h 37943"/>
                  <a:gd name="connsiteX4" fmla="*/ 13946 w 13945"/>
                  <a:gd name="connsiteY4" fmla="*/ 6133 h 37943"/>
                  <a:gd name="connsiteX5" fmla="*/ 13946 w 13945"/>
                  <a:gd name="connsiteY5" fmla="*/ 31027 h 37943"/>
                  <a:gd name="connsiteX6" fmla="*/ 7031 w 13945"/>
                  <a:gd name="connsiteY6" fmla="*/ 37944 h 37943"/>
                  <a:gd name="connsiteX7" fmla="*/ 6915 w 13945"/>
                  <a:gd name="connsiteY7" fmla="*/ 37943 h 37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945" h="37943">
                    <a:moveTo>
                      <a:pt x="6915" y="37943"/>
                    </a:moveTo>
                    <a:cubicBezTo>
                      <a:pt x="3096" y="37943"/>
                      <a:pt x="0" y="34847"/>
                      <a:pt x="0" y="31027"/>
                    </a:cubicBezTo>
                    <a:lnTo>
                      <a:pt x="0" y="6133"/>
                    </a:lnTo>
                    <a:cubicBezTo>
                      <a:pt x="496" y="2282"/>
                      <a:pt x="4020" y="-438"/>
                      <a:pt x="7871" y="58"/>
                    </a:cubicBezTo>
                    <a:cubicBezTo>
                      <a:pt x="11041" y="467"/>
                      <a:pt x="13537" y="2963"/>
                      <a:pt x="13946" y="6133"/>
                    </a:cubicBezTo>
                    <a:lnTo>
                      <a:pt x="13946" y="31027"/>
                    </a:lnTo>
                    <a:cubicBezTo>
                      <a:pt x="13946" y="34847"/>
                      <a:pt x="10850" y="37943"/>
                      <a:pt x="7031" y="37944"/>
                    </a:cubicBezTo>
                    <a:cubicBezTo>
                      <a:pt x="6993" y="37944"/>
                      <a:pt x="6954" y="37943"/>
                      <a:pt x="6915" y="37943"/>
                    </a:cubicBezTo>
                    <a:close/>
                  </a:path>
                </a:pathLst>
              </a:custGeom>
              <a:grpFill/>
              <a:ln w="11226" cap="flat">
                <a:noFill/>
                <a:prstDash val="solid"/>
                <a:miter/>
              </a:ln>
            </p:spPr>
            <p:txBody>
              <a:bodyPr rtlCol="0" anchor="ctr"/>
              <a:lstStyle/>
              <a:p>
                <a:endParaRPr lang="en-EG" sz="2100"/>
              </a:p>
            </p:txBody>
          </p:sp>
          <p:sp>
            <p:nvSpPr>
              <p:cNvPr id="211" name="Freeform 121">
                <a:extLst>
                  <a:ext uri="{FF2B5EF4-FFF2-40B4-BE49-F238E27FC236}">
                    <a16:creationId xmlns:a16="http://schemas.microsoft.com/office/drawing/2014/main" id="{CD99B022-4752-491B-91CC-8F2299616312}"/>
                  </a:ext>
                </a:extLst>
              </p:cNvPr>
              <p:cNvSpPr/>
              <p:nvPr/>
            </p:nvSpPr>
            <p:spPr>
              <a:xfrm>
                <a:off x="7266701" y="2757126"/>
                <a:ext cx="13946" cy="34139"/>
              </a:xfrm>
              <a:custGeom>
                <a:avLst/>
                <a:gdLst>
                  <a:gd name="connsiteX0" fmla="*/ 6916 w 13946"/>
                  <a:gd name="connsiteY0" fmla="*/ 34139 h 34139"/>
                  <a:gd name="connsiteX1" fmla="*/ 0 w 13946"/>
                  <a:gd name="connsiteY1" fmla="*/ 27225 h 34139"/>
                  <a:gd name="connsiteX2" fmla="*/ 1 w 13946"/>
                  <a:gd name="connsiteY2" fmla="*/ 27109 h 34139"/>
                  <a:gd name="connsiteX3" fmla="*/ 1 w 13946"/>
                  <a:gd name="connsiteY3" fmla="*/ 6133 h 34139"/>
                  <a:gd name="connsiteX4" fmla="*/ 7872 w 13946"/>
                  <a:gd name="connsiteY4" fmla="*/ 58 h 34139"/>
                  <a:gd name="connsiteX5" fmla="*/ 13946 w 13946"/>
                  <a:gd name="connsiteY5" fmla="*/ 6133 h 34139"/>
                  <a:gd name="connsiteX6" fmla="*/ 13946 w 13946"/>
                  <a:gd name="connsiteY6" fmla="*/ 27109 h 34139"/>
                  <a:gd name="connsiteX7" fmla="*/ 6916 w 13946"/>
                  <a:gd name="connsiteY7" fmla="*/ 34139 h 34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946" h="34139">
                    <a:moveTo>
                      <a:pt x="6916" y="34139"/>
                    </a:moveTo>
                    <a:cubicBezTo>
                      <a:pt x="3097" y="34140"/>
                      <a:pt x="1" y="31044"/>
                      <a:pt x="0" y="27225"/>
                    </a:cubicBezTo>
                    <a:cubicBezTo>
                      <a:pt x="0" y="27186"/>
                      <a:pt x="0" y="27148"/>
                      <a:pt x="1" y="27109"/>
                    </a:cubicBezTo>
                    <a:lnTo>
                      <a:pt x="1" y="6133"/>
                    </a:lnTo>
                    <a:cubicBezTo>
                      <a:pt x="497" y="2282"/>
                      <a:pt x="4021" y="-438"/>
                      <a:pt x="7872" y="58"/>
                    </a:cubicBezTo>
                    <a:cubicBezTo>
                      <a:pt x="11042" y="467"/>
                      <a:pt x="13538" y="2963"/>
                      <a:pt x="13946" y="6133"/>
                    </a:cubicBezTo>
                    <a:lnTo>
                      <a:pt x="13946" y="27109"/>
                    </a:lnTo>
                    <a:cubicBezTo>
                      <a:pt x="13946" y="30992"/>
                      <a:pt x="10799" y="34139"/>
                      <a:pt x="6916" y="34139"/>
                    </a:cubicBezTo>
                    <a:close/>
                  </a:path>
                </a:pathLst>
              </a:custGeom>
              <a:grpFill/>
              <a:ln w="11226" cap="flat">
                <a:noFill/>
                <a:prstDash val="solid"/>
                <a:miter/>
              </a:ln>
            </p:spPr>
            <p:txBody>
              <a:bodyPr rtlCol="0" anchor="ctr"/>
              <a:lstStyle/>
              <a:p>
                <a:endParaRPr lang="en-EG" sz="2100"/>
              </a:p>
            </p:txBody>
          </p:sp>
        </p:grpSp>
        <p:grpSp>
          <p:nvGrpSpPr>
            <p:cNvPr id="130" name="Graphic 68">
              <a:extLst>
                <a:ext uri="{FF2B5EF4-FFF2-40B4-BE49-F238E27FC236}">
                  <a16:creationId xmlns:a16="http://schemas.microsoft.com/office/drawing/2014/main" id="{6C944259-BF22-4113-8B6D-540D313AA038}"/>
                </a:ext>
              </a:extLst>
            </p:cNvPr>
            <p:cNvGrpSpPr>
              <a:grpSpLocks noChangeAspect="1"/>
            </p:cNvGrpSpPr>
            <p:nvPr/>
          </p:nvGrpSpPr>
          <p:grpSpPr>
            <a:xfrm>
              <a:off x="7113472" y="3772954"/>
              <a:ext cx="366963" cy="417905"/>
              <a:chOff x="6953560" y="2642820"/>
              <a:chExt cx="366963" cy="417905"/>
            </a:xfrm>
            <a:solidFill>
              <a:srgbClr val="FFFFFF"/>
            </a:solidFill>
          </p:grpSpPr>
          <p:sp>
            <p:nvSpPr>
              <p:cNvPr id="134" name="Freeform 123">
                <a:extLst>
                  <a:ext uri="{FF2B5EF4-FFF2-40B4-BE49-F238E27FC236}">
                    <a16:creationId xmlns:a16="http://schemas.microsoft.com/office/drawing/2014/main" id="{EB797F43-40F5-4972-AA0D-427551DC2302}"/>
                  </a:ext>
                </a:extLst>
              </p:cNvPr>
              <p:cNvSpPr/>
              <p:nvPr/>
            </p:nvSpPr>
            <p:spPr>
              <a:xfrm>
                <a:off x="6988367" y="2732372"/>
                <a:ext cx="87591" cy="87591"/>
              </a:xfrm>
              <a:custGeom>
                <a:avLst/>
                <a:gdLst>
                  <a:gd name="connsiteX0" fmla="*/ 43911 w 87591"/>
                  <a:gd name="connsiteY0" fmla="*/ 87592 h 87591"/>
                  <a:gd name="connsiteX1" fmla="*/ 0 w 87591"/>
                  <a:gd name="connsiteY1" fmla="*/ 43911 h 87591"/>
                  <a:gd name="connsiteX2" fmla="*/ 43681 w 87591"/>
                  <a:gd name="connsiteY2" fmla="*/ 0 h 87591"/>
                  <a:gd name="connsiteX3" fmla="*/ 87592 w 87591"/>
                  <a:gd name="connsiteY3" fmla="*/ 43681 h 87591"/>
                  <a:gd name="connsiteX4" fmla="*/ 87592 w 87591"/>
                  <a:gd name="connsiteY4" fmla="*/ 43796 h 87591"/>
                  <a:gd name="connsiteX5" fmla="*/ 43911 w 87591"/>
                  <a:gd name="connsiteY5" fmla="*/ 87592 h 87591"/>
                  <a:gd name="connsiteX6" fmla="*/ 43911 w 87591"/>
                  <a:gd name="connsiteY6" fmla="*/ 14176 h 87591"/>
                  <a:gd name="connsiteX7" fmla="*/ 13946 w 87591"/>
                  <a:gd name="connsiteY7" fmla="*/ 43911 h 87591"/>
                  <a:gd name="connsiteX8" fmla="*/ 43681 w 87591"/>
                  <a:gd name="connsiteY8" fmla="*/ 73876 h 87591"/>
                  <a:gd name="connsiteX9" fmla="*/ 73646 w 87591"/>
                  <a:gd name="connsiteY9" fmla="*/ 44141 h 87591"/>
                  <a:gd name="connsiteX10" fmla="*/ 73646 w 87591"/>
                  <a:gd name="connsiteY10" fmla="*/ 43911 h 87591"/>
                  <a:gd name="connsiteX11" fmla="*/ 43911 w 87591"/>
                  <a:gd name="connsiteY11" fmla="*/ 14176 h 87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7591" h="87591">
                    <a:moveTo>
                      <a:pt x="43911" y="87592"/>
                    </a:moveTo>
                    <a:cubicBezTo>
                      <a:pt x="19723" y="87655"/>
                      <a:pt x="64" y="68099"/>
                      <a:pt x="0" y="43911"/>
                    </a:cubicBezTo>
                    <a:cubicBezTo>
                      <a:pt x="-63" y="19723"/>
                      <a:pt x="19493" y="64"/>
                      <a:pt x="43681" y="0"/>
                    </a:cubicBezTo>
                    <a:cubicBezTo>
                      <a:pt x="67868" y="-63"/>
                      <a:pt x="87528" y="19493"/>
                      <a:pt x="87592" y="43681"/>
                    </a:cubicBezTo>
                    <a:cubicBezTo>
                      <a:pt x="87592" y="43719"/>
                      <a:pt x="87592" y="43757"/>
                      <a:pt x="87592" y="43796"/>
                    </a:cubicBezTo>
                    <a:cubicBezTo>
                      <a:pt x="87592" y="67939"/>
                      <a:pt x="68054" y="87528"/>
                      <a:pt x="43911" y="87592"/>
                    </a:cubicBezTo>
                    <a:close/>
                    <a:moveTo>
                      <a:pt x="43911" y="14176"/>
                    </a:moveTo>
                    <a:cubicBezTo>
                      <a:pt x="27425" y="14112"/>
                      <a:pt x="14010" y="27425"/>
                      <a:pt x="13946" y="43911"/>
                    </a:cubicBezTo>
                    <a:cubicBezTo>
                      <a:pt x="13882" y="60397"/>
                      <a:pt x="27195" y="73813"/>
                      <a:pt x="43681" y="73876"/>
                    </a:cubicBezTo>
                    <a:cubicBezTo>
                      <a:pt x="60167" y="73940"/>
                      <a:pt x="73583" y="60627"/>
                      <a:pt x="73646" y="44141"/>
                    </a:cubicBezTo>
                    <a:cubicBezTo>
                      <a:pt x="73647" y="44064"/>
                      <a:pt x="73647" y="43988"/>
                      <a:pt x="73646" y="43911"/>
                    </a:cubicBezTo>
                    <a:cubicBezTo>
                      <a:pt x="73583" y="27515"/>
                      <a:pt x="60307" y="14239"/>
                      <a:pt x="43911" y="14176"/>
                    </a:cubicBezTo>
                    <a:close/>
                  </a:path>
                </a:pathLst>
              </a:custGeom>
              <a:grpFill/>
              <a:ln w="11311" cap="flat">
                <a:noFill/>
                <a:prstDash val="solid"/>
                <a:miter/>
              </a:ln>
            </p:spPr>
            <p:txBody>
              <a:bodyPr rtlCol="0" anchor="ctr"/>
              <a:lstStyle/>
              <a:p>
                <a:endParaRPr lang="en-EG" sz="2100"/>
              </a:p>
            </p:txBody>
          </p:sp>
          <p:sp>
            <p:nvSpPr>
              <p:cNvPr id="140" name="Freeform 124">
                <a:extLst>
                  <a:ext uri="{FF2B5EF4-FFF2-40B4-BE49-F238E27FC236}">
                    <a16:creationId xmlns:a16="http://schemas.microsoft.com/office/drawing/2014/main" id="{5C59E6AC-6CC6-4E63-8DF5-367F6C91B367}"/>
                  </a:ext>
                </a:extLst>
              </p:cNvPr>
              <p:cNvSpPr/>
              <p:nvPr/>
            </p:nvSpPr>
            <p:spPr>
              <a:xfrm>
                <a:off x="7102096" y="2805960"/>
                <a:ext cx="78949" cy="14061"/>
              </a:xfrm>
              <a:custGeom>
                <a:avLst/>
                <a:gdLst>
                  <a:gd name="connsiteX0" fmla="*/ 71020 w 78949"/>
                  <a:gd name="connsiteY0" fmla="*/ 14004 h 14061"/>
                  <a:gd name="connsiteX1" fmla="*/ 6133 w 78949"/>
                  <a:gd name="connsiteY1" fmla="*/ 14004 h 14061"/>
                  <a:gd name="connsiteX2" fmla="*/ 58 w 78949"/>
                  <a:gd name="connsiteY2" fmla="*/ 6133 h 14061"/>
                  <a:gd name="connsiteX3" fmla="*/ 6133 w 78949"/>
                  <a:gd name="connsiteY3" fmla="*/ 58 h 14061"/>
                  <a:gd name="connsiteX4" fmla="*/ 71020 w 78949"/>
                  <a:gd name="connsiteY4" fmla="*/ 58 h 14061"/>
                  <a:gd name="connsiteX5" fmla="*/ 78891 w 78949"/>
                  <a:gd name="connsiteY5" fmla="*/ 6133 h 14061"/>
                  <a:gd name="connsiteX6" fmla="*/ 72817 w 78949"/>
                  <a:gd name="connsiteY6" fmla="*/ 14004 h 14061"/>
                  <a:gd name="connsiteX7" fmla="*/ 71020 w 78949"/>
                  <a:gd name="connsiteY7" fmla="*/ 14004 h 14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949" h="14061">
                    <a:moveTo>
                      <a:pt x="71020" y="14004"/>
                    </a:moveTo>
                    <a:lnTo>
                      <a:pt x="6133" y="14004"/>
                    </a:lnTo>
                    <a:cubicBezTo>
                      <a:pt x="2282" y="13508"/>
                      <a:pt x="-438" y="9984"/>
                      <a:pt x="58" y="6133"/>
                    </a:cubicBezTo>
                    <a:cubicBezTo>
                      <a:pt x="467" y="2963"/>
                      <a:pt x="2963" y="467"/>
                      <a:pt x="6133" y="58"/>
                    </a:cubicBezTo>
                    <a:lnTo>
                      <a:pt x="71020" y="58"/>
                    </a:lnTo>
                    <a:cubicBezTo>
                      <a:pt x="74871" y="-438"/>
                      <a:pt x="78395" y="2282"/>
                      <a:pt x="78891" y="6133"/>
                    </a:cubicBezTo>
                    <a:cubicBezTo>
                      <a:pt x="79387" y="9984"/>
                      <a:pt x="76668" y="13508"/>
                      <a:pt x="72817" y="14004"/>
                    </a:cubicBezTo>
                    <a:cubicBezTo>
                      <a:pt x="72220" y="14081"/>
                      <a:pt x="71616" y="14081"/>
                      <a:pt x="71020" y="14004"/>
                    </a:cubicBezTo>
                    <a:close/>
                  </a:path>
                </a:pathLst>
              </a:custGeom>
              <a:grpFill/>
              <a:ln w="11311" cap="flat">
                <a:noFill/>
                <a:prstDash val="solid"/>
                <a:miter/>
              </a:ln>
            </p:spPr>
            <p:txBody>
              <a:bodyPr rtlCol="0" anchor="ctr"/>
              <a:lstStyle/>
              <a:p>
                <a:endParaRPr lang="en-EG" sz="2100"/>
              </a:p>
            </p:txBody>
          </p:sp>
          <p:sp>
            <p:nvSpPr>
              <p:cNvPr id="142" name="Freeform 125">
                <a:extLst>
                  <a:ext uri="{FF2B5EF4-FFF2-40B4-BE49-F238E27FC236}">
                    <a16:creationId xmlns:a16="http://schemas.microsoft.com/office/drawing/2014/main" id="{52952BAF-FFF1-49DC-B4FA-DAE6B58ADBB9}"/>
                  </a:ext>
                </a:extLst>
              </p:cNvPr>
              <p:cNvSpPr/>
              <p:nvPr/>
            </p:nvSpPr>
            <p:spPr>
              <a:xfrm>
                <a:off x="6990695" y="2850217"/>
                <a:ext cx="160385" cy="14062"/>
              </a:xfrm>
              <a:custGeom>
                <a:avLst/>
                <a:gdLst>
                  <a:gd name="connsiteX0" fmla="*/ 152456 w 160385"/>
                  <a:gd name="connsiteY0" fmla="*/ 14004 h 14062"/>
                  <a:gd name="connsiteX1" fmla="*/ 7929 w 160385"/>
                  <a:gd name="connsiteY1" fmla="*/ 14004 h 14062"/>
                  <a:gd name="connsiteX2" fmla="*/ 58 w 160385"/>
                  <a:gd name="connsiteY2" fmla="*/ 7929 h 14062"/>
                  <a:gd name="connsiteX3" fmla="*/ 6133 w 160385"/>
                  <a:gd name="connsiteY3" fmla="*/ 58 h 14062"/>
                  <a:gd name="connsiteX4" fmla="*/ 7929 w 160385"/>
                  <a:gd name="connsiteY4" fmla="*/ 58 h 14062"/>
                  <a:gd name="connsiteX5" fmla="*/ 152456 w 160385"/>
                  <a:gd name="connsiteY5" fmla="*/ 58 h 14062"/>
                  <a:gd name="connsiteX6" fmla="*/ 160327 w 160385"/>
                  <a:gd name="connsiteY6" fmla="*/ 6133 h 14062"/>
                  <a:gd name="connsiteX7" fmla="*/ 154253 w 160385"/>
                  <a:gd name="connsiteY7" fmla="*/ 14004 h 14062"/>
                  <a:gd name="connsiteX8" fmla="*/ 152456 w 160385"/>
                  <a:gd name="connsiteY8" fmla="*/ 14004 h 14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385" h="14062">
                    <a:moveTo>
                      <a:pt x="152456" y="14004"/>
                    </a:moveTo>
                    <a:lnTo>
                      <a:pt x="7929" y="14004"/>
                    </a:lnTo>
                    <a:cubicBezTo>
                      <a:pt x="4079" y="14500"/>
                      <a:pt x="555" y="11780"/>
                      <a:pt x="58" y="7929"/>
                    </a:cubicBezTo>
                    <a:cubicBezTo>
                      <a:pt x="-438" y="4079"/>
                      <a:pt x="2282" y="555"/>
                      <a:pt x="6133" y="58"/>
                    </a:cubicBezTo>
                    <a:cubicBezTo>
                      <a:pt x="6729" y="-18"/>
                      <a:pt x="7333" y="-18"/>
                      <a:pt x="7929" y="58"/>
                    </a:cubicBezTo>
                    <a:lnTo>
                      <a:pt x="152456" y="58"/>
                    </a:lnTo>
                    <a:cubicBezTo>
                      <a:pt x="156307" y="-438"/>
                      <a:pt x="159831" y="2282"/>
                      <a:pt x="160327" y="6133"/>
                    </a:cubicBezTo>
                    <a:cubicBezTo>
                      <a:pt x="160823" y="9984"/>
                      <a:pt x="158104" y="13508"/>
                      <a:pt x="154253" y="14004"/>
                    </a:cubicBezTo>
                    <a:cubicBezTo>
                      <a:pt x="153656" y="14081"/>
                      <a:pt x="153053" y="14081"/>
                      <a:pt x="152456" y="14004"/>
                    </a:cubicBezTo>
                    <a:close/>
                  </a:path>
                </a:pathLst>
              </a:custGeom>
              <a:grpFill/>
              <a:ln w="11311" cap="flat">
                <a:noFill/>
                <a:prstDash val="solid"/>
                <a:miter/>
              </a:ln>
            </p:spPr>
            <p:txBody>
              <a:bodyPr rtlCol="0" anchor="ctr"/>
              <a:lstStyle/>
              <a:p>
                <a:endParaRPr lang="en-EG" sz="2100"/>
              </a:p>
            </p:txBody>
          </p:sp>
          <p:sp>
            <p:nvSpPr>
              <p:cNvPr id="144" name="Freeform 126">
                <a:extLst>
                  <a:ext uri="{FF2B5EF4-FFF2-40B4-BE49-F238E27FC236}">
                    <a16:creationId xmlns:a16="http://schemas.microsoft.com/office/drawing/2014/main" id="{67899780-375F-4724-ACB1-AC8FF1FA2AF9}"/>
                  </a:ext>
                </a:extLst>
              </p:cNvPr>
              <p:cNvSpPr/>
              <p:nvPr/>
            </p:nvSpPr>
            <p:spPr>
              <a:xfrm>
                <a:off x="6990695" y="2891938"/>
                <a:ext cx="121776" cy="14062"/>
              </a:xfrm>
              <a:custGeom>
                <a:avLst/>
                <a:gdLst>
                  <a:gd name="connsiteX0" fmla="*/ 113847 w 121776"/>
                  <a:gd name="connsiteY0" fmla="*/ 14004 h 14062"/>
                  <a:gd name="connsiteX1" fmla="*/ 7929 w 121776"/>
                  <a:gd name="connsiteY1" fmla="*/ 14004 h 14062"/>
                  <a:gd name="connsiteX2" fmla="*/ 58 w 121776"/>
                  <a:gd name="connsiteY2" fmla="*/ 7929 h 14062"/>
                  <a:gd name="connsiteX3" fmla="*/ 6133 w 121776"/>
                  <a:gd name="connsiteY3" fmla="*/ 58 h 14062"/>
                  <a:gd name="connsiteX4" fmla="*/ 7929 w 121776"/>
                  <a:gd name="connsiteY4" fmla="*/ 58 h 14062"/>
                  <a:gd name="connsiteX5" fmla="*/ 113847 w 121776"/>
                  <a:gd name="connsiteY5" fmla="*/ 58 h 14062"/>
                  <a:gd name="connsiteX6" fmla="*/ 121718 w 121776"/>
                  <a:gd name="connsiteY6" fmla="*/ 6133 h 14062"/>
                  <a:gd name="connsiteX7" fmla="*/ 115643 w 121776"/>
                  <a:gd name="connsiteY7" fmla="*/ 14004 h 14062"/>
                  <a:gd name="connsiteX8" fmla="*/ 113847 w 121776"/>
                  <a:gd name="connsiteY8" fmla="*/ 14004 h 14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776" h="14062">
                    <a:moveTo>
                      <a:pt x="113847" y="14004"/>
                    </a:moveTo>
                    <a:lnTo>
                      <a:pt x="7929" y="14004"/>
                    </a:lnTo>
                    <a:cubicBezTo>
                      <a:pt x="4079" y="14500"/>
                      <a:pt x="555" y="11780"/>
                      <a:pt x="58" y="7929"/>
                    </a:cubicBezTo>
                    <a:cubicBezTo>
                      <a:pt x="-438" y="4079"/>
                      <a:pt x="2282" y="555"/>
                      <a:pt x="6133" y="58"/>
                    </a:cubicBezTo>
                    <a:cubicBezTo>
                      <a:pt x="6729" y="-18"/>
                      <a:pt x="7333" y="-18"/>
                      <a:pt x="7929" y="58"/>
                    </a:cubicBezTo>
                    <a:lnTo>
                      <a:pt x="113847" y="58"/>
                    </a:lnTo>
                    <a:cubicBezTo>
                      <a:pt x="117697" y="-438"/>
                      <a:pt x="121222" y="2282"/>
                      <a:pt x="121718" y="6133"/>
                    </a:cubicBezTo>
                    <a:cubicBezTo>
                      <a:pt x="122214" y="9984"/>
                      <a:pt x="119494" y="13508"/>
                      <a:pt x="115643" y="14004"/>
                    </a:cubicBezTo>
                    <a:cubicBezTo>
                      <a:pt x="115047" y="14081"/>
                      <a:pt x="114443" y="14081"/>
                      <a:pt x="113847" y="14004"/>
                    </a:cubicBezTo>
                    <a:close/>
                  </a:path>
                </a:pathLst>
              </a:custGeom>
              <a:grpFill/>
              <a:ln w="11311" cap="flat">
                <a:noFill/>
                <a:prstDash val="solid"/>
                <a:miter/>
              </a:ln>
            </p:spPr>
            <p:txBody>
              <a:bodyPr rtlCol="0" anchor="ctr"/>
              <a:lstStyle/>
              <a:p>
                <a:endParaRPr lang="en-EG" sz="2100"/>
              </a:p>
            </p:txBody>
          </p:sp>
          <p:sp>
            <p:nvSpPr>
              <p:cNvPr id="189" name="Freeform 127">
                <a:extLst>
                  <a:ext uri="{FF2B5EF4-FFF2-40B4-BE49-F238E27FC236}">
                    <a16:creationId xmlns:a16="http://schemas.microsoft.com/office/drawing/2014/main" id="{301209FA-3905-406F-AE5E-2EF9E26E74DA}"/>
                  </a:ext>
                </a:extLst>
              </p:cNvPr>
              <p:cNvSpPr/>
              <p:nvPr/>
            </p:nvSpPr>
            <p:spPr>
              <a:xfrm>
                <a:off x="6990695" y="2933775"/>
                <a:ext cx="108060" cy="14062"/>
              </a:xfrm>
              <a:custGeom>
                <a:avLst/>
                <a:gdLst>
                  <a:gd name="connsiteX0" fmla="*/ 100131 w 108060"/>
                  <a:gd name="connsiteY0" fmla="*/ 14004 h 14062"/>
                  <a:gd name="connsiteX1" fmla="*/ 7929 w 108060"/>
                  <a:gd name="connsiteY1" fmla="*/ 14004 h 14062"/>
                  <a:gd name="connsiteX2" fmla="*/ 58 w 108060"/>
                  <a:gd name="connsiteY2" fmla="*/ 7929 h 14062"/>
                  <a:gd name="connsiteX3" fmla="*/ 6133 w 108060"/>
                  <a:gd name="connsiteY3" fmla="*/ 58 h 14062"/>
                  <a:gd name="connsiteX4" fmla="*/ 7929 w 108060"/>
                  <a:gd name="connsiteY4" fmla="*/ 58 h 14062"/>
                  <a:gd name="connsiteX5" fmla="*/ 100131 w 108060"/>
                  <a:gd name="connsiteY5" fmla="*/ 58 h 14062"/>
                  <a:gd name="connsiteX6" fmla="*/ 108003 w 108060"/>
                  <a:gd name="connsiteY6" fmla="*/ 6133 h 14062"/>
                  <a:gd name="connsiteX7" fmla="*/ 101928 w 108060"/>
                  <a:gd name="connsiteY7" fmla="*/ 14004 h 14062"/>
                  <a:gd name="connsiteX8" fmla="*/ 100131 w 108060"/>
                  <a:gd name="connsiteY8" fmla="*/ 14004 h 14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60" h="14062">
                    <a:moveTo>
                      <a:pt x="100131" y="14004"/>
                    </a:moveTo>
                    <a:lnTo>
                      <a:pt x="7929" y="14004"/>
                    </a:lnTo>
                    <a:cubicBezTo>
                      <a:pt x="4079" y="14500"/>
                      <a:pt x="555" y="11780"/>
                      <a:pt x="58" y="7929"/>
                    </a:cubicBezTo>
                    <a:cubicBezTo>
                      <a:pt x="-438" y="4079"/>
                      <a:pt x="2282" y="555"/>
                      <a:pt x="6133" y="58"/>
                    </a:cubicBezTo>
                    <a:cubicBezTo>
                      <a:pt x="6729" y="-18"/>
                      <a:pt x="7333" y="-18"/>
                      <a:pt x="7929" y="58"/>
                    </a:cubicBezTo>
                    <a:lnTo>
                      <a:pt x="100131" y="58"/>
                    </a:lnTo>
                    <a:cubicBezTo>
                      <a:pt x="103982" y="-438"/>
                      <a:pt x="107506" y="2282"/>
                      <a:pt x="108003" y="6133"/>
                    </a:cubicBezTo>
                    <a:cubicBezTo>
                      <a:pt x="108499" y="9984"/>
                      <a:pt x="105779" y="13508"/>
                      <a:pt x="101928" y="14004"/>
                    </a:cubicBezTo>
                    <a:cubicBezTo>
                      <a:pt x="101332" y="14081"/>
                      <a:pt x="100728" y="14081"/>
                      <a:pt x="100131" y="14004"/>
                    </a:cubicBezTo>
                    <a:close/>
                  </a:path>
                </a:pathLst>
              </a:custGeom>
              <a:grpFill/>
              <a:ln w="11311" cap="flat">
                <a:noFill/>
                <a:prstDash val="solid"/>
                <a:miter/>
              </a:ln>
            </p:spPr>
            <p:txBody>
              <a:bodyPr rtlCol="0" anchor="ctr"/>
              <a:lstStyle/>
              <a:p>
                <a:endParaRPr lang="en-EG" sz="2100"/>
              </a:p>
            </p:txBody>
          </p:sp>
          <p:sp>
            <p:nvSpPr>
              <p:cNvPr id="190" name="Freeform 128">
                <a:extLst>
                  <a:ext uri="{FF2B5EF4-FFF2-40B4-BE49-F238E27FC236}">
                    <a16:creationId xmlns:a16="http://schemas.microsoft.com/office/drawing/2014/main" id="{A03CF3BC-064E-486F-A8AC-A6977F1AE4D6}"/>
                  </a:ext>
                </a:extLst>
              </p:cNvPr>
              <p:cNvSpPr/>
              <p:nvPr/>
            </p:nvSpPr>
            <p:spPr>
              <a:xfrm>
                <a:off x="6990695" y="2975496"/>
                <a:ext cx="108060" cy="14062"/>
              </a:xfrm>
              <a:custGeom>
                <a:avLst/>
                <a:gdLst>
                  <a:gd name="connsiteX0" fmla="*/ 100131 w 108060"/>
                  <a:gd name="connsiteY0" fmla="*/ 14004 h 14062"/>
                  <a:gd name="connsiteX1" fmla="*/ 7929 w 108060"/>
                  <a:gd name="connsiteY1" fmla="*/ 14004 h 14062"/>
                  <a:gd name="connsiteX2" fmla="*/ 58 w 108060"/>
                  <a:gd name="connsiteY2" fmla="*/ 7929 h 14062"/>
                  <a:gd name="connsiteX3" fmla="*/ 6133 w 108060"/>
                  <a:gd name="connsiteY3" fmla="*/ 58 h 14062"/>
                  <a:gd name="connsiteX4" fmla="*/ 7929 w 108060"/>
                  <a:gd name="connsiteY4" fmla="*/ 58 h 14062"/>
                  <a:gd name="connsiteX5" fmla="*/ 100131 w 108060"/>
                  <a:gd name="connsiteY5" fmla="*/ 58 h 14062"/>
                  <a:gd name="connsiteX6" fmla="*/ 108003 w 108060"/>
                  <a:gd name="connsiteY6" fmla="*/ 6133 h 14062"/>
                  <a:gd name="connsiteX7" fmla="*/ 101928 w 108060"/>
                  <a:gd name="connsiteY7" fmla="*/ 14004 h 14062"/>
                  <a:gd name="connsiteX8" fmla="*/ 100131 w 108060"/>
                  <a:gd name="connsiteY8" fmla="*/ 14004 h 14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60" h="14062">
                    <a:moveTo>
                      <a:pt x="100131" y="14004"/>
                    </a:moveTo>
                    <a:lnTo>
                      <a:pt x="7929" y="14004"/>
                    </a:lnTo>
                    <a:cubicBezTo>
                      <a:pt x="4079" y="14500"/>
                      <a:pt x="555" y="11780"/>
                      <a:pt x="58" y="7929"/>
                    </a:cubicBezTo>
                    <a:cubicBezTo>
                      <a:pt x="-438" y="4079"/>
                      <a:pt x="2282" y="555"/>
                      <a:pt x="6133" y="58"/>
                    </a:cubicBezTo>
                    <a:cubicBezTo>
                      <a:pt x="6729" y="-18"/>
                      <a:pt x="7333" y="-18"/>
                      <a:pt x="7929" y="58"/>
                    </a:cubicBezTo>
                    <a:lnTo>
                      <a:pt x="100131" y="58"/>
                    </a:lnTo>
                    <a:cubicBezTo>
                      <a:pt x="103982" y="-438"/>
                      <a:pt x="107506" y="2282"/>
                      <a:pt x="108003" y="6133"/>
                    </a:cubicBezTo>
                    <a:cubicBezTo>
                      <a:pt x="108499" y="9984"/>
                      <a:pt x="105779" y="13508"/>
                      <a:pt x="101928" y="14004"/>
                    </a:cubicBezTo>
                    <a:cubicBezTo>
                      <a:pt x="101332" y="14081"/>
                      <a:pt x="100728" y="14081"/>
                      <a:pt x="100131" y="14004"/>
                    </a:cubicBezTo>
                    <a:close/>
                  </a:path>
                </a:pathLst>
              </a:custGeom>
              <a:grpFill/>
              <a:ln w="11311" cap="flat">
                <a:noFill/>
                <a:prstDash val="solid"/>
                <a:miter/>
              </a:ln>
            </p:spPr>
            <p:txBody>
              <a:bodyPr rtlCol="0" anchor="ctr"/>
              <a:lstStyle/>
              <a:p>
                <a:endParaRPr lang="en-EG" sz="2100"/>
              </a:p>
            </p:txBody>
          </p:sp>
          <p:sp>
            <p:nvSpPr>
              <p:cNvPr id="191" name="Freeform 129">
                <a:extLst>
                  <a:ext uri="{FF2B5EF4-FFF2-40B4-BE49-F238E27FC236}">
                    <a16:creationId xmlns:a16="http://schemas.microsoft.com/office/drawing/2014/main" id="{6DE1AD97-8FE2-4B91-A065-1BAFA2134B38}"/>
                  </a:ext>
                </a:extLst>
              </p:cNvPr>
              <p:cNvSpPr/>
              <p:nvPr/>
            </p:nvSpPr>
            <p:spPr>
              <a:xfrm>
                <a:off x="7102096" y="2772306"/>
                <a:ext cx="78949" cy="14061"/>
              </a:xfrm>
              <a:custGeom>
                <a:avLst/>
                <a:gdLst>
                  <a:gd name="connsiteX0" fmla="*/ 71020 w 78949"/>
                  <a:gd name="connsiteY0" fmla="*/ 14004 h 14061"/>
                  <a:gd name="connsiteX1" fmla="*/ 6133 w 78949"/>
                  <a:gd name="connsiteY1" fmla="*/ 14004 h 14061"/>
                  <a:gd name="connsiteX2" fmla="*/ 58 w 78949"/>
                  <a:gd name="connsiteY2" fmla="*/ 6133 h 14061"/>
                  <a:gd name="connsiteX3" fmla="*/ 6133 w 78949"/>
                  <a:gd name="connsiteY3" fmla="*/ 58 h 14061"/>
                  <a:gd name="connsiteX4" fmla="*/ 71020 w 78949"/>
                  <a:gd name="connsiteY4" fmla="*/ 58 h 14061"/>
                  <a:gd name="connsiteX5" fmla="*/ 78891 w 78949"/>
                  <a:gd name="connsiteY5" fmla="*/ 6133 h 14061"/>
                  <a:gd name="connsiteX6" fmla="*/ 72817 w 78949"/>
                  <a:gd name="connsiteY6" fmla="*/ 14004 h 14061"/>
                  <a:gd name="connsiteX7" fmla="*/ 71020 w 78949"/>
                  <a:gd name="connsiteY7" fmla="*/ 14004 h 14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949" h="14061">
                    <a:moveTo>
                      <a:pt x="71020" y="14004"/>
                    </a:moveTo>
                    <a:lnTo>
                      <a:pt x="6133" y="14004"/>
                    </a:lnTo>
                    <a:cubicBezTo>
                      <a:pt x="2282" y="13508"/>
                      <a:pt x="-438" y="9984"/>
                      <a:pt x="58" y="6133"/>
                    </a:cubicBezTo>
                    <a:cubicBezTo>
                      <a:pt x="467" y="2963"/>
                      <a:pt x="2963" y="467"/>
                      <a:pt x="6133" y="58"/>
                    </a:cubicBezTo>
                    <a:lnTo>
                      <a:pt x="71020" y="58"/>
                    </a:lnTo>
                    <a:cubicBezTo>
                      <a:pt x="74871" y="-438"/>
                      <a:pt x="78395" y="2282"/>
                      <a:pt x="78891" y="6133"/>
                    </a:cubicBezTo>
                    <a:cubicBezTo>
                      <a:pt x="79387" y="9984"/>
                      <a:pt x="76668" y="13508"/>
                      <a:pt x="72817" y="14004"/>
                    </a:cubicBezTo>
                    <a:cubicBezTo>
                      <a:pt x="72220" y="14081"/>
                      <a:pt x="71616" y="14081"/>
                      <a:pt x="71020" y="14004"/>
                    </a:cubicBezTo>
                    <a:close/>
                  </a:path>
                </a:pathLst>
              </a:custGeom>
              <a:grpFill/>
              <a:ln w="11311" cap="flat">
                <a:noFill/>
                <a:prstDash val="solid"/>
                <a:miter/>
              </a:ln>
            </p:spPr>
            <p:txBody>
              <a:bodyPr rtlCol="0" anchor="ctr"/>
              <a:lstStyle/>
              <a:p>
                <a:endParaRPr lang="en-EG" sz="2100"/>
              </a:p>
            </p:txBody>
          </p:sp>
          <p:sp>
            <p:nvSpPr>
              <p:cNvPr id="192" name="Freeform 130">
                <a:extLst>
                  <a:ext uri="{FF2B5EF4-FFF2-40B4-BE49-F238E27FC236}">
                    <a16:creationId xmlns:a16="http://schemas.microsoft.com/office/drawing/2014/main" id="{C259787A-DB4D-4E8D-AC03-2452017DFA95}"/>
                  </a:ext>
                </a:extLst>
              </p:cNvPr>
              <p:cNvSpPr/>
              <p:nvPr/>
            </p:nvSpPr>
            <p:spPr>
              <a:xfrm>
                <a:off x="7102096" y="2738652"/>
                <a:ext cx="78949" cy="14061"/>
              </a:xfrm>
              <a:custGeom>
                <a:avLst/>
                <a:gdLst>
                  <a:gd name="connsiteX0" fmla="*/ 71020 w 78949"/>
                  <a:gd name="connsiteY0" fmla="*/ 14004 h 14061"/>
                  <a:gd name="connsiteX1" fmla="*/ 6133 w 78949"/>
                  <a:gd name="connsiteY1" fmla="*/ 14004 h 14061"/>
                  <a:gd name="connsiteX2" fmla="*/ 58 w 78949"/>
                  <a:gd name="connsiteY2" fmla="*/ 6133 h 14061"/>
                  <a:gd name="connsiteX3" fmla="*/ 6133 w 78949"/>
                  <a:gd name="connsiteY3" fmla="*/ 58 h 14061"/>
                  <a:gd name="connsiteX4" fmla="*/ 71020 w 78949"/>
                  <a:gd name="connsiteY4" fmla="*/ 58 h 14061"/>
                  <a:gd name="connsiteX5" fmla="*/ 78891 w 78949"/>
                  <a:gd name="connsiteY5" fmla="*/ 6133 h 14061"/>
                  <a:gd name="connsiteX6" fmla="*/ 72817 w 78949"/>
                  <a:gd name="connsiteY6" fmla="*/ 14004 h 14061"/>
                  <a:gd name="connsiteX7" fmla="*/ 71020 w 78949"/>
                  <a:gd name="connsiteY7" fmla="*/ 14004 h 14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949" h="14061">
                    <a:moveTo>
                      <a:pt x="71020" y="14004"/>
                    </a:moveTo>
                    <a:lnTo>
                      <a:pt x="6133" y="14004"/>
                    </a:lnTo>
                    <a:cubicBezTo>
                      <a:pt x="2282" y="13508"/>
                      <a:pt x="-438" y="9984"/>
                      <a:pt x="58" y="6133"/>
                    </a:cubicBezTo>
                    <a:cubicBezTo>
                      <a:pt x="467" y="2963"/>
                      <a:pt x="2963" y="467"/>
                      <a:pt x="6133" y="58"/>
                    </a:cubicBezTo>
                    <a:lnTo>
                      <a:pt x="71020" y="58"/>
                    </a:lnTo>
                    <a:cubicBezTo>
                      <a:pt x="74871" y="-438"/>
                      <a:pt x="78395" y="2282"/>
                      <a:pt x="78891" y="6133"/>
                    </a:cubicBezTo>
                    <a:cubicBezTo>
                      <a:pt x="79387" y="9984"/>
                      <a:pt x="76668" y="13508"/>
                      <a:pt x="72817" y="14004"/>
                    </a:cubicBezTo>
                    <a:cubicBezTo>
                      <a:pt x="72220" y="14081"/>
                      <a:pt x="71616" y="14081"/>
                      <a:pt x="71020" y="14004"/>
                    </a:cubicBezTo>
                    <a:close/>
                  </a:path>
                </a:pathLst>
              </a:custGeom>
              <a:grpFill/>
              <a:ln w="11311" cap="flat">
                <a:noFill/>
                <a:prstDash val="solid"/>
                <a:miter/>
              </a:ln>
            </p:spPr>
            <p:txBody>
              <a:bodyPr rtlCol="0" anchor="ctr"/>
              <a:lstStyle/>
              <a:p>
                <a:endParaRPr lang="en-EG" sz="2100"/>
              </a:p>
            </p:txBody>
          </p:sp>
          <p:sp>
            <p:nvSpPr>
              <p:cNvPr id="193" name="Freeform 131">
                <a:extLst>
                  <a:ext uri="{FF2B5EF4-FFF2-40B4-BE49-F238E27FC236}">
                    <a16:creationId xmlns:a16="http://schemas.microsoft.com/office/drawing/2014/main" id="{4B4CE4A9-CF1E-4558-A50A-94EB1F5ADADC}"/>
                  </a:ext>
                </a:extLst>
              </p:cNvPr>
              <p:cNvSpPr/>
              <p:nvPr/>
            </p:nvSpPr>
            <p:spPr>
              <a:xfrm>
                <a:off x="7112033" y="2850275"/>
                <a:ext cx="208491" cy="208491"/>
              </a:xfrm>
              <a:custGeom>
                <a:avLst/>
                <a:gdLst>
                  <a:gd name="connsiteX0" fmla="*/ 126432 w 208491"/>
                  <a:gd name="connsiteY0" fmla="*/ 208492 h 208491"/>
                  <a:gd name="connsiteX1" fmla="*/ 82060 w 208491"/>
                  <a:gd name="connsiteY1" fmla="*/ 208492 h 208491"/>
                  <a:gd name="connsiteX2" fmla="*/ 75029 w 208491"/>
                  <a:gd name="connsiteY2" fmla="*/ 201461 h 208491"/>
                  <a:gd name="connsiteX3" fmla="*/ 75029 w 208491"/>
                  <a:gd name="connsiteY3" fmla="*/ 180601 h 208491"/>
                  <a:gd name="connsiteX4" fmla="*/ 70880 w 208491"/>
                  <a:gd name="connsiteY4" fmla="*/ 178757 h 208491"/>
                  <a:gd name="connsiteX5" fmla="*/ 56128 w 208491"/>
                  <a:gd name="connsiteY5" fmla="*/ 193624 h 208491"/>
                  <a:gd name="connsiteX6" fmla="*/ 46216 w 208491"/>
                  <a:gd name="connsiteY6" fmla="*/ 193624 h 208491"/>
                  <a:gd name="connsiteX7" fmla="*/ 14407 w 208491"/>
                  <a:gd name="connsiteY7" fmla="*/ 162276 h 208491"/>
                  <a:gd name="connsiteX8" fmla="*/ 12332 w 208491"/>
                  <a:gd name="connsiteY8" fmla="*/ 157320 h 208491"/>
                  <a:gd name="connsiteX9" fmla="*/ 14407 w 208491"/>
                  <a:gd name="connsiteY9" fmla="*/ 152364 h 208491"/>
                  <a:gd name="connsiteX10" fmla="*/ 29159 w 208491"/>
                  <a:gd name="connsiteY10" fmla="*/ 137611 h 208491"/>
                  <a:gd name="connsiteX11" fmla="*/ 27430 w 208491"/>
                  <a:gd name="connsiteY11" fmla="*/ 133347 h 208491"/>
                  <a:gd name="connsiteX12" fmla="*/ 7030 w 208491"/>
                  <a:gd name="connsiteY12" fmla="*/ 133347 h 208491"/>
                  <a:gd name="connsiteX13" fmla="*/ 1 w 208491"/>
                  <a:gd name="connsiteY13" fmla="*/ 126548 h 208491"/>
                  <a:gd name="connsiteX14" fmla="*/ 0 w 208491"/>
                  <a:gd name="connsiteY14" fmla="*/ 126432 h 208491"/>
                  <a:gd name="connsiteX15" fmla="*/ 0 w 208491"/>
                  <a:gd name="connsiteY15" fmla="*/ 82060 h 208491"/>
                  <a:gd name="connsiteX16" fmla="*/ 7030 w 208491"/>
                  <a:gd name="connsiteY16" fmla="*/ 75029 h 208491"/>
                  <a:gd name="connsiteX17" fmla="*/ 27891 w 208491"/>
                  <a:gd name="connsiteY17" fmla="*/ 75029 h 208491"/>
                  <a:gd name="connsiteX18" fmla="*/ 29620 w 208491"/>
                  <a:gd name="connsiteY18" fmla="*/ 70880 h 208491"/>
                  <a:gd name="connsiteX19" fmla="*/ 14407 w 208491"/>
                  <a:gd name="connsiteY19" fmla="*/ 56013 h 208491"/>
                  <a:gd name="connsiteX20" fmla="*/ 14107 w 208491"/>
                  <a:gd name="connsiteY20" fmla="*/ 46401 h 208491"/>
                  <a:gd name="connsiteX21" fmla="*/ 14407 w 208491"/>
                  <a:gd name="connsiteY21" fmla="*/ 46101 h 208491"/>
                  <a:gd name="connsiteX22" fmla="*/ 45755 w 208491"/>
                  <a:gd name="connsiteY22" fmla="*/ 14752 h 208491"/>
                  <a:gd name="connsiteX23" fmla="*/ 50711 w 208491"/>
                  <a:gd name="connsiteY23" fmla="*/ 12678 h 208491"/>
                  <a:gd name="connsiteX24" fmla="*/ 55667 w 208491"/>
                  <a:gd name="connsiteY24" fmla="*/ 14752 h 208491"/>
                  <a:gd name="connsiteX25" fmla="*/ 70419 w 208491"/>
                  <a:gd name="connsiteY25" fmla="*/ 29505 h 208491"/>
                  <a:gd name="connsiteX26" fmla="*/ 74568 w 208491"/>
                  <a:gd name="connsiteY26" fmla="*/ 27776 h 208491"/>
                  <a:gd name="connsiteX27" fmla="*/ 74568 w 208491"/>
                  <a:gd name="connsiteY27" fmla="*/ 6915 h 208491"/>
                  <a:gd name="connsiteX28" fmla="*/ 81599 w 208491"/>
                  <a:gd name="connsiteY28" fmla="*/ 0 h 208491"/>
                  <a:gd name="connsiteX29" fmla="*/ 125971 w 208491"/>
                  <a:gd name="connsiteY29" fmla="*/ 0 h 208491"/>
                  <a:gd name="connsiteX30" fmla="*/ 132886 w 208491"/>
                  <a:gd name="connsiteY30" fmla="*/ 6915 h 208491"/>
                  <a:gd name="connsiteX31" fmla="*/ 132886 w 208491"/>
                  <a:gd name="connsiteY31" fmla="*/ 27891 h 208491"/>
                  <a:gd name="connsiteX32" fmla="*/ 137151 w 208491"/>
                  <a:gd name="connsiteY32" fmla="*/ 29620 h 208491"/>
                  <a:gd name="connsiteX33" fmla="*/ 152710 w 208491"/>
                  <a:gd name="connsiteY33" fmla="*/ 14868 h 208491"/>
                  <a:gd name="connsiteX34" fmla="*/ 162488 w 208491"/>
                  <a:gd name="connsiteY34" fmla="*/ 14734 h 208491"/>
                  <a:gd name="connsiteX35" fmla="*/ 162621 w 208491"/>
                  <a:gd name="connsiteY35" fmla="*/ 14868 h 208491"/>
                  <a:gd name="connsiteX36" fmla="*/ 193624 w 208491"/>
                  <a:gd name="connsiteY36" fmla="*/ 46101 h 208491"/>
                  <a:gd name="connsiteX37" fmla="*/ 193806 w 208491"/>
                  <a:gd name="connsiteY37" fmla="*/ 55716 h 208491"/>
                  <a:gd name="connsiteX38" fmla="*/ 193624 w 208491"/>
                  <a:gd name="connsiteY38" fmla="*/ 55897 h 208491"/>
                  <a:gd name="connsiteX39" fmla="*/ 178872 w 208491"/>
                  <a:gd name="connsiteY39" fmla="*/ 70765 h 208491"/>
                  <a:gd name="connsiteX40" fmla="*/ 180601 w 208491"/>
                  <a:gd name="connsiteY40" fmla="*/ 74914 h 208491"/>
                  <a:gd name="connsiteX41" fmla="*/ 201461 w 208491"/>
                  <a:gd name="connsiteY41" fmla="*/ 74914 h 208491"/>
                  <a:gd name="connsiteX42" fmla="*/ 208492 w 208491"/>
                  <a:gd name="connsiteY42" fmla="*/ 81945 h 208491"/>
                  <a:gd name="connsiteX43" fmla="*/ 208492 w 208491"/>
                  <a:gd name="connsiteY43" fmla="*/ 126778 h 208491"/>
                  <a:gd name="connsiteX44" fmla="*/ 201578 w 208491"/>
                  <a:gd name="connsiteY44" fmla="*/ 133694 h 208491"/>
                  <a:gd name="connsiteX45" fmla="*/ 201461 w 208491"/>
                  <a:gd name="connsiteY45" fmla="*/ 133693 h 208491"/>
                  <a:gd name="connsiteX46" fmla="*/ 180601 w 208491"/>
                  <a:gd name="connsiteY46" fmla="*/ 133693 h 208491"/>
                  <a:gd name="connsiteX47" fmla="*/ 178872 w 208491"/>
                  <a:gd name="connsiteY47" fmla="*/ 137957 h 208491"/>
                  <a:gd name="connsiteX48" fmla="*/ 193624 w 208491"/>
                  <a:gd name="connsiteY48" fmla="*/ 152710 h 208491"/>
                  <a:gd name="connsiteX49" fmla="*/ 193757 w 208491"/>
                  <a:gd name="connsiteY49" fmla="*/ 162488 h 208491"/>
                  <a:gd name="connsiteX50" fmla="*/ 193624 w 208491"/>
                  <a:gd name="connsiteY50" fmla="*/ 162621 h 208491"/>
                  <a:gd name="connsiteX51" fmla="*/ 162276 w 208491"/>
                  <a:gd name="connsiteY51" fmla="*/ 193624 h 208491"/>
                  <a:gd name="connsiteX52" fmla="*/ 152364 w 208491"/>
                  <a:gd name="connsiteY52" fmla="*/ 193624 h 208491"/>
                  <a:gd name="connsiteX53" fmla="*/ 137611 w 208491"/>
                  <a:gd name="connsiteY53" fmla="*/ 178757 h 208491"/>
                  <a:gd name="connsiteX54" fmla="*/ 133347 w 208491"/>
                  <a:gd name="connsiteY54" fmla="*/ 180601 h 208491"/>
                  <a:gd name="connsiteX55" fmla="*/ 133347 w 208491"/>
                  <a:gd name="connsiteY55" fmla="*/ 201461 h 208491"/>
                  <a:gd name="connsiteX56" fmla="*/ 126432 w 208491"/>
                  <a:gd name="connsiteY56" fmla="*/ 208492 h 208491"/>
                  <a:gd name="connsiteX57" fmla="*/ 89090 w 208491"/>
                  <a:gd name="connsiteY57" fmla="*/ 194431 h 208491"/>
                  <a:gd name="connsiteX58" fmla="*/ 119402 w 208491"/>
                  <a:gd name="connsiteY58" fmla="*/ 194431 h 208491"/>
                  <a:gd name="connsiteX59" fmla="*/ 119402 w 208491"/>
                  <a:gd name="connsiteY59" fmla="*/ 175645 h 208491"/>
                  <a:gd name="connsiteX60" fmla="*/ 124357 w 208491"/>
                  <a:gd name="connsiteY60" fmla="*/ 168960 h 208491"/>
                  <a:gd name="connsiteX61" fmla="*/ 135883 w 208491"/>
                  <a:gd name="connsiteY61" fmla="*/ 164120 h 208491"/>
                  <a:gd name="connsiteX62" fmla="*/ 144066 w 208491"/>
                  <a:gd name="connsiteY62" fmla="*/ 165387 h 208491"/>
                  <a:gd name="connsiteX63" fmla="*/ 157435 w 208491"/>
                  <a:gd name="connsiteY63" fmla="*/ 178757 h 208491"/>
                  <a:gd name="connsiteX64" fmla="*/ 178872 w 208491"/>
                  <a:gd name="connsiteY64" fmla="*/ 157320 h 208491"/>
                  <a:gd name="connsiteX65" fmla="*/ 165387 w 208491"/>
                  <a:gd name="connsiteY65" fmla="*/ 143950 h 208491"/>
                  <a:gd name="connsiteX66" fmla="*/ 164235 w 208491"/>
                  <a:gd name="connsiteY66" fmla="*/ 135767 h 208491"/>
                  <a:gd name="connsiteX67" fmla="*/ 168960 w 208491"/>
                  <a:gd name="connsiteY67" fmla="*/ 124242 h 208491"/>
                  <a:gd name="connsiteX68" fmla="*/ 175645 w 208491"/>
                  <a:gd name="connsiteY68" fmla="*/ 119286 h 208491"/>
                  <a:gd name="connsiteX69" fmla="*/ 194546 w 208491"/>
                  <a:gd name="connsiteY69" fmla="*/ 119286 h 208491"/>
                  <a:gd name="connsiteX70" fmla="*/ 194546 w 208491"/>
                  <a:gd name="connsiteY70" fmla="*/ 88975 h 208491"/>
                  <a:gd name="connsiteX71" fmla="*/ 175760 w 208491"/>
                  <a:gd name="connsiteY71" fmla="*/ 88975 h 208491"/>
                  <a:gd name="connsiteX72" fmla="*/ 169075 w 208491"/>
                  <a:gd name="connsiteY72" fmla="*/ 84134 h 208491"/>
                  <a:gd name="connsiteX73" fmla="*/ 164350 w 208491"/>
                  <a:gd name="connsiteY73" fmla="*/ 72609 h 208491"/>
                  <a:gd name="connsiteX74" fmla="*/ 165503 w 208491"/>
                  <a:gd name="connsiteY74" fmla="*/ 64426 h 208491"/>
                  <a:gd name="connsiteX75" fmla="*/ 178872 w 208491"/>
                  <a:gd name="connsiteY75" fmla="*/ 51057 h 208491"/>
                  <a:gd name="connsiteX76" fmla="*/ 157320 w 208491"/>
                  <a:gd name="connsiteY76" fmla="*/ 29620 h 208491"/>
                  <a:gd name="connsiteX77" fmla="*/ 143950 w 208491"/>
                  <a:gd name="connsiteY77" fmla="*/ 42989 h 208491"/>
                  <a:gd name="connsiteX78" fmla="*/ 135767 w 208491"/>
                  <a:gd name="connsiteY78" fmla="*/ 44257 h 208491"/>
                  <a:gd name="connsiteX79" fmla="*/ 124242 w 208491"/>
                  <a:gd name="connsiteY79" fmla="*/ 39532 h 208491"/>
                  <a:gd name="connsiteX80" fmla="*/ 119286 w 208491"/>
                  <a:gd name="connsiteY80" fmla="*/ 32847 h 208491"/>
                  <a:gd name="connsiteX81" fmla="*/ 119286 w 208491"/>
                  <a:gd name="connsiteY81" fmla="*/ 13946 h 208491"/>
                  <a:gd name="connsiteX82" fmla="*/ 89090 w 208491"/>
                  <a:gd name="connsiteY82" fmla="*/ 13946 h 208491"/>
                  <a:gd name="connsiteX83" fmla="*/ 89090 w 208491"/>
                  <a:gd name="connsiteY83" fmla="*/ 32847 h 208491"/>
                  <a:gd name="connsiteX84" fmla="*/ 84134 w 208491"/>
                  <a:gd name="connsiteY84" fmla="*/ 39532 h 208491"/>
                  <a:gd name="connsiteX85" fmla="*/ 72609 w 208491"/>
                  <a:gd name="connsiteY85" fmla="*/ 44257 h 208491"/>
                  <a:gd name="connsiteX86" fmla="*/ 64426 w 208491"/>
                  <a:gd name="connsiteY86" fmla="*/ 42989 h 208491"/>
                  <a:gd name="connsiteX87" fmla="*/ 51057 w 208491"/>
                  <a:gd name="connsiteY87" fmla="*/ 29620 h 208491"/>
                  <a:gd name="connsiteX88" fmla="*/ 29505 w 208491"/>
                  <a:gd name="connsiteY88" fmla="*/ 51172 h 208491"/>
                  <a:gd name="connsiteX89" fmla="*/ 42874 w 208491"/>
                  <a:gd name="connsiteY89" fmla="*/ 64541 h 208491"/>
                  <a:gd name="connsiteX90" fmla="*/ 44142 w 208491"/>
                  <a:gd name="connsiteY90" fmla="*/ 72724 h 208491"/>
                  <a:gd name="connsiteX91" fmla="*/ 39416 w 208491"/>
                  <a:gd name="connsiteY91" fmla="*/ 84250 h 208491"/>
                  <a:gd name="connsiteX92" fmla="*/ 32732 w 208491"/>
                  <a:gd name="connsiteY92" fmla="*/ 89090 h 208491"/>
                  <a:gd name="connsiteX93" fmla="*/ 14407 w 208491"/>
                  <a:gd name="connsiteY93" fmla="*/ 89090 h 208491"/>
                  <a:gd name="connsiteX94" fmla="*/ 14407 w 208491"/>
                  <a:gd name="connsiteY94" fmla="*/ 119517 h 208491"/>
                  <a:gd name="connsiteX95" fmla="*/ 32847 w 208491"/>
                  <a:gd name="connsiteY95" fmla="*/ 119517 h 208491"/>
                  <a:gd name="connsiteX96" fmla="*/ 39532 w 208491"/>
                  <a:gd name="connsiteY96" fmla="*/ 124473 h 208491"/>
                  <a:gd name="connsiteX97" fmla="*/ 44257 w 208491"/>
                  <a:gd name="connsiteY97" fmla="*/ 135998 h 208491"/>
                  <a:gd name="connsiteX98" fmla="*/ 42989 w 208491"/>
                  <a:gd name="connsiteY98" fmla="*/ 144181 h 208491"/>
                  <a:gd name="connsiteX99" fmla="*/ 29620 w 208491"/>
                  <a:gd name="connsiteY99" fmla="*/ 157550 h 208491"/>
                  <a:gd name="connsiteX100" fmla="*/ 51172 w 208491"/>
                  <a:gd name="connsiteY100" fmla="*/ 178987 h 208491"/>
                  <a:gd name="connsiteX101" fmla="*/ 64541 w 208491"/>
                  <a:gd name="connsiteY101" fmla="*/ 165618 h 208491"/>
                  <a:gd name="connsiteX102" fmla="*/ 72724 w 208491"/>
                  <a:gd name="connsiteY102" fmla="*/ 164350 h 208491"/>
                  <a:gd name="connsiteX103" fmla="*/ 84250 w 208491"/>
                  <a:gd name="connsiteY103" fmla="*/ 169191 h 208491"/>
                  <a:gd name="connsiteX104" fmla="*/ 89205 w 208491"/>
                  <a:gd name="connsiteY104" fmla="*/ 175875 h 208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208491" h="208491">
                    <a:moveTo>
                      <a:pt x="126432" y="208492"/>
                    </a:moveTo>
                    <a:lnTo>
                      <a:pt x="82060" y="208492"/>
                    </a:lnTo>
                    <a:cubicBezTo>
                      <a:pt x="78203" y="208430"/>
                      <a:pt x="75091" y="205318"/>
                      <a:pt x="75029" y="201461"/>
                    </a:cubicBezTo>
                    <a:lnTo>
                      <a:pt x="75029" y="180601"/>
                    </a:lnTo>
                    <a:lnTo>
                      <a:pt x="70880" y="178757"/>
                    </a:lnTo>
                    <a:lnTo>
                      <a:pt x="56128" y="193624"/>
                    </a:lnTo>
                    <a:cubicBezTo>
                      <a:pt x="53361" y="196288"/>
                      <a:pt x="48983" y="196288"/>
                      <a:pt x="46216" y="193624"/>
                    </a:cubicBezTo>
                    <a:lnTo>
                      <a:pt x="14407" y="162276"/>
                    </a:lnTo>
                    <a:cubicBezTo>
                      <a:pt x="13117" y="160943"/>
                      <a:pt x="12376" y="159174"/>
                      <a:pt x="12332" y="157320"/>
                    </a:cubicBezTo>
                    <a:cubicBezTo>
                      <a:pt x="12353" y="155461"/>
                      <a:pt x="13097" y="153683"/>
                      <a:pt x="14407" y="152364"/>
                    </a:cubicBezTo>
                    <a:lnTo>
                      <a:pt x="29159" y="137611"/>
                    </a:lnTo>
                    <a:lnTo>
                      <a:pt x="27430" y="133347"/>
                    </a:lnTo>
                    <a:lnTo>
                      <a:pt x="7030" y="133347"/>
                    </a:lnTo>
                    <a:cubicBezTo>
                      <a:pt x="3212" y="133411"/>
                      <a:pt x="65" y="130367"/>
                      <a:pt x="1" y="126548"/>
                    </a:cubicBezTo>
                    <a:cubicBezTo>
                      <a:pt x="0" y="126509"/>
                      <a:pt x="0" y="126471"/>
                      <a:pt x="0" y="126432"/>
                    </a:cubicBezTo>
                    <a:lnTo>
                      <a:pt x="0" y="82060"/>
                    </a:lnTo>
                    <a:cubicBezTo>
                      <a:pt x="0" y="78177"/>
                      <a:pt x="3148" y="75029"/>
                      <a:pt x="7030" y="75029"/>
                    </a:cubicBezTo>
                    <a:lnTo>
                      <a:pt x="27891" y="75029"/>
                    </a:lnTo>
                    <a:lnTo>
                      <a:pt x="29620" y="70880"/>
                    </a:lnTo>
                    <a:lnTo>
                      <a:pt x="14407" y="56013"/>
                    </a:lnTo>
                    <a:cubicBezTo>
                      <a:pt x="11670" y="53441"/>
                      <a:pt x="11535" y="49138"/>
                      <a:pt x="14107" y="46401"/>
                    </a:cubicBezTo>
                    <a:cubicBezTo>
                      <a:pt x="14203" y="46298"/>
                      <a:pt x="14304" y="46198"/>
                      <a:pt x="14407" y="46101"/>
                    </a:cubicBezTo>
                    <a:lnTo>
                      <a:pt x="45755" y="14752"/>
                    </a:lnTo>
                    <a:cubicBezTo>
                      <a:pt x="47044" y="13398"/>
                      <a:pt x="48842" y="12646"/>
                      <a:pt x="50711" y="12678"/>
                    </a:cubicBezTo>
                    <a:cubicBezTo>
                      <a:pt x="52575" y="12673"/>
                      <a:pt x="54362" y="13421"/>
                      <a:pt x="55667" y="14752"/>
                    </a:cubicBezTo>
                    <a:lnTo>
                      <a:pt x="70419" y="29505"/>
                    </a:lnTo>
                    <a:cubicBezTo>
                      <a:pt x="71760" y="28831"/>
                      <a:pt x="73146" y="28253"/>
                      <a:pt x="74568" y="27776"/>
                    </a:cubicBezTo>
                    <a:lnTo>
                      <a:pt x="74568" y="6915"/>
                    </a:lnTo>
                    <a:cubicBezTo>
                      <a:pt x="74631" y="3077"/>
                      <a:pt x="77761" y="-1"/>
                      <a:pt x="81599" y="0"/>
                    </a:cubicBezTo>
                    <a:lnTo>
                      <a:pt x="125971" y="0"/>
                    </a:lnTo>
                    <a:cubicBezTo>
                      <a:pt x="129790" y="0"/>
                      <a:pt x="132886" y="3096"/>
                      <a:pt x="132886" y="6915"/>
                    </a:cubicBezTo>
                    <a:lnTo>
                      <a:pt x="132886" y="27891"/>
                    </a:lnTo>
                    <a:cubicBezTo>
                      <a:pt x="134353" y="28347"/>
                      <a:pt x="135780" y="28926"/>
                      <a:pt x="137151" y="29620"/>
                    </a:cubicBezTo>
                    <a:lnTo>
                      <a:pt x="152710" y="14868"/>
                    </a:lnTo>
                    <a:cubicBezTo>
                      <a:pt x="155373" y="12131"/>
                      <a:pt x="159751" y="12071"/>
                      <a:pt x="162488" y="14734"/>
                    </a:cubicBezTo>
                    <a:cubicBezTo>
                      <a:pt x="162533" y="14778"/>
                      <a:pt x="162578" y="14823"/>
                      <a:pt x="162621" y="14868"/>
                    </a:cubicBezTo>
                    <a:lnTo>
                      <a:pt x="193624" y="46101"/>
                    </a:lnTo>
                    <a:cubicBezTo>
                      <a:pt x="196329" y="48706"/>
                      <a:pt x="196411" y="53011"/>
                      <a:pt x="193806" y="55716"/>
                    </a:cubicBezTo>
                    <a:cubicBezTo>
                      <a:pt x="193746" y="55777"/>
                      <a:pt x="193686" y="55838"/>
                      <a:pt x="193624" y="55897"/>
                    </a:cubicBezTo>
                    <a:lnTo>
                      <a:pt x="178872" y="70765"/>
                    </a:lnTo>
                    <a:lnTo>
                      <a:pt x="180601" y="74914"/>
                    </a:lnTo>
                    <a:lnTo>
                      <a:pt x="201461" y="74914"/>
                    </a:lnTo>
                    <a:cubicBezTo>
                      <a:pt x="205344" y="74914"/>
                      <a:pt x="208492" y="78062"/>
                      <a:pt x="208492" y="81945"/>
                    </a:cubicBezTo>
                    <a:lnTo>
                      <a:pt x="208492" y="126778"/>
                    </a:lnTo>
                    <a:cubicBezTo>
                      <a:pt x="208492" y="130597"/>
                      <a:pt x="205397" y="133693"/>
                      <a:pt x="201578" y="133694"/>
                    </a:cubicBezTo>
                    <a:cubicBezTo>
                      <a:pt x="201539" y="133694"/>
                      <a:pt x="201500" y="133694"/>
                      <a:pt x="201461" y="133693"/>
                    </a:cubicBezTo>
                    <a:lnTo>
                      <a:pt x="180601" y="133693"/>
                    </a:lnTo>
                    <a:lnTo>
                      <a:pt x="178872" y="137957"/>
                    </a:lnTo>
                    <a:lnTo>
                      <a:pt x="193624" y="152710"/>
                    </a:lnTo>
                    <a:cubicBezTo>
                      <a:pt x="196361" y="155373"/>
                      <a:pt x="196421" y="159751"/>
                      <a:pt x="193757" y="162488"/>
                    </a:cubicBezTo>
                    <a:cubicBezTo>
                      <a:pt x="193714" y="162533"/>
                      <a:pt x="193669" y="162578"/>
                      <a:pt x="193624" y="162621"/>
                    </a:cubicBezTo>
                    <a:lnTo>
                      <a:pt x="162276" y="193624"/>
                    </a:lnTo>
                    <a:cubicBezTo>
                      <a:pt x="159509" y="196288"/>
                      <a:pt x="155131" y="196288"/>
                      <a:pt x="152364" y="193624"/>
                    </a:cubicBezTo>
                    <a:lnTo>
                      <a:pt x="137611" y="178757"/>
                    </a:lnTo>
                    <a:lnTo>
                      <a:pt x="133347" y="180601"/>
                    </a:lnTo>
                    <a:lnTo>
                      <a:pt x="133347" y="201461"/>
                    </a:lnTo>
                    <a:cubicBezTo>
                      <a:pt x="133348" y="205300"/>
                      <a:pt x="130270" y="208429"/>
                      <a:pt x="126432" y="208492"/>
                    </a:cubicBezTo>
                    <a:close/>
                    <a:moveTo>
                      <a:pt x="89090" y="194431"/>
                    </a:moveTo>
                    <a:lnTo>
                      <a:pt x="119402" y="194431"/>
                    </a:lnTo>
                    <a:lnTo>
                      <a:pt x="119402" y="175645"/>
                    </a:lnTo>
                    <a:cubicBezTo>
                      <a:pt x="119378" y="172561"/>
                      <a:pt x="121400" y="169834"/>
                      <a:pt x="124357" y="168960"/>
                    </a:cubicBezTo>
                    <a:cubicBezTo>
                      <a:pt x="128356" y="167749"/>
                      <a:pt x="132218" y="166127"/>
                      <a:pt x="135883" y="164120"/>
                    </a:cubicBezTo>
                    <a:cubicBezTo>
                      <a:pt x="138596" y="162721"/>
                      <a:pt x="141903" y="163233"/>
                      <a:pt x="144066" y="165387"/>
                    </a:cubicBezTo>
                    <a:lnTo>
                      <a:pt x="157435" y="178757"/>
                    </a:lnTo>
                    <a:lnTo>
                      <a:pt x="178872" y="157320"/>
                    </a:lnTo>
                    <a:lnTo>
                      <a:pt x="165387" y="143950"/>
                    </a:lnTo>
                    <a:cubicBezTo>
                      <a:pt x="163271" y="141760"/>
                      <a:pt x="162806" y="138457"/>
                      <a:pt x="164235" y="135767"/>
                    </a:cubicBezTo>
                    <a:cubicBezTo>
                      <a:pt x="166157" y="132078"/>
                      <a:pt x="167739" y="128220"/>
                      <a:pt x="168960" y="124242"/>
                    </a:cubicBezTo>
                    <a:cubicBezTo>
                      <a:pt x="169834" y="121284"/>
                      <a:pt x="172561" y="119263"/>
                      <a:pt x="175645" y="119286"/>
                    </a:cubicBezTo>
                    <a:lnTo>
                      <a:pt x="194546" y="119286"/>
                    </a:lnTo>
                    <a:lnTo>
                      <a:pt x="194546" y="88975"/>
                    </a:lnTo>
                    <a:lnTo>
                      <a:pt x="175760" y="88975"/>
                    </a:lnTo>
                    <a:cubicBezTo>
                      <a:pt x="172708" y="89014"/>
                      <a:pt x="169991" y="87046"/>
                      <a:pt x="169075" y="84134"/>
                    </a:cubicBezTo>
                    <a:cubicBezTo>
                      <a:pt x="167876" y="80149"/>
                      <a:pt x="166293" y="76289"/>
                      <a:pt x="164350" y="72609"/>
                    </a:cubicBezTo>
                    <a:cubicBezTo>
                      <a:pt x="162883" y="69927"/>
                      <a:pt x="163352" y="66599"/>
                      <a:pt x="165503" y="64426"/>
                    </a:cubicBezTo>
                    <a:lnTo>
                      <a:pt x="178872" y="51057"/>
                    </a:lnTo>
                    <a:lnTo>
                      <a:pt x="157320" y="29620"/>
                    </a:lnTo>
                    <a:lnTo>
                      <a:pt x="143950" y="42989"/>
                    </a:lnTo>
                    <a:cubicBezTo>
                      <a:pt x="141787" y="45144"/>
                      <a:pt x="138481" y="45656"/>
                      <a:pt x="135767" y="44257"/>
                    </a:cubicBezTo>
                    <a:cubicBezTo>
                      <a:pt x="132078" y="42334"/>
                      <a:pt x="128220" y="40753"/>
                      <a:pt x="124242" y="39532"/>
                    </a:cubicBezTo>
                    <a:cubicBezTo>
                      <a:pt x="121307" y="38625"/>
                      <a:pt x="119301" y="35919"/>
                      <a:pt x="119286" y="32847"/>
                    </a:cubicBezTo>
                    <a:lnTo>
                      <a:pt x="119286" y="13946"/>
                    </a:lnTo>
                    <a:lnTo>
                      <a:pt x="89090" y="13946"/>
                    </a:lnTo>
                    <a:lnTo>
                      <a:pt x="89090" y="32847"/>
                    </a:lnTo>
                    <a:cubicBezTo>
                      <a:pt x="89040" y="35906"/>
                      <a:pt x="87047" y="38594"/>
                      <a:pt x="84134" y="39532"/>
                    </a:cubicBezTo>
                    <a:cubicBezTo>
                      <a:pt x="80157" y="40753"/>
                      <a:pt x="76299" y="42334"/>
                      <a:pt x="72609" y="44257"/>
                    </a:cubicBezTo>
                    <a:cubicBezTo>
                      <a:pt x="69895" y="45656"/>
                      <a:pt x="66589" y="45144"/>
                      <a:pt x="64426" y="42989"/>
                    </a:cubicBezTo>
                    <a:lnTo>
                      <a:pt x="51057" y="29620"/>
                    </a:lnTo>
                    <a:lnTo>
                      <a:pt x="29505" y="51172"/>
                    </a:lnTo>
                    <a:lnTo>
                      <a:pt x="42874" y="64541"/>
                    </a:lnTo>
                    <a:cubicBezTo>
                      <a:pt x="45100" y="66668"/>
                      <a:pt x="45620" y="70024"/>
                      <a:pt x="44142" y="72724"/>
                    </a:cubicBezTo>
                    <a:cubicBezTo>
                      <a:pt x="42199" y="76405"/>
                      <a:pt x="40616" y="80264"/>
                      <a:pt x="39416" y="84250"/>
                    </a:cubicBezTo>
                    <a:cubicBezTo>
                      <a:pt x="38469" y="87139"/>
                      <a:pt x="35772" y="89092"/>
                      <a:pt x="32732" y="89090"/>
                    </a:cubicBezTo>
                    <a:lnTo>
                      <a:pt x="14407" y="89090"/>
                    </a:lnTo>
                    <a:lnTo>
                      <a:pt x="14407" y="119517"/>
                    </a:lnTo>
                    <a:lnTo>
                      <a:pt x="32847" y="119517"/>
                    </a:lnTo>
                    <a:cubicBezTo>
                      <a:pt x="35919" y="119531"/>
                      <a:pt x="38625" y="121538"/>
                      <a:pt x="39532" y="124473"/>
                    </a:cubicBezTo>
                    <a:cubicBezTo>
                      <a:pt x="40753" y="128450"/>
                      <a:pt x="42334" y="132308"/>
                      <a:pt x="44257" y="135998"/>
                    </a:cubicBezTo>
                    <a:cubicBezTo>
                      <a:pt x="45735" y="138698"/>
                      <a:pt x="45215" y="142055"/>
                      <a:pt x="42989" y="144181"/>
                    </a:cubicBezTo>
                    <a:lnTo>
                      <a:pt x="29620" y="157550"/>
                    </a:lnTo>
                    <a:lnTo>
                      <a:pt x="51172" y="178987"/>
                    </a:lnTo>
                    <a:lnTo>
                      <a:pt x="64541" y="165618"/>
                    </a:lnTo>
                    <a:cubicBezTo>
                      <a:pt x="66704" y="163463"/>
                      <a:pt x="70011" y="162951"/>
                      <a:pt x="72724" y="164350"/>
                    </a:cubicBezTo>
                    <a:cubicBezTo>
                      <a:pt x="76389" y="166357"/>
                      <a:pt x="80251" y="167979"/>
                      <a:pt x="84250" y="169191"/>
                    </a:cubicBezTo>
                    <a:cubicBezTo>
                      <a:pt x="87184" y="170097"/>
                      <a:pt x="89191" y="172804"/>
                      <a:pt x="89205" y="175875"/>
                    </a:cubicBezTo>
                    <a:close/>
                  </a:path>
                </a:pathLst>
              </a:custGeom>
              <a:grpFill/>
              <a:ln w="11311" cap="flat">
                <a:noFill/>
                <a:prstDash val="solid"/>
                <a:miter/>
              </a:ln>
            </p:spPr>
            <p:txBody>
              <a:bodyPr rtlCol="0" anchor="ctr"/>
              <a:lstStyle/>
              <a:p>
                <a:endParaRPr lang="en-EG" sz="2100"/>
              </a:p>
            </p:txBody>
          </p:sp>
          <p:sp>
            <p:nvSpPr>
              <p:cNvPr id="194" name="Freeform 132">
                <a:extLst>
                  <a:ext uri="{FF2B5EF4-FFF2-40B4-BE49-F238E27FC236}">
                    <a16:creationId xmlns:a16="http://schemas.microsoft.com/office/drawing/2014/main" id="{D2405EBA-38DF-49C2-8AD9-C8FBEE598F43}"/>
                  </a:ext>
                </a:extLst>
              </p:cNvPr>
              <p:cNvSpPr/>
              <p:nvPr/>
            </p:nvSpPr>
            <p:spPr>
              <a:xfrm>
                <a:off x="7160441" y="2898566"/>
                <a:ext cx="111794" cy="111794"/>
              </a:xfrm>
              <a:custGeom>
                <a:avLst/>
                <a:gdLst>
                  <a:gd name="connsiteX0" fmla="*/ 55780 w 111794"/>
                  <a:gd name="connsiteY0" fmla="*/ 111795 h 111794"/>
                  <a:gd name="connsiteX1" fmla="*/ 0 w 111794"/>
                  <a:gd name="connsiteY1" fmla="*/ 55780 h 111794"/>
                  <a:gd name="connsiteX2" fmla="*/ 56015 w 111794"/>
                  <a:gd name="connsiteY2" fmla="*/ 0 h 111794"/>
                  <a:gd name="connsiteX3" fmla="*/ 111793 w 111794"/>
                  <a:gd name="connsiteY3" fmla="*/ 55436 h 111794"/>
                  <a:gd name="connsiteX4" fmla="*/ 56359 w 111794"/>
                  <a:gd name="connsiteY4" fmla="*/ 111793 h 111794"/>
                  <a:gd name="connsiteX5" fmla="*/ 55780 w 111794"/>
                  <a:gd name="connsiteY5" fmla="*/ 111795 h 111794"/>
                  <a:gd name="connsiteX6" fmla="*/ 55780 w 111794"/>
                  <a:gd name="connsiteY6" fmla="*/ 13945 h 111794"/>
                  <a:gd name="connsiteX7" fmla="*/ 13831 w 111794"/>
                  <a:gd name="connsiteY7" fmla="*/ 55900 h 111794"/>
                  <a:gd name="connsiteX8" fmla="*/ 55785 w 111794"/>
                  <a:gd name="connsiteY8" fmla="*/ 97849 h 111794"/>
                  <a:gd name="connsiteX9" fmla="*/ 97735 w 111794"/>
                  <a:gd name="connsiteY9" fmla="*/ 55895 h 111794"/>
                  <a:gd name="connsiteX10" fmla="*/ 97732 w 111794"/>
                  <a:gd name="connsiteY10" fmla="*/ 55436 h 111794"/>
                  <a:gd name="connsiteX11" fmla="*/ 55780 w 111794"/>
                  <a:gd name="connsiteY11" fmla="*/ 13945 h 1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1794" h="111794">
                    <a:moveTo>
                      <a:pt x="55780" y="111795"/>
                    </a:moveTo>
                    <a:cubicBezTo>
                      <a:pt x="24909" y="111730"/>
                      <a:pt x="-65" y="86652"/>
                      <a:pt x="0" y="55780"/>
                    </a:cubicBezTo>
                    <a:cubicBezTo>
                      <a:pt x="65" y="24909"/>
                      <a:pt x="25143" y="-65"/>
                      <a:pt x="56015" y="0"/>
                    </a:cubicBezTo>
                    <a:cubicBezTo>
                      <a:pt x="86660" y="64"/>
                      <a:pt x="111540" y="24792"/>
                      <a:pt x="111793" y="55436"/>
                    </a:cubicBezTo>
                    <a:cubicBezTo>
                      <a:pt x="112048" y="86307"/>
                      <a:pt x="87229" y="111538"/>
                      <a:pt x="56359" y="111793"/>
                    </a:cubicBezTo>
                    <a:cubicBezTo>
                      <a:pt x="56166" y="111795"/>
                      <a:pt x="55973" y="111795"/>
                      <a:pt x="55780" y="111795"/>
                    </a:cubicBezTo>
                    <a:close/>
                    <a:moveTo>
                      <a:pt x="55780" y="13945"/>
                    </a:moveTo>
                    <a:cubicBezTo>
                      <a:pt x="32611" y="13947"/>
                      <a:pt x="13830" y="32730"/>
                      <a:pt x="13831" y="55900"/>
                    </a:cubicBezTo>
                    <a:cubicBezTo>
                      <a:pt x="13832" y="79069"/>
                      <a:pt x="32616" y="97851"/>
                      <a:pt x="55785" y="97849"/>
                    </a:cubicBezTo>
                    <a:cubicBezTo>
                      <a:pt x="78955" y="97848"/>
                      <a:pt x="97736" y="79064"/>
                      <a:pt x="97735" y="55895"/>
                    </a:cubicBezTo>
                    <a:cubicBezTo>
                      <a:pt x="97735" y="55742"/>
                      <a:pt x="97734" y="55589"/>
                      <a:pt x="97732" y="55436"/>
                    </a:cubicBezTo>
                    <a:cubicBezTo>
                      <a:pt x="97418" y="32473"/>
                      <a:pt x="78745" y="14006"/>
                      <a:pt x="55780" y="13945"/>
                    </a:cubicBezTo>
                    <a:close/>
                  </a:path>
                </a:pathLst>
              </a:custGeom>
              <a:grpFill/>
              <a:ln w="11311" cap="flat">
                <a:noFill/>
                <a:prstDash val="solid"/>
                <a:miter/>
              </a:ln>
            </p:spPr>
            <p:txBody>
              <a:bodyPr rtlCol="0" anchor="ctr"/>
              <a:lstStyle/>
              <a:p>
                <a:endParaRPr lang="en-EG" sz="2100"/>
              </a:p>
            </p:txBody>
          </p:sp>
          <p:sp>
            <p:nvSpPr>
              <p:cNvPr id="195" name="Freeform 133">
                <a:extLst>
                  <a:ext uri="{FF2B5EF4-FFF2-40B4-BE49-F238E27FC236}">
                    <a16:creationId xmlns:a16="http://schemas.microsoft.com/office/drawing/2014/main" id="{D51F7F82-48DB-4636-93B4-E26406155F81}"/>
                  </a:ext>
                </a:extLst>
              </p:cNvPr>
              <p:cNvSpPr/>
              <p:nvPr/>
            </p:nvSpPr>
            <p:spPr>
              <a:xfrm>
                <a:off x="7007843" y="2642820"/>
                <a:ext cx="264506" cy="203882"/>
              </a:xfrm>
              <a:custGeom>
                <a:avLst/>
                <a:gdLst>
                  <a:gd name="connsiteX0" fmla="*/ 257590 w 264506"/>
                  <a:gd name="connsiteY0" fmla="*/ 203882 h 203882"/>
                  <a:gd name="connsiteX1" fmla="*/ 250561 w 264506"/>
                  <a:gd name="connsiteY1" fmla="*/ 197083 h 203882"/>
                  <a:gd name="connsiteX2" fmla="*/ 250560 w 264506"/>
                  <a:gd name="connsiteY2" fmla="*/ 196967 h 203882"/>
                  <a:gd name="connsiteX3" fmla="*/ 250560 w 264506"/>
                  <a:gd name="connsiteY3" fmla="*/ 13946 h 203882"/>
                  <a:gd name="connsiteX4" fmla="*/ 13947 w 264506"/>
                  <a:gd name="connsiteY4" fmla="*/ 13946 h 203882"/>
                  <a:gd name="connsiteX5" fmla="*/ 13947 w 264506"/>
                  <a:gd name="connsiteY5" fmla="*/ 27084 h 203882"/>
                  <a:gd name="connsiteX6" fmla="*/ 230391 w 264506"/>
                  <a:gd name="connsiteY6" fmla="*/ 27084 h 203882"/>
                  <a:gd name="connsiteX7" fmla="*/ 237421 w 264506"/>
                  <a:gd name="connsiteY7" fmla="*/ 34115 h 203882"/>
                  <a:gd name="connsiteX8" fmla="*/ 237421 w 264506"/>
                  <a:gd name="connsiteY8" fmla="*/ 184404 h 203882"/>
                  <a:gd name="connsiteX9" fmla="*/ 229550 w 264506"/>
                  <a:gd name="connsiteY9" fmla="*/ 190478 h 203882"/>
                  <a:gd name="connsiteX10" fmla="*/ 223476 w 264506"/>
                  <a:gd name="connsiteY10" fmla="*/ 184404 h 203882"/>
                  <a:gd name="connsiteX11" fmla="*/ 223476 w 264506"/>
                  <a:gd name="connsiteY11" fmla="*/ 41030 h 203882"/>
                  <a:gd name="connsiteX12" fmla="*/ 6916 w 264506"/>
                  <a:gd name="connsiteY12" fmla="*/ 41030 h 203882"/>
                  <a:gd name="connsiteX13" fmla="*/ 1 w 264506"/>
                  <a:gd name="connsiteY13" fmla="*/ 34115 h 203882"/>
                  <a:gd name="connsiteX14" fmla="*/ 1 w 264506"/>
                  <a:gd name="connsiteY14" fmla="*/ 7030 h 203882"/>
                  <a:gd name="connsiteX15" fmla="*/ 6800 w 264506"/>
                  <a:gd name="connsiteY15" fmla="*/ 1 h 203882"/>
                  <a:gd name="connsiteX16" fmla="*/ 6916 w 264506"/>
                  <a:gd name="connsiteY16" fmla="*/ 0 h 203882"/>
                  <a:gd name="connsiteX17" fmla="*/ 257590 w 264506"/>
                  <a:gd name="connsiteY17" fmla="*/ 0 h 203882"/>
                  <a:gd name="connsiteX18" fmla="*/ 264506 w 264506"/>
                  <a:gd name="connsiteY18" fmla="*/ 6914 h 203882"/>
                  <a:gd name="connsiteX19" fmla="*/ 264505 w 264506"/>
                  <a:gd name="connsiteY19" fmla="*/ 7030 h 203882"/>
                  <a:gd name="connsiteX20" fmla="*/ 264505 w 264506"/>
                  <a:gd name="connsiteY20" fmla="*/ 196967 h 203882"/>
                  <a:gd name="connsiteX21" fmla="*/ 257590 w 264506"/>
                  <a:gd name="connsiteY21" fmla="*/ 203882 h 203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64506" h="203882">
                    <a:moveTo>
                      <a:pt x="257590" y="203882"/>
                    </a:moveTo>
                    <a:cubicBezTo>
                      <a:pt x="253772" y="203945"/>
                      <a:pt x="250625" y="200901"/>
                      <a:pt x="250561" y="197083"/>
                    </a:cubicBezTo>
                    <a:cubicBezTo>
                      <a:pt x="250560" y="197044"/>
                      <a:pt x="250560" y="197005"/>
                      <a:pt x="250560" y="196967"/>
                    </a:cubicBezTo>
                    <a:lnTo>
                      <a:pt x="250560" y="13946"/>
                    </a:lnTo>
                    <a:lnTo>
                      <a:pt x="13947" y="13946"/>
                    </a:lnTo>
                    <a:lnTo>
                      <a:pt x="13947" y="27084"/>
                    </a:lnTo>
                    <a:lnTo>
                      <a:pt x="230391" y="27084"/>
                    </a:lnTo>
                    <a:cubicBezTo>
                      <a:pt x="234274" y="27084"/>
                      <a:pt x="237421" y="30232"/>
                      <a:pt x="237421" y="34115"/>
                    </a:cubicBezTo>
                    <a:lnTo>
                      <a:pt x="237421" y="184404"/>
                    </a:lnTo>
                    <a:cubicBezTo>
                      <a:pt x="236925" y="188255"/>
                      <a:pt x="233401" y="190975"/>
                      <a:pt x="229550" y="190478"/>
                    </a:cubicBezTo>
                    <a:cubicBezTo>
                      <a:pt x="226380" y="190070"/>
                      <a:pt x="223884" y="187574"/>
                      <a:pt x="223476" y="184404"/>
                    </a:cubicBezTo>
                    <a:lnTo>
                      <a:pt x="223476" y="41030"/>
                    </a:lnTo>
                    <a:lnTo>
                      <a:pt x="6916" y="41030"/>
                    </a:lnTo>
                    <a:cubicBezTo>
                      <a:pt x="3097" y="41030"/>
                      <a:pt x="1" y="37934"/>
                      <a:pt x="1" y="34115"/>
                    </a:cubicBezTo>
                    <a:lnTo>
                      <a:pt x="1" y="7030"/>
                    </a:lnTo>
                    <a:cubicBezTo>
                      <a:pt x="-63" y="3212"/>
                      <a:pt x="2981" y="65"/>
                      <a:pt x="6800" y="1"/>
                    </a:cubicBezTo>
                    <a:cubicBezTo>
                      <a:pt x="6839" y="0"/>
                      <a:pt x="6877" y="0"/>
                      <a:pt x="6916" y="0"/>
                    </a:cubicBezTo>
                    <a:lnTo>
                      <a:pt x="257590" y="0"/>
                    </a:lnTo>
                    <a:cubicBezTo>
                      <a:pt x="261409" y="-1"/>
                      <a:pt x="264506" y="3095"/>
                      <a:pt x="264506" y="6914"/>
                    </a:cubicBezTo>
                    <a:cubicBezTo>
                      <a:pt x="264506" y="6953"/>
                      <a:pt x="264506" y="6992"/>
                      <a:pt x="264505" y="7030"/>
                    </a:cubicBezTo>
                    <a:lnTo>
                      <a:pt x="264505" y="196967"/>
                    </a:lnTo>
                    <a:cubicBezTo>
                      <a:pt x="264505" y="200786"/>
                      <a:pt x="261409" y="203882"/>
                      <a:pt x="257590" y="203882"/>
                    </a:cubicBezTo>
                    <a:close/>
                  </a:path>
                </a:pathLst>
              </a:custGeom>
              <a:grpFill/>
              <a:ln w="11311" cap="flat">
                <a:noFill/>
                <a:prstDash val="solid"/>
                <a:miter/>
              </a:ln>
            </p:spPr>
            <p:txBody>
              <a:bodyPr rtlCol="0" anchor="ctr"/>
              <a:lstStyle/>
              <a:p>
                <a:endParaRPr lang="en-EG" sz="2100"/>
              </a:p>
            </p:txBody>
          </p:sp>
          <p:sp>
            <p:nvSpPr>
              <p:cNvPr id="196" name="Freeform 134">
                <a:extLst>
                  <a:ext uri="{FF2B5EF4-FFF2-40B4-BE49-F238E27FC236}">
                    <a16:creationId xmlns:a16="http://schemas.microsoft.com/office/drawing/2014/main" id="{5F08FCA7-5DC6-4BF5-9FCF-0A41C4A0822C}"/>
                  </a:ext>
                </a:extLst>
              </p:cNvPr>
              <p:cNvSpPr/>
              <p:nvPr/>
            </p:nvSpPr>
            <p:spPr>
              <a:xfrm>
                <a:off x="6981090" y="2669905"/>
                <a:ext cx="264174" cy="164351"/>
              </a:xfrm>
              <a:custGeom>
                <a:avLst/>
                <a:gdLst>
                  <a:gd name="connsiteX0" fmla="*/ 230059 w 264174"/>
                  <a:gd name="connsiteY0" fmla="*/ 164350 h 164351"/>
                  <a:gd name="connsiteX1" fmla="*/ 223030 w 264174"/>
                  <a:gd name="connsiteY1" fmla="*/ 157551 h 164351"/>
                  <a:gd name="connsiteX2" fmla="*/ 223029 w 264174"/>
                  <a:gd name="connsiteY2" fmla="*/ 157435 h 164351"/>
                  <a:gd name="connsiteX3" fmla="*/ 223029 w 264174"/>
                  <a:gd name="connsiteY3" fmla="*/ 41145 h 164351"/>
                  <a:gd name="connsiteX4" fmla="*/ 7046 w 264174"/>
                  <a:gd name="connsiteY4" fmla="*/ 41145 h 164351"/>
                  <a:gd name="connsiteX5" fmla="*/ 15 w 264174"/>
                  <a:gd name="connsiteY5" fmla="*/ 34115 h 164351"/>
                  <a:gd name="connsiteX6" fmla="*/ 15 w 264174"/>
                  <a:gd name="connsiteY6" fmla="*/ 7491 h 164351"/>
                  <a:gd name="connsiteX7" fmla="*/ 6570 w 264174"/>
                  <a:gd name="connsiteY7" fmla="*/ 15 h 164351"/>
                  <a:gd name="connsiteX8" fmla="*/ 7046 w 264174"/>
                  <a:gd name="connsiteY8" fmla="*/ 0 h 164351"/>
                  <a:gd name="connsiteX9" fmla="*/ 257144 w 264174"/>
                  <a:gd name="connsiteY9" fmla="*/ 0 h 164351"/>
                  <a:gd name="connsiteX10" fmla="*/ 264174 w 264174"/>
                  <a:gd name="connsiteY10" fmla="*/ 7030 h 164351"/>
                  <a:gd name="connsiteX11" fmla="*/ 264174 w 264174"/>
                  <a:gd name="connsiteY11" fmla="*/ 153055 h 164351"/>
                  <a:gd name="connsiteX12" fmla="*/ 256303 w 264174"/>
                  <a:gd name="connsiteY12" fmla="*/ 159130 h 164351"/>
                  <a:gd name="connsiteX13" fmla="*/ 250229 w 264174"/>
                  <a:gd name="connsiteY13" fmla="*/ 153055 h 164351"/>
                  <a:gd name="connsiteX14" fmla="*/ 250229 w 264174"/>
                  <a:gd name="connsiteY14" fmla="*/ 13946 h 164351"/>
                  <a:gd name="connsiteX15" fmla="*/ 13500 w 264174"/>
                  <a:gd name="connsiteY15" fmla="*/ 13946 h 164351"/>
                  <a:gd name="connsiteX16" fmla="*/ 13500 w 264174"/>
                  <a:gd name="connsiteY16" fmla="*/ 27200 h 164351"/>
                  <a:gd name="connsiteX17" fmla="*/ 230059 w 264174"/>
                  <a:gd name="connsiteY17" fmla="*/ 27200 h 164351"/>
                  <a:gd name="connsiteX18" fmla="*/ 237090 w 264174"/>
                  <a:gd name="connsiteY18" fmla="*/ 34115 h 164351"/>
                  <a:gd name="connsiteX19" fmla="*/ 237090 w 264174"/>
                  <a:gd name="connsiteY19" fmla="*/ 157320 h 164351"/>
                  <a:gd name="connsiteX20" fmla="*/ 230059 w 264174"/>
                  <a:gd name="connsiteY20" fmla="*/ 164350 h 164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64174" h="164351">
                    <a:moveTo>
                      <a:pt x="230059" y="164350"/>
                    </a:moveTo>
                    <a:cubicBezTo>
                      <a:pt x="226241" y="164414"/>
                      <a:pt x="223094" y="161370"/>
                      <a:pt x="223030" y="157551"/>
                    </a:cubicBezTo>
                    <a:cubicBezTo>
                      <a:pt x="223029" y="157512"/>
                      <a:pt x="223029" y="157474"/>
                      <a:pt x="223029" y="157435"/>
                    </a:cubicBezTo>
                    <a:lnTo>
                      <a:pt x="223029" y="41145"/>
                    </a:lnTo>
                    <a:lnTo>
                      <a:pt x="7046" y="41145"/>
                    </a:lnTo>
                    <a:cubicBezTo>
                      <a:pt x="3163" y="41145"/>
                      <a:pt x="15" y="37998"/>
                      <a:pt x="15" y="34115"/>
                    </a:cubicBezTo>
                    <a:lnTo>
                      <a:pt x="15" y="7491"/>
                    </a:lnTo>
                    <a:cubicBezTo>
                      <a:pt x="-239" y="3617"/>
                      <a:pt x="2695" y="270"/>
                      <a:pt x="6570" y="15"/>
                    </a:cubicBezTo>
                    <a:cubicBezTo>
                      <a:pt x="6728" y="5"/>
                      <a:pt x="6887" y="0"/>
                      <a:pt x="7046" y="0"/>
                    </a:cubicBezTo>
                    <a:lnTo>
                      <a:pt x="257144" y="0"/>
                    </a:lnTo>
                    <a:cubicBezTo>
                      <a:pt x="261027" y="0"/>
                      <a:pt x="264174" y="3148"/>
                      <a:pt x="264174" y="7030"/>
                    </a:cubicBezTo>
                    <a:lnTo>
                      <a:pt x="264174" y="153055"/>
                    </a:lnTo>
                    <a:cubicBezTo>
                      <a:pt x="263678" y="156906"/>
                      <a:pt x="260154" y="159626"/>
                      <a:pt x="256303" y="159130"/>
                    </a:cubicBezTo>
                    <a:cubicBezTo>
                      <a:pt x="253133" y="158721"/>
                      <a:pt x="250637" y="156226"/>
                      <a:pt x="250229" y="153055"/>
                    </a:cubicBezTo>
                    <a:lnTo>
                      <a:pt x="250229" y="13946"/>
                    </a:lnTo>
                    <a:lnTo>
                      <a:pt x="13500" y="13946"/>
                    </a:lnTo>
                    <a:lnTo>
                      <a:pt x="13500" y="27200"/>
                    </a:lnTo>
                    <a:lnTo>
                      <a:pt x="230059" y="27200"/>
                    </a:lnTo>
                    <a:cubicBezTo>
                      <a:pt x="233898" y="27199"/>
                      <a:pt x="237027" y="30277"/>
                      <a:pt x="237090" y="34115"/>
                    </a:cubicBezTo>
                    <a:lnTo>
                      <a:pt x="237090" y="157320"/>
                    </a:lnTo>
                    <a:cubicBezTo>
                      <a:pt x="237090" y="161202"/>
                      <a:pt x="233942" y="164350"/>
                      <a:pt x="230059" y="164350"/>
                    </a:cubicBezTo>
                    <a:close/>
                  </a:path>
                </a:pathLst>
              </a:custGeom>
              <a:grpFill/>
              <a:ln w="11311" cap="flat">
                <a:noFill/>
                <a:prstDash val="solid"/>
                <a:miter/>
              </a:ln>
            </p:spPr>
            <p:txBody>
              <a:bodyPr rtlCol="0" anchor="ctr"/>
              <a:lstStyle/>
              <a:p>
                <a:endParaRPr lang="en-EG" sz="2100"/>
              </a:p>
            </p:txBody>
          </p:sp>
          <p:sp>
            <p:nvSpPr>
              <p:cNvPr id="197" name="Freeform 135">
                <a:extLst>
                  <a:ext uri="{FF2B5EF4-FFF2-40B4-BE49-F238E27FC236}">
                    <a16:creationId xmlns:a16="http://schemas.microsoft.com/office/drawing/2014/main" id="{4BBAFEE8-3182-41F8-A7E2-8012512DAAC0}"/>
                  </a:ext>
                </a:extLst>
              </p:cNvPr>
              <p:cNvSpPr/>
              <p:nvPr/>
            </p:nvSpPr>
            <p:spPr>
              <a:xfrm>
                <a:off x="6953560" y="2697103"/>
                <a:ext cx="264619" cy="363622"/>
              </a:xfrm>
              <a:custGeom>
                <a:avLst/>
                <a:gdLst>
                  <a:gd name="connsiteX0" fmla="*/ 194661 w 264619"/>
                  <a:gd name="connsiteY0" fmla="*/ 363623 h 363622"/>
                  <a:gd name="connsiteX1" fmla="*/ 7030 w 264619"/>
                  <a:gd name="connsiteY1" fmla="*/ 363623 h 363622"/>
                  <a:gd name="connsiteX2" fmla="*/ 0 w 264619"/>
                  <a:gd name="connsiteY2" fmla="*/ 356592 h 363622"/>
                  <a:gd name="connsiteX3" fmla="*/ 0 w 264619"/>
                  <a:gd name="connsiteY3" fmla="*/ 6916 h 363622"/>
                  <a:gd name="connsiteX4" fmla="*/ 6914 w 264619"/>
                  <a:gd name="connsiteY4" fmla="*/ 0 h 363622"/>
                  <a:gd name="connsiteX5" fmla="*/ 7030 w 264619"/>
                  <a:gd name="connsiteY5" fmla="*/ 1 h 363622"/>
                  <a:gd name="connsiteX6" fmla="*/ 257589 w 264619"/>
                  <a:gd name="connsiteY6" fmla="*/ 1 h 363622"/>
                  <a:gd name="connsiteX7" fmla="*/ 264620 w 264619"/>
                  <a:gd name="connsiteY7" fmla="*/ 6916 h 363622"/>
                  <a:gd name="connsiteX8" fmla="*/ 264620 w 264619"/>
                  <a:gd name="connsiteY8" fmla="*/ 130121 h 363622"/>
                  <a:gd name="connsiteX9" fmla="*/ 257589 w 264619"/>
                  <a:gd name="connsiteY9" fmla="*/ 137036 h 363622"/>
                  <a:gd name="connsiteX10" fmla="*/ 250560 w 264619"/>
                  <a:gd name="connsiteY10" fmla="*/ 130237 h 363622"/>
                  <a:gd name="connsiteX11" fmla="*/ 250559 w 264619"/>
                  <a:gd name="connsiteY11" fmla="*/ 130121 h 363622"/>
                  <a:gd name="connsiteX12" fmla="*/ 250559 w 264619"/>
                  <a:gd name="connsiteY12" fmla="*/ 13947 h 363622"/>
                  <a:gd name="connsiteX13" fmla="*/ 13946 w 264619"/>
                  <a:gd name="connsiteY13" fmla="*/ 13947 h 363622"/>
                  <a:gd name="connsiteX14" fmla="*/ 13946 w 264619"/>
                  <a:gd name="connsiteY14" fmla="*/ 349677 h 363622"/>
                  <a:gd name="connsiteX15" fmla="*/ 194661 w 264619"/>
                  <a:gd name="connsiteY15" fmla="*/ 349677 h 363622"/>
                  <a:gd name="connsiteX16" fmla="*/ 200736 w 264619"/>
                  <a:gd name="connsiteY16" fmla="*/ 357548 h 363622"/>
                  <a:gd name="connsiteX17" fmla="*/ 194661 w 264619"/>
                  <a:gd name="connsiteY17" fmla="*/ 363623 h 363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64619" h="363622">
                    <a:moveTo>
                      <a:pt x="194661" y="363623"/>
                    </a:moveTo>
                    <a:lnTo>
                      <a:pt x="7030" y="363623"/>
                    </a:lnTo>
                    <a:cubicBezTo>
                      <a:pt x="3148" y="363623"/>
                      <a:pt x="0" y="360475"/>
                      <a:pt x="0" y="356592"/>
                    </a:cubicBezTo>
                    <a:lnTo>
                      <a:pt x="0" y="6916"/>
                    </a:lnTo>
                    <a:cubicBezTo>
                      <a:pt x="-1" y="3097"/>
                      <a:pt x="3095" y="1"/>
                      <a:pt x="6914" y="0"/>
                    </a:cubicBezTo>
                    <a:cubicBezTo>
                      <a:pt x="6953" y="0"/>
                      <a:pt x="6992" y="0"/>
                      <a:pt x="7030" y="1"/>
                    </a:cubicBezTo>
                    <a:lnTo>
                      <a:pt x="257589" y="1"/>
                    </a:lnTo>
                    <a:cubicBezTo>
                      <a:pt x="261428" y="0"/>
                      <a:pt x="264557" y="3078"/>
                      <a:pt x="264620" y="6916"/>
                    </a:cubicBezTo>
                    <a:lnTo>
                      <a:pt x="264620" y="130121"/>
                    </a:lnTo>
                    <a:cubicBezTo>
                      <a:pt x="264557" y="133959"/>
                      <a:pt x="261428" y="137037"/>
                      <a:pt x="257589" y="137036"/>
                    </a:cubicBezTo>
                    <a:cubicBezTo>
                      <a:pt x="253771" y="137100"/>
                      <a:pt x="250624" y="134056"/>
                      <a:pt x="250560" y="130237"/>
                    </a:cubicBezTo>
                    <a:cubicBezTo>
                      <a:pt x="250559" y="130199"/>
                      <a:pt x="250559" y="130160"/>
                      <a:pt x="250559" y="130121"/>
                    </a:cubicBezTo>
                    <a:lnTo>
                      <a:pt x="250559" y="13947"/>
                    </a:lnTo>
                    <a:lnTo>
                      <a:pt x="13946" y="13947"/>
                    </a:lnTo>
                    <a:lnTo>
                      <a:pt x="13946" y="349677"/>
                    </a:lnTo>
                    <a:lnTo>
                      <a:pt x="194661" y="349677"/>
                    </a:lnTo>
                    <a:cubicBezTo>
                      <a:pt x="198512" y="350173"/>
                      <a:pt x="201232" y="353697"/>
                      <a:pt x="200736" y="357548"/>
                    </a:cubicBezTo>
                    <a:cubicBezTo>
                      <a:pt x="200328" y="360718"/>
                      <a:pt x="197832" y="363214"/>
                      <a:pt x="194661" y="363623"/>
                    </a:cubicBezTo>
                    <a:close/>
                  </a:path>
                </a:pathLst>
              </a:custGeom>
              <a:grpFill/>
              <a:ln w="11311" cap="flat">
                <a:noFill/>
                <a:prstDash val="solid"/>
                <a:miter/>
              </a:ln>
            </p:spPr>
            <p:txBody>
              <a:bodyPr rtlCol="0" anchor="ctr"/>
              <a:lstStyle/>
              <a:p>
                <a:endParaRPr lang="en-EG" sz="2100"/>
              </a:p>
            </p:txBody>
          </p:sp>
        </p:grpSp>
        <p:sp>
          <p:nvSpPr>
            <p:cNvPr id="132" name="Freeform 154">
              <a:extLst>
                <a:ext uri="{FF2B5EF4-FFF2-40B4-BE49-F238E27FC236}">
                  <a16:creationId xmlns:a16="http://schemas.microsoft.com/office/drawing/2014/main" id="{8539FFDB-5B7D-4659-AA0F-4731B8985D09}"/>
                </a:ext>
              </a:extLst>
            </p:cNvPr>
            <p:cNvSpPr>
              <a:spLocks noChangeAspect="1" noEditPoints="1"/>
            </p:cNvSpPr>
            <p:nvPr/>
          </p:nvSpPr>
          <p:spPr bwMode="auto">
            <a:xfrm>
              <a:off x="5828333" y="3047766"/>
              <a:ext cx="550692" cy="487687"/>
            </a:xfrm>
            <a:custGeom>
              <a:avLst/>
              <a:gdLst>
                <a:gd name="T0" fmla="*/ 232 w 256"/>
                <a:gd name="T1" fmla="*/ 84 h 227"/>
                <a:gd name="T2" fmla="*/ 172 w 256"/>
                <a:gd name="T3" fmla="*/ 44 h 227"/>
                <a:gd name="T4" fmla="*/ 120 w 256"/>
                <a:gd name="T5" fmla="*/ 48 h 227"/>
                <a:gd name="T6" fmla="*/ 64 w 256"/>
                <a:gd name="T7" fmla="*/ 107 h 227"/>
                <a:gd name="T8" fmla="*/ 0 w 256"/>
                <a:gd name="T9" fmla="*/ 131 h 227"/>
                <a:gd name="T10" fmla="*/ 32 w 256"/>
                <a:gd name="T11" fmla="*/ 227 h 227"/>
                <a:gd name="T12" fmla="*/ 87 w 256"/>
                <a:gd name="T13" fmla="*/ 212 h 227"/>
                <a:gd name="T14" fmla="*/ 103 w 256"/>
                <a:gd name="T15" fmla="*/ 219 h 227"/>
                <a:gd name="T16" fmla="*/ 232 w 256"/>
                <a:gd name="T17" fmla="*/ 197 h 227"/>
                <a:gd name="T18" fmla="*/ 240 w 256"/>
                <a:gd name="T19" fmla="*/ 169 h 227"/>
                <a:gd name="T20" fmla="*/ 248 w 256"/>
                <a:gd name="T21" fmla="*/ 140 h 227"/>
                <a:gd name="T22" fmla="*/ 256 w 256"/>
                <a:gd name="T23" fmla="*/ 108 h 227"/>
                <a:gd name="T24" fmla="*/ 32 w 256"/>
                <a:gd name="T25" fmla="*/ 211 h 227"/>
                <a:gd name="T26" fmla="*/ 16 w 256"/>
                <a:gd name="T27" fmla="*/ 131 h 227"/>
                <a:gd name="T28" fmla="*/ 64 w 256"/>
                <a:gd name="T29" fmla="*/ 123 h 227"/>
                <a:gd name="T30" fmla="*/ 72 w 256"/>
                <a:gd name="T31" fmla="*/ 198 h 227"/>
                <a:gd name="T32" fmla="*/ 72 w 256"/>
                <a:gd name="T33" fmla="*/ 203 h 227"/>
                <a:gd name="T34" fmla="*/ 210 w 256"/>
                <a:gd name="T35" fmla="*/ 203 h 227"/>
                <a:gd name="T36" fmla="*/ 88 w 256"/>
                <a:gd name="T37" fmla="*/ 194 h 227"/>
                <a:gd name="T38" fmla="*/ 86 w 256"/>
                <a:gd name="T39" fmla="*/ 121 h 227"/>
                <a:gd name="T40" fmla="*/ 140 w 256"/>
                <a:gd name="T41" fmla="*/ 16 h 227"/>
                <a:gd name="T42" fmla="*/ 152 w 256"/>
                <a:gd name="T43" fmla="*/ 90 h 227"/>
                <a:gd name="T44" fmla="*/ 160 w 256"/>
                <a:gd name="T45" fmla="*/ 100 h 227"/>
                <a:gd name="T46" fmla="*/ 240 w 256"/>
                <a:gd name="T47" fmla="*/ 108 h 227"/>
                <a:gd name="T48" fmla="*/ 223 w 256"/>
                <a:gd name="T49" fmla="*/ 116 h 227"/>
                <a:gd name="T50" fmla="*/ 223 w 256"/>
                <a:gd name="T51" fmla="*/ 132 h 227"/>
                <a:gd name="T52" fmla="*/ 224 w 256"/>
                <a:gd name="T53" fmla="*/ 132 h 227"/>
                <a:gd name="T54" fmla="*/ 224 w 256"/>
                <a:gd name="T55" fmla="*/ 148 h 227"/>
                <a:gd name="T56" fmla="*/ 218 w 256"/>
                <a:gd name="T57" fmla="*/ 147 h 227"/>
                <a:gd name="T58" fmla="*/ 215 w 256"/>
                <a:gd name="T59" fmla="*/ 148 h 227"/>
                <a:gd name="T60" fmla="*/ 215 w 256"/>
                <a:gd name="T61" fmla="*/ 164 h 227"/>
                <a:gd name="T62" fmla="*/ 224 w 256"/>
                <a:gd name="T63" fmla="*/ 169 h 227"/>
                <a:gd name="T64" fmla="*/ 210 w 256"/>
                <a:gd name="T65" fmla="*/ 175 h 227"/>
                <a:gd name="T66" fmla="*/ 210 w 256"/>
                <a:gd name="T67" fmla="*/ 175 h 227"/>
                <a:gd name="T68" fmla="*/ 210 w 256"/>
                <a:gd name="T69" fmla="*/ 191 h 227"/>
                <a:gd name="T70" fmla="*/ 210 w 256"/>
                <a:gd name="T71" fmla="*/ 203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56" h="227">
                  <a:moveTo>
                    <a:pt x="256" y="108"/>
                  </a:moveTo>
                  <a:cubicBezTo>
                    <a:pt x="256" y="94"/>
                    <a:pt x="245" y="84"/>
                    <a:pt x="232" y="84"/>
                  </a:cubicBezTo>
                  <a:cubicBezTo>
                    <a:pt x="169" y="84"/>
                    <a:pt x="169" y="84"/>
                    <a:pt x="169" y="84"/>
                  </a:cubicBezTo>
                  <a:cubicBezTo>
                    <a:pt x="171" y="74"/>
                    <a:pt x="172" y="59"/>
                    <a:pt x="172" y="44"/>
                  </a:cubicBezTo>
                  <a:cubicBezTo>
                    <a:pt x="172" y="13"/>
                    <a:pt x="156" y="0"/>
                    <a:pt x="140" y="0"/>
                  </a:cubicBezTo>
                  <a:cubicBezTo>
                    <a:pt x="120" y="0"/>
                    <a:pt x="120" y="21"/>
                    <a:pt x="120" y="48"/>
                  </a:cubicBezTo>
                  <a:cubicBezTo>
                    <a:pt x="120" y="67"/>
                    <a:pt x="90" y="97"/>
                    <a:pt x="75" y="110"/>
                  </a:cubicBezTo>
                  <a:cubicBezTo>
                    <a:pt x="71" y="108"/>
                    <a:pt x="68" y="107"/>
                    <a:pt x="64" y="107"/>
                  </a:cubicBezTo>
                  <a:cubicBezTo>
                    <a:pt x="24" y="107"/>
                    <a:pt x="24" y="107"/>
                    <a:pt x="24" y="107"/>
                  </a:cubicBezTo>
                  <a:cubicBezTo>
                    <a:pt x="11" y="107"/>
                    <a:pt x="0" y="118"/>
                    <a:pt x="0" y="131"/>
                  </a:cubicBezTo>
                  <a:cubicBezTo>
                    <a:pt x="8" y="203"/>
                    <a:pt x="8" y="203"/>
                    <a:pt x="8" y="203"/>
                  </a:cubicBezTo>
                  <a:cubicBezTo>
                    <a:pt x="10" y="216"/>
                    <a:pt x="19" y="227"/>
                    <a:pt x="32" y="227"/>
                  </a:cubicBezTo>
                  <a:cubicBezTo>
                    <a:pt x="64" y="227"/>
                    <a:pt x="64" y="227"/>
                    <a:pt x="64" y="227"/>
                  </a:cubicBezTo>
                  <a:cubicBezTo>
                    <a:pt x="74" y="227"/>
                    <a:pt x="83" y="221"/>
                    <a:pt x="87" y="212"/>
                  </a:cubicBezTo>
                  <a:cubicBezTo>
                    <a:pt x="100" y="219"/>
                    <a:pt x="100" y="219"/>
                    <a:pt x="100" y="219"/>
                  </a:cubicBezTo>
                  <a:cubicBezTo>
                    <a:pt x="101" y="219"/>
                    <a:pt x="102" y="219"/>
                    <a:pt x="103" y="219"/>
                  </a:cubicBezTo>
                  <a:cubicBezTo>
                    <a:pt x="210" y="219"/>
                    <a:pt x="210" y="219"/>
                    <a:pt x="210" y="219"/>
                  </a:cubicBezTo>
                  <a:cubicBezTo>
                    <a:pt x="222" y="219"/>
                    <a:pt x="232" y="210"/>
                    <a:pt x="232" y="197"/>
                  </a:cubicBezTo>
                  <a:cubicBezTo>
                    <a:pt x="232" y="194"/>
                    <a:pt x="231" y="191"/>
                    <a:pt x="230" y="188"/>
                  </a:cubicBezTo>
                  <a:cubicBezTo>
                    <a:pt x="236" y="184"/>
                    <a:pt x="240" y="177"/>
                    <a:pt x="240" y="169"/>
                  </a:cubicBezTo>
                  <a:cubicBezTo>
                    <a:pt x="240" y="166"/>
                    <a:pt x="239" y="162"/>
                    <a:pt x="238" y="159"/>
                  </a:cubicBezTo>
                  <a:cubicBezTo>
                    <a:pt x="244" y="155"/>
                    <a:pt x="248" y="148"/>
                    <a:pt x="248" y="140"/>
                  </a:cubicBezTo>
                  <a:cubicBezTo>
                    <a:pt x="248" y="135"/>
                    <a:pt x="247" y="131"/>
                    <a:pt x="245" y="128"/>
                  </a:cubicBezTo>
                  <a:cubicBezTo>
                    <a:pt x="252" y="123"/>
                    <a:pt x="256" y="116"/>
                    <a:pt x="256" y="108"/>
                  </a:cubicBezTo>
                  <a:close/>
                  <a:moveTo>
                    <a:pt x="64" y="211"/>
                  </a:moveTo>
                  <a:cubicBezTo>
                    <a:pt x="32" y="211"/>
                    <a:pt x="32" y="211"/>
                    <a:pt x="32" y="211"/>
                  </a:cubicBezTo>
                  <a:cubicBezTo>
                    <a:pt x="28" y="211"/>
                    <a:pt x="25" y="206"/>
                    <a:pt x="24" y="202"/>
                  </a:cubicBezTo>
                  <a:cubicBezTo>
                    <a:pt x="16" y="131"/>
                    <a:pt x="16" y="131"/>
                    <a:pt x="16" y="131"/>
                  </a:cubicBezTo>
                  <a:cubicBezTo>
                    <a:pt x="17" y="127"/>
                    <a:pt x="20" y="123"/>
                    <a:pt x="24" y="123"/>
                  </a:cubicBezTo>
                  <a:cubicBezTo>
                    <a:pt x="64" y="123"/>
                    <a:pt x="64" y="123"/>
                    <a:pt x="64" y="123"/>
                  </a:cubicBezTo>
                  <a:cubicBezTo>
                    <a:pt x="69" y="123"/>
                    <a:pt x="72" y="127"/>
                    <a:pt x="72" y="131"/>
                  </a:cubicBezTo>
                  <a:cubicBezTo>
                    <a:pt x="72" y="198"/>
                    <a:pt x="72" y="198"/>
                    <a:pt x="72" y="198"/>
                  </a:cubicBezTo>
                  <a:cubicBezTo>
                    <a:pt x="72" y="199"/>
                    <a:pt x="72" y="200"/>
                    <a:pt x="72" y="201"/>
                  </a:cubicBezTo>
                  <a:cubicBezTo>
                    <a:pt x="72" y="203"/>
                    <a:pt x="72" y="203"/>
                    <a:pt x="72" y="203"/>
                  </a:cubicBezTo>
                  <a:cubicBezTo>
                    <a:pt x="72" y="208"/>
                    <a:pt x="69" y="211"/>
                    <a:pt x="64" y="211"/>
                  </a:cubicBezTo>
                  <a:close/>
                  <a:moveTo>
                    <a:pt x="210" y="203"/>
                  </a:moveTo>
                  <a:cubicBezTo>
                    <a:pt x="105" y="203"/>
                    <a:pt x="105" y="203"/>
                    <a:pt x="105" y="203"/>
                  </a:cubicBezTo>
                  <a:cubicBezTo>
                    <a:pt x="88" y="194"/>
                    <a:pt x="88" y="194"/>
                    <a:pt x="88" y="194"/>
                  </a:cubicBezTo>
                  <a:cubicBezTo>
                    <a:pt x="88" y="131"/>
                    <a:pt x="88" y="131"/>
                    <a:pt x="88" y="131"/>
                  </a:cubicBezTo>
                  <a:cubicBezTo>
                    <a:pt x="88" y="128"/>
                    <a:pt x="87" y="124"/>
                    <a:pt x="86" y="121"/>
                  </a:cubicBezTo>
                  <a:cubicBezTo>
                    <a:pt x="100" y="109"/>
                    <a:pt x="136" y="75"/>
                    <a:pt x="136" y="48"/>
                  </a:cubicBezTo>
                  <a:cubicBezTo>
                    <a:pt x="136" y="31"/>
                    <a:pt x="136" y="16"/>
                    <a:pt x="140" y="16"/>
                  </a:cubicBezTo>
                  <a:cubicBezTo>
                    <a:pt x="148" y="16"/>
                    <a:pt x="156" y="25"/>
                    <a:pt x="156" y="44"/>
                  </a:cubicBezTo>
                  <a:cubicBezTo>
                    <a:pt x="156" y="67"/>
                    <a:pt x="152" y="90"/>
                    <a:pt x="152" y="90"/>
                  </a:cubicBezTo>
                  <a:cubicBezTo>
                    <a:pt x="152" y="93"/>
                    <a:pt x="153" y="95"/>
                    <a:pt x="154" y="97"/>
                  </a:cubicBezTo>
                  <a:cubicBezTo>
                    <a:pt x="156" y="98"/>
                    <a:pt x="158" y="100"/>
                    <a:pt x="160" y="100"/>
                  </a:cubicBezTo>
                  <a:cubicBezTo>
                    <a:pt x="232" y="100"/>
                    <a:pt x="232" y="100"/>
                    <a:pt x="232" y="100"/>
                  </a:cubicBezTo>
                  <a:cubicBezTo>
                    <a:pt x="237" y="100"/>
                    <a:pt x="240" y="103"/>
                    <a:pt x="240" y="108"/>
                  </a:cubicBezTo>
                  <a:cubicBezTo>
                    <a:pt x="240" y="112"/>
                    <a:pt x="237" y="116"/>
                    <a:pt x="232" y="116"/>
                  </a:cubicBezTo>
                  <a:cubicBezTo>
                    <a:pt x="223" y="116"/>
                    <a:pt x="223" y="116"/>
                    <a:pt x="223" y="116"/>
                  </a:cubicBezTo>
                  <a:cubicBezTo>
                    <a:pt x="219" y="116"/>
                    <a:pt x="215" y="119"/>
                    <a:pt x="215" y="124"/>
                  </a:cubicBezTo>
                  <a:cubicBezTo>
                    <a:pt x="215" y="128"/>
                    <a:pt x="219" y="132"/>
                    <a:pt x="223" y="132"/>
                  </a:cubicBezTo>
                  <a:cubicBezTo>
                    <a:pt x="224" y="132"/>
                    <a:pt x="224" y="132"/>
                    <a:pt x="224" y="132"/>
                  </a:cubicBezTo>
                  <a:cubicBezTo>
                    <a:pt x="224" y="132"/>
                    <a:pt x="224" y="132"/>
                    <a:pt x="224" y="132"/>
                  </a:cubicBezTo>
                  <a:cubicBezTo>
                    <a:pt x="229" y="132"/>
                    <a:pt x="232" y="135"/>
                    <a:pt x="232" y="140"/>
                  </a:cubicBezTo>
                  <a:cubicBezTo>
                    <a:pt x="232" y="144"/>
                    <a:pt x="229" y="148"/>
                    <a:pt x="224" y="148"/>
                  </a:cubicBezTo>
                  <a:cubicBezTo>
                    <a:pt x="219" y="148"/>
                    <a:pt x="219" y="148"/>
                    <a:pt x="219" y="148"/>
                  </a:cubicBezTo>
                  <a:cubicBezTo>
                    <a:pt x="219" y="148"/>
                    <a:pt x="218" y="147"/>
                    <a:pt x="218" y="147"/>
                  </a:cubicBezTo>
                  <a:cubicBezTo>
                    <a:pt x="218" y="147"/>
                    <a:pt x="218" y="148"/>
                    <a:pt x="218" y="148"/>
                  </a:cubicBezTo>
                  <a:cubicBezTo>
                    <a:pt x="215" y="148"/>
                    <a:pt x="215" y="148"/>
                    <a:pt x="215" y="148"/>
                  </a:cubicBezTo>
                  <a:cubicBezTo>
                    <a:pt x="211" y="148"/>
                    <a:pt x="207" y="151"/>
                    <a:pt x="207" y="156"/>
                  </a:cubicBezTo>
                  <a:cubicBezTo>
                    <a:pt x="207" y="160"/>
                    <a:pt x="211" y="164"/>
                    <a:pt x="215" y="164"/>
                  </a:cubicBezTo>
                  <a:cubicBezTo>
                    <a:pt x="218" y="164"/>
                    <a:pt x="218" y="164"/>
                    <a:pt x="218" y="164"/>
                  </a:cubicBezTo>
                  <a:cubicBezTo>
                    <a:pt x="222" y="164"/>
                    <a:pt x="224" y="166"/>
                    <a:pt x="224" y="169"/>
                  </a:cubicBezTo>
                  <a:cubicBezTo>
                    <a:pt x="224" y="173"/>
                    <a:pt x="221" y="175"/>
                    <a:pt x="218" y="175"/>
                  </a:cubicBezTo>
                  <a:cubicBezTo>
                    <a:pt x="210" y="175"/>
                    <a:pt x="210" y="175"/>
                    <a:pt x="210" y="175"/>
                  </a:cubicBezTo>
                  <a:cubicBezTo>
                    <a:pt x="210" y="175"/>
                    <a:pt x="210" y="175"/>
                    <a:pt x="210" y="175"/>
                  </a:cubicBezTo>
                  <a:cubicBezTo>
                    <a:pt x="210" y="175"/>
                    <a:pt x="210" y="175"/>
                    <a:pt x="210" y="175"/>
                  </a:cubicBezTo>
                  <a:cubicBezTo>
                    <a:pt x="206" y="175"/>
                    <a:pt x="202" y="179"/>
                    <a:pt x="202" y="183"/>
                  </a:cubicBezTo>
                  <a:cubicBezTo>
                    <a:pt x="202" y="188"/>
                    <a:pt x="206" y="191"/>
                    <a:pt x="210" y="191"/>
                  </a:cubicBezTo>
                  <a:cubicBezTo>
                    <a:pt x="213" y="191"/>
                    <a:pt x="216" y="194"/>
                    <a:pt x="216" y="197"/>
                  </a:cubicBezTo>
                  <a:cubicBezTo>
                    <a:pt x="216" y="201"/>
                    <a:pt x="213" y="203"/>
                    <a:pt x="210" y="203"/>
                  </a:cubicBezTo>
                  <a:close/>
                </a:path>
              </a:pathLst>
            </a:custGeom>
            <a:solidFill>
              <a:srgbClr val="3B4550">
                <a:alpha val="70000"/>
              </a:srgbClr>
            </a:solidFill>
            <a:ln>
              <a:noFill/>
            </a:ln>
          </p:spPr>
          <p:txBody>
            <a:bodyPr vert="horz" wrap="square" lIns="68580" tIns="34290" rIns="68580" bIns="34290" numCol="1" anchor="t" anchorCtr="0" compatLnSpc="1">
              <a:prstTxWarp prst="textNoShape">
                <a:avLst/>
              </a:prstTxWarp>
            </a:bodyPr>
            <a:lstStyle/>
            <a:p>
              <a:endParaRPr lang="en-US" sz="1260" dirty="0">
                <a:solidFill>
                  <a:schemeClr val="tx2"/>
                </a:solidFill>
              </a:endParaRPr>
            </a:p>
          </p:txBody>
        </p:sp>
        <p:grpSp>
          <p:nvGrpSpPr>
            <p:cNvPr id="265" name="Group 264">
              <a:extLst>
                <a:ext uri="{FF2B5EF4-FFF2-40B4-BE49-F238E27FC236}">
                  <a16:creationId xmlns:a16="http://schemas.microsoft.com/office/drawing/2014/main" id="{B93AF9C7-C1B0-49FB-8FE1-112886BFB335}"/>
                </a:ext>
              </a:extLst>
            </p:cNvPr>
            <p:cNvGrpSpPr/>
            <p:nvPr/>
          </p:nvGrpSpPr>
          <p:grpSpPr>
            <a:xfrm flipH="1">
              <a:off x="8312541" y="3029062"/>
              <a:ext cx="2016000" cy="630066"/>
              <a:chOff x="8052787" y="2137093"/>
              <a:chExt cx="2016000" cy="630066"/>
            </a:xfrm>
          </p:grpSpPr>
          <p:sp>
            <p:nvSpPr>
              <p:cNvPr id="266" name="TextBox 265">
                <a:extLst>
                  <a:ext uri="{FF2B5EF4-FFF2-40B4-BE49-F238E27FC236}">
                    <a16:creationId xmlns:a16="http://schemas.microsoft.com/office/drawing/2014/main" id="{2A48983F-7CE4-4F51-8813-EC5E29B56175}"/>
                  </a:ext>
                </a:extLst>
              </p:cNvPr>
              <p:cNvSpPr txBox="1"/>
              <p:nvPr/>
            </p:nvSpPr>
            <p:spPr>
              <a:xfrm>
                <a:off x="8052787" y="2396736"/>
                <a:ext cx="2016000" cy="370423"/>
              </a:xfrm>
              <a:prstGeom prst="rect">
                <a:avLst/>
              </a:prstGeom>
              <a:noFill/>
            </p:spPr>
            <p:txBody>
              <a:bodyPr wrap="square" lIns="0" tIns="0" rIns="0" bIns="0" rtlCol="0">
                <a:spAutoFit/>
              </a:bodyPr>
              <a:lstStyle/>
              <a:p>
                <a:r>
                  <a:rPr lang="en-IN" sz="2000" dirty="0"/>
                  <a:t>Sharp decline in customer satisfaction and trust</a:t>
                </a:r>
              </a:p>
            </p:txBody>
          </p:sp>
          <p:sp>
            <p:nvSpPr>
              <p:cNvPr id="267" name="TextBox 266">
                <a:extLst>
                  <a:ext uri="{FF2B5EF4-FFF2-40B4-BE49-F238E27FC236}">
                    <a16:creationId xmlns:a16="http://schemas.microsoft.com/office/drawing/2014/main" id="{C47E07CB-B43A-4B81-AB9D-85F960889394}"/>
                  </a:ext>
                </a:extLst>
              </p:cNvPr>
              <p:cNvSpPr txBox="1"/>
              <p:nvPr/>
            </p:nvSpPr>
            <p:spPr>
              <a:xfrm>
                <a:off x="8052787" y="2137093"/>
                <a:ext cx="2016000" cy="222254"/>
              </a:xfrm>
              <a:prstGeom prst="rect">
                <a:avLst/>
              </a:prstGeom>
              <a:noFill/>
            </p:spPr>
            <p:txBody>
              <a:bodyPr wrap="square" lIns="0" tIns="0" rIns="0" bIns="0" rtlCol="0">
                <a:spAutoFit/>
              </a:bodyPr>
              <a:lstStyle/>
              <a:p>
                <a:r>
                  <a:rPr lang="en-US" sz="2400" b="1" dirty="0">
                    <a:solidFill>
                      <a:schemeClr val="accent2"/>
                    </a:solidFill>
                    <a:cs typeface="Arial" panose="020B0604020202020204" pitchFamily="34" charset="0"/>
                  </a:rPr>
                  <a:t>02</a:t>
                </a:r>
              </a:p>
            </p:txBody>
          </p:sp>
        </p:grpSp>
        <p:grpSp>
          <p:nvGrpSpPr>
            <p:cNvPr id="268" name="Group 267">
              <a:extLst>
                <a:ext uri="{FF2B5EF4-FFF2-40B4-BE49-F238E27FC236}">
                  <a16:creationId xmlns:a16="http://schemas.microsoft.com/office/drawing/2014/main" id="{5580C975-AEED-4C4A-B929-9EADAA3C0A8B}"/>
                </a:ext>
              </a:extLst>
            </p:cNvPr>
            <p:cNvGrpSpPr/>
            <p:nvPr/>
          </p:nvGrpSpPr>
          <p:grpSpPr>
            <a:xfrm flipH="1">
              <a:off x="2150383" y="1503241"/>
              <a:ext cx="2016000" cy="630066"/>
              <a:chOff x="8052787" y="2137093"/>
              <a:chExt cx="2016000" cy="630066"/>
            </a:xfrm>
          </p:grpSpPr>
          <p:sp>
            <p:nvSpPr>
              <p:cNvPr id="269" name="TextBox 268">
                <a:extLst>
                  <a:ext uri="{FF2B5EF4-FFF2-40B4-BE49-F238E27FC236}">
                    <a16:creationId xmlns:a16="http://schemas.microsoft.com/office/drawing/2014/main" id="{041113E9-1DB1-4C27-A073-5A27DBEBEA28}"/>
                  </a:ext>
                </a:extLst>
              </p:cNvPr>
              <p:cNvSpPr txBox="1"/>
              <p:nvPr/>
            </p:nvSpPr>
            <p:spPr>
              <a:xfrm>
                <a:off x="8052787" y="2396736"/>
                <a:ext cx="2016000" cy="370423"/>
              </a:xfrm>
              <a:prstGeom prst="rect">
                <a:avLst/>
              </a:prstGeom>
              <a:noFill/>
            </p:spPr>
            <p:txBody>
              <a:bodyPr wrap="square" lIns="0" tIns="0" rIns="0" bIns="0" rtlCol="0">
                <a:spAutoFit/>
              </a:bodyPr>
              <a:lstStyle/>
              <a:p>
                <a:pPr algn="r"/>
                <a:r>
                  <a:rPr lang="en-IN" sz="2000" dirty="0"/>
                  <a:t>Rising customer acquisition and recovery costs</a:t>
                </a:r>
                <a:r>
                  <a:rPr lang="en-IN" sz="2000" dirty="0">
                    <a:solidFill>
                      <a:srgbClr val="1E1C1A"/>
                    </a:solidFill>
                    <a:latin typeface="Dosis"/>
                    <a:ea typeface="Dosis"/>
                    <a:cs typeface="Dosis"/>
                    <a:sym typeface="Dosis"/>
                  </a:rPr>
                  <a:t>.</a:t>
                </a:r>
                <a:endParaRPr lang="en-IN" sz="2400" dirty="0"/>
              </a:p>
            </p:txBody>
          </p:sp>
          <p:sp>
            <p:nvSpPr>
              <p:cNvPr id="270" name="TextBox 269">
                <a:extLst>
                  <a:ext uri="{FF2B5EF4-FFF2-40B4-BE49-F238E27FC236}">
                    <a16:creationId xmlns:a16="http://schemas.microsoft.com/office/drawing/2014/main" id="{4CCFCDC7-7145-4689-9B3A-E2152E617BD6}"/>
                  </a:ext>
                </a:extLst>
              </p:cNvPr>
              <p:cNvSpPr txBox="1"/>
              <p:nvPr/>
            </p:nvSpPr>
            <p:spPr>
              <a:xfrm>
                <a:off x="8052787" y="2137093"/>
                <a:ext cx="2016000" cy="222254"/>
              </a:xfrm>
              <a:prstGeom prst="rect">
                <a:avLst/>
              </a:prstGeom>
              <a:noFill/>
            </p:spPr>
            <p:txBody>
              <a:bodyPr wrap="square" lIns="0" tIns="0" rIns="0" bIns="0" rtlCol="0">
                <a:spAutoFit/>
              </a:bodyPr>
              <a:lstStyle/>
              <a:p>
                <a:pPr algn="r"/>
                <a:r>
                  <a:rPr lang="en-US" sz="2400" b="1" dirty="0">
                    <a:solidFill>
                      <a:schemeClr val="accent5"/>
                    </a:solidFill>
                    <a:cs typeface="Arial" panose="020B0604020202020204" pitchFamily="34" charset="0"/>
                  </a:rPr>
                  <a:t>05</a:t>
                </a:r>
              </a:p>
            </p:txBody>
          </p:sp>
        </p:grpSp>
        <p:grpSp>
          <p:nvGrpSpPr>
            <p:cNvPr id="271" name="Group 270">
              <a:extLst>
                <a:ext uri="{FF2B5EF4-FFF2-40B4-BE49-F238E27FC236}">
                  <a16:creationId xmlns:a16="http://schemas.microsoft.com/office/drawing/2014/main" id="{C973A910-B2B4-4955-8FE7-AAA57D3EDED0}"/>
                </a:ext>
              </a:extLst>
            </p:cNvPr>
            <p:cNvGrpSpPr/>
            <p:nvPr/>
          </p:nvGrpSpPr>
          <p:grpSpPr>
            <a:xfrm flipH="1">
              <a:off x="1863460" y="3749209"/>
              <a:ext cx="2016000" cy="630066"/>
              <a:chOff x="8052787" y="2137093"/>
              <a:chExt cx="2016000" cy="630066"/>
            </a:xfrm>
          </p:grpSpPr>
          <p:sp>
            <p:nvSpPr>
              <p:cNvPr id="272" name="TextBox 271">
                <a:extLst>
                  <a:ext uri="{FF2B5EF4-FFF2-40B4-BE49-F238E27FC236}">
                    <a16:creationId xmlns:a16="http://schemas.microsoft.com/office/drawing/2014/main" id="{C8A4B03D-EF82-4435-B917-C5A5DEECDBA4}"/>
                  </a:ext>
                </a:extLst>
              </p:cNvPr>
              <p:cNvSpPr txBox="1"/>
              <p:nvPr/>
            </p:nvSpPr>
            <p:spPr>
              <a:xfrm>
                <a:off x="8052787" y="2396736"/>
                <a:ext cx="2016000" cy="370423"/>
              </a:xfrm>
              <a:prstGeom prst="rect">
                <a:avLst/>
              </a:prstGeom>
              <a:noFill/>
            </p:spPr>
            <p:txBody>
              <a:bodyPr wrap="square" lIns="0" tIns="0" rIns="0" bIns="0" rtlCol="0">
                <a:spAutoFit/>
              </a:bodyPr>
              <a:lstStyle/>
              <a:p>
                <a:pPr algn="r"/>
                <a:r>
                  <a:rPr lang="en-IN" sz="2000" dirty="0"/>
                  <a:t>Loss of partner restaurants to competing platforms</a:t>
                </a:r>
              </a:p>
            </p:txBody>
          </p:sp>
          <p:sp>
            <p:nvSpPr>
              <p:cNvPr id="273" name="TextBox 272">
                <a:extLst>
                  <a:ext uri="{FF2B5EF4-FFF2-40B4-BE49-F238E27FC236}">
                    <a16:creationId xmlns:a16="http://schemas.microsoft.com/office/drawing/2014/main" id="{A3F08670-2A39-49E0-A9CE-B09FB9A1869C}"/>
                  </a:ext>
                </a:extLst>
              </p:cNvPr>
              <p:cNvSpPr txBox="1"/>
              <p:nvPr/>
            </p:nvSpPr>
            <p:spPr>
              <a:xfrm>
                <a:off x="8052787" y="2137093"/>
                <a:ext cx="2016000" cy="222254"/>
              </a:xfrm>
              <a:prstGeom prst="rect">
                <a:avLst/>
              </a:prstGeom>
              <a:noFill/>
            </p:spPr>
            <p:txBody>
              <a:bodyPr wrap="square" lIns="0" tIns="0" rIns="0" bIns="0" rtlCol="0">
                <a:spAutoFit/>
              </a:bodyPr>
              <a:lstStyle/>
              <a:p>
                <a:pPr algn="r"/>
                <a:r>
                  <a:rPr lang="en-US" sz="2400" b="1" dirty="0">
                    <a:solidFill>
                      <a:schemeClr val="accent4"/>
                    </a:solidFill>
                    <a:cs typeface="Arial" panose="020B0604020202020204" pitchFamily="34" charset="0"/>
                  </a:rPr>
                  <a:t>04</a:t>
                </a:r>
              </a:p>
            </p:txBody>
          </p:sp>
        </p:grpSp>
        <p:grpSp>
          <p:nvGrpSpPr>
            <p:cNvPr id="274" name="Group 273">
              <a:extLst>
                <a:ext uri="{FF2B5EF4-FFF2-40B4-BE49-F238E27FC236}">
                  <a16:creationId xmlns:a16="http://schemas.microsoft.com/office/drawing/2014/main" id="{6E5A7C44-297E-47BC-9237-B90399AC5667}"/>
                </a:ext>
              </a:extLst>
            </p:cNvPr>
            <p:cNvGrpSpPr/>
            <p:nvPr/>
          </p:nvGrpSpPr>
          <p:grpSpPr>
            <a:xfrm flipH="1">
              <a:off x="5500254" y="5561597"/>
              <a:ext cx="2016000" cy="815277"/>
              <a:chOff x="8052787" y="2137093"/>
              <a:chExt cx="2016000" cy="815277"/>
            </a:xfrm>
          </p:grpSpPr>
          <p:sp>
            <p:nvSpPr>
              <p:cNvPr id="275" name="TextBox 274">
                <a:extLst>
                  <a:ext uri="{FF2B5EF4-FFF2-40B4-BE49-F238E27FC236}">
                    <a16:creationId xmlns:a16="http://schemas.microsoft.com/office/drawing/2014/main" id="{38E18863-C569-4927-AB4E-C0C4265328D8}"/>
                  </a:ext>
                </a:extLst>
              </p:cNvPr>
              <p:cNvSpPr txBox="1"/>
              <p:nvPr/>
            </p:nvSpPr>
            <p:spPr>
              <a:xfrm>
                <a:off x="8052787" y="2396736"/>
                <a:ext cx="2016000" cy="555634"/>
              </a:xfrm>
              <a:prstGeom prst="rect">
                <a:avLst/>
              </a:prstGeom>
              <a:noFill/>
            </p:spPr>
            <p:txBody>
              <a:bodyPr wrap="square" lIns="0" tIns="0" rIns="0" bIns="0" rtlCol="0">
                <a:spAutoFit/>
              </a:bodyPr>
              <a:lstStyle/>
              <a:p>
                <a:pPr algn="ctr"/>
                <a:r>
                  <a:rPr lang="en-IN" sz="2000" dirty="0"/>
                  <a:t>Increased delivery delays, cancellations, and SLA breaches</a:t>
                </a:r>
              </a:p>
            </p:txBody>
          </p:sp>
          <p:sp>
            <p:nvSpPr>
              <p:cNvPr id="276" name="TextBox 275">
                <a:extLst>
                  <a:ext uri="{FF2B5EF4-FFF2-40B4-BE49-F238E27FC236}">
                    <a16:creationId xmlns:a16="http://schemas.microsoft.com/office/drawing/2014/main" id="{C46B8C68-7DAC-403F-B045-9FCE14444E32}"/>
                  </a:ext>
                </a:extLst>
              </p:cNvPr>
              <p:cNvSpPr txBox="1"/>
              <p:nvPr/>
            </p:nvSpPr>
            <p:spPr>
              <a:xfrm>
                <a:off x="8052787" y="2137093"/>
                <a:ext cx="2016000" cy="222254"/>
              </a:xfrm>
              <a:prstGeom prst="rect">
                <a:avLst/>
              </a:prstGeom>
              <a:noFill/>
            </p:spPr>
            <p:txBody>
              <a:bodyPr wrap="square" lIns="0" tIns="0" rIns="0" bIns="0" rtlCol="0">
                <a:spAutoFit/>
              </a:bodyPr>
              <a:lstStyle/>
              <a:p>
                <a:pPr algn="ctr"/>
                <a:r>
                  <a:rPr lang="en-US" sz="2400" b="1" dirty="0">
                    <a:solidFill>
                      <a:schemeClr val="accent3"/>
                    </a:solidFill>
                    <a:cs typeface="Arial" panose="020B0604020202020204" pitchFamily="34" charset="0"/>
                  </a:rPr>
                  <a:t>03</a:t>
                </a:r>
              </a:p>
            </p:txBody>
          </p:sp>
        </p:grpSp>
      </p:grpSp>
      <p:sp>
        <p:nvSpPr>
          <p:cNvPr id="2" name="Rectangle 1">
            <a:extLst>
              <a:ext uri="{FF2B5EF4-FFF2-40B4-BE49-F238E27FC236}">
                <a16:creationId xmlns:a16="http://schemas.microsoft.com/office/drawing/2014/main" id="{E0D17630-1DE4-49C1-9F42-E55F774D6779}"/>
              </a:ext>
            </a:extLst>
          </p:cNvPr>
          <p:cNvSpPr/>
          <p:nvPr/>
        </p:nvSpPr>
        <p:spPr>
          <a:xfrm>
            <a:off x="6493279" y="312024"/>
            <a:ext cx="5301452" cy="738664"/>
          </a:xfrm>
          <a:prstGeom prst="rect">
            <a:avLst/>
          </a:prstGeom>
        </p:spPr>
        <p:txBody>
          <a:bodyPr wrap="none">
            <a:spAutoFit/>
          </a:bodyPr>
          <a:lstStyle/>
          <a:p>
            <a:pPr algn="ctr"/>
            <a:r>
              <a:rPr lang="en-US" sz="4200" b="1" dirty="0">
                <a:solidFill>
                  <a:schemeClr val="tx1">
                    <a:lumMod val="85000"/>
                    <a:lumOff val="15000"/>
                  </a:schemeClr>
                </a:solidFill>
              </a:rPr>
              <a:t>BUSINESS IMPACT </a:t>
            </a:r>
          </a:p>
        </p:txBody>
      </p:sp>
      <p:cxnSp>
        <p:nvCxnSpPr>
          <p:cNvPr id="4" name="Straight Connector 3">
            <a:extLst>
              <a:ext uri="{FF2B5EF4-FFF2-40B4-BE49-F238E27FC236}">
                <a16:creationId xmlns:a16="http://schemas.microsoft.com/office/drawing/2014/main" id="{9015FB47-D7D2-4DA9-BF1E-120966350543}"/>
              </a:ext>
            </a:extLst>
          </p:cNvPr>
          <p:cNvCxnSpPr/>
          <p:nvPr/>
        </p:nvCxnSpPr>
        <p:spPr>
          <a:xfrm>
            <a:off x="6898563" y="1147655"/>
            <a:ext cx="4490874"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6776518"/>
      </p:ext>
    </p:extLst>
  </p:cSld>
  <p:clrMapOvr>
    <a:masterClrMapping/>
  </p:clrMapOvr>
  <mc:AlternateContent xmlns:mc="http://schemas.openxmlformats.org/markup-compatibility/2006" xmlns:p14="http://schemas.microsoft.com/office/powerpoint/2010/main">
    <mc:Choice Requires="p14">
      <p:transition spd="slow" p14:dur="2500" advTm="2393">
        <p:checker/>
      </p:transition>
    </mc:Choice>
    <mc:Fallback xmlns="">
      <p:transition spd="slow" advTm="2393">
        <p:checker/>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130B-D96E-44CF-08D8-E23ABA3F211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AB47769-2DC7-3619-69E3-6519BDFFB12E}"/>
              </a:ext>
            </a:extLst>
          </p:cNvPr>
          <p:cNvSpPr/>
          <p:nvPr/>
        </p:nvSpPr>
        <p:spPr>
          <a:xfrm>
            <a:off x="6703274" y="312024"/>
            <a:ext cx="4881466" cy="738664"/>
          </a:xfrm>
          <a:prstGeom prst="rect">
            <a:avLst/>
          </a:prstGeom>
        </p:spPr>
        <p:txBody>
          <a:bodyPr wrap="none">
            <a:spAutoFit/>
          </a:bodyPr>
          <a:lstStyle/>
          <a:p>
            <a:pPr algn="ctr"/>
            <a:r>
              <a:rPr lang="en-US" sz="4200" b="1" dirty="0">
                <a:solidFill>
                  <a:schemeClr val="tx1">
                    <a:lumMod val="85000"/>
                    <a:lumOff val="15000"/>
                  </a:schemeClr>
                </a:solidFill>
              </a:rPr>
              <a:t>DATA MODELING </a:t>
            </a:r>
          </a:p>
        </p:txBody>
      </p:sp>
      <p:cxnSp>
        <p:nvCxnSpPr>
          <p:cNvPr id="4" name="Straight Connector 3">
            <a:extLst>
              <a:ext uri="{FF2B5EF4-FFF2-40B4-BE49-F238E27FC236}">
                <a16:creationId xmlns:a16="http://schemas.microsoft.com/office/drawing/2014/main" id="{1BF35530-501F-72FA-97EC-FFB5DC11A4AF}"/>
              </a:ext>
            </a:extLst>
          </p:cNvPr>
          <p:cNvCxnSpPr/>
          <p:nvPr/>
        </p:nvCxnSpPr>
        <p:spPr>
          <a:xfrm>
            <a:off x="6898563" y="1147655"/>
            <a:ext cx="4490874"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screenshot of a computer&#10;&#10;AI-generated content may be incorrect.">
            <a:extLst>
              <a:ext uri="{FF2B5EF4-FFF2-40B4-BE49-F238E27FC236}">
                <a16:creationId xmlns:a16="http://schemas.microsoft.com/office/drawing/2014/main" id="{CABBD7BC-1634-8712-A7D2-3A90EEF64E91}"/>
              </a:ext>
            </a:extLst>
          </p:cNvPr>
          <p:cNvPicPr>
            <a:picLocks noChangeAspect="1"/>
          </p:cNvPicPr>
          <p:nvPr/>
        </p:nvPicPr>
        <p:blipFill>
          <a:blip r:embed="rId2"/>
          <a:stretch>
            <a:fillRect/>
          </a:stretch>
        </p:blipFill>
        <p:spPr>
          <a:xfrm>
            <a:off x="1132115" y="2024744"/>
            <a:ext cx="16154399" cy="7114598"/>
          </a:xfrm>
          <a:prstGeom prst="rect">
            <a:avLst/>
          </a:prstGeom>
        </p:spPr>
      </p:pic>
    </p:spTree>
    <p:extLst>
      <p:ext uri="{BB962C8B-B14F-4D97-AF65-F5344CB8AC3E}">
        <p14:creationId xmlns:p14="http://schemas.microsoft.com/office/powerpoint/2010/main" val="4223537678"/>
      </p:ext>
    </p:extLst>
  </p:cSld>
  <p:clrMapOvr>
    <a:masterClrMapping/>
  </p:clrMapOvr>
  <mc:AlternateContent xmlns:mc="http://schemas.openxmlformats.org/markup-compatibility/2006">
    <mc:Choice xmlns:p14="http://schemas.microsoft.com/office/powerpoint/2010/main" Requires="p14">
      <p:transition spd="slow" p14:dur="2500" advTm="2393">
        <p:checker/>
      </p:transition>
    </mc:Choice>
    <mc:Fallback>
      <p:transition spd="slow" advTm="2393">
        <p:checker/>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1EDF7"/>
        </a:solidFill>
        <a:effectLst/>
      </p:bgPr>
    </p:bg>
    <p:spTree>
      <p:nvGrpSpPr>
        <p:cNvPr id="1" name="Shape 336"/>
        <p:cNvGrpSpPr/>
        <p:nvPr/>
      </p:nvGrpSpPr>
      <p:grpSpPr>
        <a:xfrm>
          <a:off x="0" y="0"/>
          <a:ext cx="0" cy="0"/>
          <a:chOff x="0" y="0"/>
          <a:chExt cx="0" cy="0"/>
        </a:xfrm>
      </p:grpSpPr>
      <p:pic>
        <p:nvPicPr>
          <p:cNvPr id="337" name="Google Shape;337;p17"/>
          <p:cNvPicPr preferRelativeResize="0"/>
          <p:nvPr/>
        </p:nvPicPr>
        <p:blipFill>
          <a:blip r:embed="rId3">
            <a:alphaModFix/>
          </a:blip>
          <a:stretch>
            <a:fillRect/>
          </a:stretch>
        </p:blipFill>
        <p:spPr>
          <a:xfrm>
            <a:off x="0" y="0"/>
            <a:ext cx="18288000" cy="10286987"/>
          </a:xfrm>
          <a:prstGeom prst="rect">
            <a:avLst/>
          </a:prstGeom>
          <a:noFill/>
          <a:ln>
            <a:noFill/>
          </a:ln>
        </p:spPr>
      </p:pic>
      <p:sp>
        <p:nvSpPr>
          <p:cNvPr id="338" name="Google Shape;338;p17"/>
          <p:cNvSpPr/>
          <p:nvPr/>
        </p:nvSpPr>
        <p:spPr>
          <a:xfrm>
            <a:off x="-50" y="0"/>
            <a:ext cx="18291008" cy="10288692"/>
          </a:xfrm>
          <a:custGeom>
            <a:avLst/>
            <a:gdLst/>
            <a:ahLst/>
            <a:cxnLst/>
            <a:rect l="l" t="t" r="r" b="b"/>
            <a:pathLst>
              <a:path w="4816592" h="2709333" extrusionOk="0">
                <a:moveTo>
                  <a:pt x="0" y="0"/>
                </a:moveTo>
                <a:lnTo>
                  <a:pt x="4816592" y="0"/>
                </a:lnTo>
                <a:lnTo>
                  <a:pt x="4816592" y="2709333"/>
                </a:lnTo>
                <a:lnTo>
                  <a:pt x="0" y="2709333"/>
                </a:lnTo>
                <a:close/>
              </a:path>
            </a:pathLst>
          </a:custGeom>
          <a:gradFill>
            <a:gsLst>
              <a:gs pos="0">
                <a:srgbClr val="5C24CC">
                  <a:alpha val="60000"/>
                </a:srgbClr>
              </a:gs>
              <a:gs pos="50000">
                <a:srgbClr val="8C52FF">
                  <a:alpha val="60000"/>
                </a:srgbClr>
              </a:gs>
              <a:gs pos="100000">
                <a:srgbClr val="EDCDFF">
                  <a:alpha val="60000"/>
                </a:srgbClr>
              </a:gs>
            </a:gsLst>
            <a:lin ang="2700006" scaled="0"/>
          </a:gradFill>
          <a:ln>
            <a:noFill/>
          </a:ln>
        </p:spPr>
        <p:txBody>
          <a:bodyPr/>
          <a:lstStyle/>
          <a:p>
            <a:endParaRPr lang="en-IN" dirty="0"/>
          </a:p>
        </p:txBody>
      </p:sp>
      <p:sp>
        <p:nvSpPr>
          <p:cNvPr id="339" name="Google Shape;339;p17"/>
          <p:cNvSpPr txBox="1"/>
          <p:nvPr/>
        </p:nvSpPr>
        <p:spPr>
          <a:xfrm>
            <a:off x="1265915" y="160517"/>
            <a:ext cx="16916400" cy="1034129"/>
          </a:xfrm>
          <a:prstGeom prst="rect">
            <a:avLst/>
          </a:prstGeom>
          <a:noFill/>
          <a:ln>
            <a:noFill/>
          </a:ln>
        </p:spPr>
        <p:txBody>
          <a:bodyPr spcFirstLastPara="1" wrap="square" lIns="0" tIns="0" rIns="0" bIns="0" anchor="t" anchorCtr="0">
            <a:spAutoFit/>
          </a:bodyPr>
          <a:lstStyle/>
          <a:p>
            <a:pPr lvl="0">
              <a:lnSpc>
                <a:spcPct val="120001"/>
              </a:lnSpc>
            </a:pPr>
            <a:r>
              <a:rPr lang="en-IN" sz="2800" b="1" dirty="0">
                <a:solidFill>
                  <a:schemeClr val="bg1"/>
                </a:solidFill>
              </a:rPr>
              <a:t>Compare total orders across pre-crisis (Jan–May 2025) vs crisis (Jun–Sep 2025). How severe is the decline?</a:t>
            </a:r>
            <a:endParaRPr sz="2800" b="1" dirty="0">
              <a:solidFill>
                <a:schemeClr val="bg1"/>
              </a:solidFill>
              <a:latin typeface="Dosis ExtraBold"/>
              <a:ea typeface="Dosis ExtraBold"/>
              <a:cs typeface="Dosis ExtraBold"/>
              <a:sym typeface="Dosis ExtraBold"/>
            </a:endParaRPr>
          </a:p>
        </p:txBody>
      </p:sp>
      <p:sp>
        <p:nvSpPr>
          <p:cNvPr id="341" name="Google Shape;341;p17"/>
          <p:cNvSpPr txBox="1"/>
          <p:nvPr/>
        </p:nvSpPr>
        <p:spPr>
          <a:xfrm>
            <a:off x="174171" y="-35869"/>
            <a:ext cx="1408800" cy="12315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8000" i="0" u="none" strike="noStrike" cap="none" dirty="0">
                <a:solidFill>
                  <a:srgbClr val="FFFFFF"/>
                </a:solidFill>
                <a:latin typeface="Dosis ExtraBold"/>
                <a:ea typeface="Dosis ExtraBold"/>
                <a:cs typeface="Dosis ExtraBold"/>
                <a:sym typeface="Dosis ExtraBold"/>
              </a:rPr>
              <a:t>01</a:t>
            </a:r>
            <a:endParaRPr dirty="0">
              <a:latin typeface="Dosis ExtraBold"/>
              <a:ea typeface="Dosis ExtraBold"/>
              <a:cs typeface="Dosis ExtraBold"/>
              <a:sym typeface="Dosis ExtraBold"/>
            </a:endParaRPr>
          </a:p>
        </p:txBody>
      </p:sp>
      <p:sp>
        <p:nvSpPr>
          <p:cNvPr id="342" name="Google Shape;342;p17"/>
          <p:cNvSpPr txBox="1"/>
          <p:nvPr/>
        </p:nvSpPr>
        <p:spPr>
          <a:xfrm>
            <a:off x="1028700" y="9475979"/>
            <a:ext cx="2407965" cy="23114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400" b="1" i="0" u="none" strike="noStrike" cap="none">
                <a:solidFill>
                  <a:srgbClr val="FFFFFF"/>
                </a:solidFill>
                <a:latin typeface="Dosis"/>
                <a:ea typeface="Dosis"/>
                <a:cs typeface="Dosis"/>
                <a:sym typeface="Dosis"/>
              </a:rPr>
              <a:t>MCKINSEY STRATEGIC PLANNING</a:t>
            </a:r>
            <a:endParaRPr/>
          </a:p>
        </p:txBody>
      </p:sp>
      <p:pic>
        <p:nvPicPr>
          <p:cNvPr id="5" name="Picture 4" descr="A screenshot of a computer&#10;&#10;AI-generated content may be incorrect.">
            <a:extLst>
              <a:ext uri="{FF2B5EF4-FFF2-40B4-BE49-F238E27FC236}">
                <a16:creationId xmlns:a16="http://schemas.microsoft.com/office/drawing/2014/main" id="{E7B1A3A7-28E6-66DC-C84F-5D0F3D1E3A39}"/>
              </a:ext>
            </a:extLst>
          </p:cNvPr>
          <p:cNvPicPr>
            <a:picLocks noChangeAspect="1"/>
          </p:cNvPicPr>
          <p:nvPr/>
        </p:nvPicPr>
        <p:blipFill>
          <a:blip r:embed="rId4"/>
          <a:stretch>
            <a:fillRect/>
          </a:stretch>
        </p:blipFill>
        <p:spPr>
          <a:xfrm>
            <a:off x="10951029" y="1355163"/>
            <a:ext cx="7162800" cy="3303128"/>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0DF5969E-0E2B-1C09-6707-D29C8BEC6762}"/>
              </a:ext>
            </a:extLst>
          </p:cNvPr>
          <p:cNvPicPr>
            <a:picLocks noChangeAspect="1"/>
          </p:cNvPicPr>
          <p:nvPr/>
        </p:nvPicPr>
        <p:blipFill>
          <a:blip r:embed="rId5"/>
          <a:stretch>
            <a:fillRect/>
          </a:stretch>
        </p:blipFill>
        <p:spPr>
          <a:xfrm>
            <a:off x="10951029" y="4658291"/>
            <a:ext cx="7162800" cy="5143487"/>
          </a:xfrm>
          <a:prstGeom prst="rect">
            <a:avLst/>
          </a:prstGeom>
        </p:spPr>
      </p:pic>
      <p:pic>
        <p:nvPicPr>
          <p:cNvPr id="9" name="Picture 8" descr="A screenshot of a graph&#10;&#10;AI-generated content may be incorrect.">
            <a:extLst>
              <a:ext uri="{FF2B5EF4-FFF2-40B4-BE49-F238E27FC236}">
                <a16:creationId xmlns:a16="http://schemas.microsoft.com/office/drawing/2014/main" id="{89644367-670C-3CAE-0102-344ED164CDD6}"/>
              </a:ext>
            </a:extLst>
          </p:cNvPr>
          <p:cNvPicPr>
            <a:picLocks noChangeAspect="1"/>
          </p:cNvPicPr>
          <p:nvPr/>
        </p:nvPicPr>
        <p:blipFill>
          <a:blip r:embed="rId6"/>
          <a:stretch>
            <a:fillRect/>
          </a:stretch>
        </p:blipFill>
        <p:spPr>
          <a:xfrm>
            <a:off x="174171" y="1355163"/>
            <a:ext cx="8425543" cy="6828185"/>
          </a:xfrm>
          <a:prstGeom prst="rect">
            <a:avLst/>
          </a:prstGeom>
        </p:spPr>
      </p:pic>
      <p:sp>
        <p:nvSpPr>
          <p:cNvPr id="10" name="TextBox 9">
            <a:extLst>
              <a:ext uri="{FF2B5EF4-FFF2-40B4-BE49-F238E27FC236}">
                <a16:creationId xmlns:a16="http://schemas.microsoft.com/office/drawing/2014/main" id="{754A4C3F-0E3C-82E4-DE67-FB2C1D9E1CF3}"/>
              </a:ext>
            </a:extLst>
          </p:cNvPr>
          <p:cNvSpPr txBox="1"/>
          <p:nvPr/>
        </p:nvSpPr>
        <p:spPr>
          <a:xfrm>
            <a:off x="174171" y="8830809"/>
            <a:ext cx="8259085" cy="584775"/>
          </a:xfrm>
          <a:prstGeom prst="rect">
            <a:avLst/>
          </a:prstGeom>
          <a:noFill/>
        </p:spPr>
        <p:txBody>
          <a:bodyPr wrap="square" rtlCol="0">
            <a:spAutoFit/>
          </a:bodyPr>
          <a:lstStyle/>
          <a:p>
            <a:r>
              <a:rPr lang="en-IN" sz="1600" i="1" dirty="0">
                <a:solidFill>
                  <a:schemeClr val="bg1"/>
                </a:solidFill>
              </a:rPr>
              <a:t>Total orders declined by approximately </a:t>
            </a:r>
            <a:r>
              <a:rPr lang="en-IN" sz="1600" b="1" i="1" dirty="0">
                <a:solidFill>
                  <a:schemeClr val="bg1"/>
                </a:solidFill>
              </a:rPr>
              <a:t>60–65%</a:t>
            </a:r>
            <a:r>
              <a:rPr lang="en-IN" sz="1600" i="1" dirty="0">
                <a:solidFill>
                  <a:schemeClr val="bg1"/>
                </a:solidFill>
              </a:rPr>
              <a:t> from May to June, falling from around </a:t>
            </a:r>
            <a:r>
              <a:rPr lang="en-IN" sz="1600" b="1" i="1" dirty="0">
                <a:solidFill>
                  <a:schemeClr val="bg1"/>
                </a:solidFill>
              </a:rPr>
              <a:t>23–24K</a:t>
            </a:r>
            <a:r>
              <a:rPr lang="en-IN" sz="1600" i="1" dirty="0">
                <a:solidFill>
                  <a:schemeClr val="bg1"/>
                </a:solidFill>
              </a:rPr>
              <a:t> to about </a:t>
            </a:r>
            <a:r>
              <a:rPr lang="en-IN" sz="1600" b="1" i="1" dirty="0">
                <a:solidFill>
                  <a:schemeClr val="bg1"/>
                </a:solidFill>
              </a:rPr>
              <a:t>9K</a:t>
            </a:r>
            <a:r>
              <a:rPr lang="en-IN" sz="1600" i="1" dirty="0">
                <a:solidFill>
                  <a:schemeClr val="bg1"/>
                </a:solidFill>
              </a:rPr>
              <a:t>, indicating a sharp mid-year drop in demand.</a:t>
            </a:r>
          </a:p>
        </p:txBody>
      </p:sp>
    </p:spTree>
  </p:cSld>
  <p:clrMapOvr>
    <a:masterClrMapping/>
  </p:clrMapOvr>
  <mc:AlternateContent xmlns:mc="http://schemas.openxmlformats.org/markup-compatibility/2006" xmlns:p14="http://schemas.microsoft.com/office/powerpoint/2010/main">
    <mc:Choice Requires="p14">
      <p:transition spd="slow" p14:dur="2500" advTm="1793">
        <p:checker/>
      </p:transition>
    </mc:Choice>
    <mc:Fallback xmlns="">
      <p:transition spd="slow" advTm="1793">
        <p:checker/>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1EDF7"/>
        </a:solidFill>
        <a:effectLst/>
      </p:bgPr>
    </p:bg>
    <p:spTree>
      <p:nvGrpSpPr>
        <p:cNvPr id="1" name="Shape 336">
          <a:extLst>
            <a:ext uri="{FF2B5EF4-FFF2-40B4-BE49-F238E27FC236}">
              <a16:creationId xmlns:a16="http://schemas.microsoft.com/office/drawing/2014/main" id="{C40FFAD6-28F8-AF80-B279-6450F9920BC8}"/>
            </a:ext>
          </a:extLst>
        </p:cNvPr>
        <p:cNvGrpSpPr/>
        <p:nvPr/>
      </p:nvGrpSpPr>
      <p:grpSpPr>
        <a:xfrm>
          <a:off x="0" y="0"/>
          <a:ext cx="0" cy="0"/>
          <a:chOff x="0" y="0"/>
          <a:chExt cx="0" cy="0"/>
        </a:xfrm>
      </p:grpSpPr>
      <p:pic>
        <p:nvPicPr>
          <p:cNvPr id="337" name="Google Shape;337;p17">
            <a:extLst>
              <a:ext uri="{FF2B5EF4-FFF2-40B4-BE49-F238E27FC236}">
                <a16:creationId xmlns:a16="http://schemas.microsoft.com/office/drawing/2014/main" id="{5D52CEB1-599F-0F66-BC60-992D146C78A9}"/>
              </a:ext>
            </a:extLst>
          </p:cNvPr>
          <p:cNvPicPr preferRelativeResize="0"/>
          <p:nvPr/>
        </p:nvPicPr>
        <p:blipFill>
          <a:blip r:embed="rId3">
            <a:alphaModFix/>
          </a:blip>
          <a:stretch>
            <a:fillRect/>
          </a:stretch>
        </p:blipFill>
        <p:spPr>
          <a:xfrm>
            <a:off x="0" y="0"/>
            <a:ext cx="18288000" cy="10286987"/>
          </a:xfrm>
          <a:prstGeom prst="rect">
            <a:avLst/>
          </a:prstGeom>
          <a:noFill/>
          <a:ln>
            <a:noFill/>
          </a:ln>
        </p:spPr>
      </p:pic>
      <p:sp>
        <p:nvSpPr>
          <p:cNvPr id="338" name="Google Shape;338;p17">
            <a:extLst>
              <a:ext uri="{FF2B5EF4-FFF2-40B4-BE49-F238E27FC236}">
                <a16:creationId xmlns:a16="http://schemas.microsoft.com/office/drawing/2014/main" id="{1A3A614E-69B6-982D-F0EB-643E6EB6E2DF}"/>
              </a:ext>
            </a:extLst>
          </p:cNvPr>
          <p:cNvSpPr/>
          <p:nvPr/>
        </p:nvSpPr>
        <p:spPr>
          <a:xfrm>
            <a:off x="58971" y="0"/>
            <a:ext cx="18291008" cy="10288692"/>
          </a:xfrm>
          <a:custGeom>
            <a:avLst/>
            <a:gdLst/>
            <a:ahLst/>
            <a:cxnLst/>
            <a:rect l="l" t="t" r="r" b="b"/>
            <a:pathLst>
              <a:path w="4816592" h="2709333" extrusionOk="0">
                <a:moveTo>
                  <a:pt x="0" y="0"/>
                </a:moveTo>
                <a:lnTo>
                  <a:pt x="4816592" y="0"/>
                </a:lnTo>
                <a:lnTo>
                  <a:pt x="4816592" y="2709333"/>
                </a:lnTo>
                <a:lnTo>
                  <a:pt x="0" y="2709333"/>
                </a:lnTo>
                <a:close/>
              </a:path>
            </a:pathLst>
          </a:custGeom>
          <a:gradFill>
            <a:gsLst>
              <a:gs pos="0">
                <a:srgbClr val="5C24CC">
                  <a:alpha val="60000"/>
                </a:srgbClr>
              </a:gs>
              <a:gs pos="50000">
                <a:srgbClr val="8C52FF">
                  <a:alpha val="60000"/>
                </a:srgbClr>
              </a:gs>
              <a:gs pos="100000">
                <a:srgbClr val="EDCDFF">
                  <a:alpha val="60000"/>
                </a:srgbClr>
              </a:gs>
            </a:gsLst>
            <a:lin ang="2700006" scaled="0"/>
          </a:gradFill>
          <a:ln>
            <a:noFill/>
          </a:ln>
        </p:spPr>
        <p:txBody>
          <a:bodyPr/>
          <a:lstStyle/>
          <a:p>
            <a:endParaRPr lang="en-IN"/>
          </a:p>
        </p:txBody>
      </p:sp>
      <p:sp>
        <p:nvSpPr>
          <p:cNvPr id="339" name="Google Shape;339;p17">
            <a:extLst>
              <a:ext uri="{FF2B5EF4-FFF2-40B4-BE49-F238E27FC236}">
                <a16:creationId xmlns:a16="http://schemas.microsoft.com/office/drawing/2014/main" id="{8CBF9A9D-A2CE-F6FB-0104-1005180F3140}"/>
              </a:ext>
            </a:extLst>
          </p:cNvPr>
          <p:cNvSpPr txBox="1"/>
          <p:nvPr/>
        </p:nvSpPr>
        <p:spPr>
          <a:xfrm>
            <a:off x="1582971" y="185730"/>
            <a:ext cx="16720458" cy="1034129"/>
          </a:xfrm>
          <a:prstGeom prst="rect">
            <a:avLst/>
          </a:prstGeom>
          <a:noFill/>
          <a:ln>
            <a:noFill/>
          </a:ln>
        </p:spPr>
        <p:txBody>
          <a:bodyPr spcFirstLastPara="1" wrap="square" lIns="0" tIns="0" rIns="0" bIns="0" anchor="t" anchorCtr="0">
            <a:spAutoFit/>
          </a:bodyPr>
          <a:lstStyle/>
          <a:p>
            <a:pPr lvl="0">
              <a:lnSpc>
                <a:spcPct val="120001"/>
              </a:lnSpc>
            </a:pPr>
            <a:r>
              <a:rPr lang="en-IN" sz="2800" b="1" dirty="0">
                <a:solidFill>
                  <a:schemeClr val="bg1"/>
                </a:solidFill>
              </a:rPr>
              <a:t>Which top 5 city groups experienced the highest percentage decline in orders during the crisis period compared to the pre-crisis period?</a:t>
            </a:r>
            <a:endParaRPr sz="2800" b="1" dirty="0">
              <a:solidFill>
                <a:schemeClr val="bg1"/>
              </a:solidFill>
              <a:latin typeface="Dosis ExtraBold"/>
              <a:ea typeface="Dosis ExtraBold"/>
              <a:cs typeface="Dosis ExtraBold"/>
              <a:sym typeface="Dosis ExtraBold"/>
            </a:endParaRPr>
          </a:p>
        </p:txBody>
      </p:sp>
      <p:sp>
        <p:nvSpPr>
          <p:cNvPr id="341" name="Google Shape;341;p17">
            <a:extLst>
              <a:ext uri="{FF2B5EF4-FFF2-40B4-BE49-F238E27FC236}">
                <a16:creationId xmlns:a16="http://schemas.microsoft.com/office/drawing/2014/main" id="{CEC6AB2C-2073-7136-AA66-2F9EAADBE5AA}"/>
              </a:ext>
            </a:extLst>
          </p:cNvPr>
          <p:cNvSpPr txBox="1"/>
          <p:nvPr/>
        </p:nvSpPr>
        <p:spPr>
          <a:xfrm>
            <a:off x="174171" y="-35869"/>
            <a:ext cx="1408800" cy="147732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8000" i="0" u="none" strike="noStrike" cap="none" dirty="0">
                <a:solidFill>
                  <a:srgbClr val="FFFFFF"/>
                </a:solidFill>
                <a:latin typeface="Dosis ExtraBold"/>
                <a:ea typeface="Dosis ExtraBold"/>
                <a:cs typeface="Dosis ExtraBold"/>
                <a:sym typeface="Dosis ExtraBold"/>
              </a:rPr>
              <a:t>02</a:t>
            </a:r>
            <a:endParaRPr dirty="0">
              <a:latin typeface="Dosis ExtraBold"/>
              <a:ea typeface="Dosis ExtraBold"/>
              <a:cs typeface="Dosis ExtraBold"/>
              <a:sym typeface="Dosis ExtraBold"/>
            </a:endParaRPr>
          </a:p>
        </p:txBody>
      </p:sp>
      <p:sp>
        <p:nvSpPr>
          <p:cNvPr id="342" name="Google Shape;342;p17">
            <a:extLst>
              <a:ext uri="{FF2B5EF4-FFF2-40B4-BE49-F238E27FC236}">
                <a16:creationId xmlns:a16="http://schemas.microsoft.com/office/drawing/2014/main" id="{DE7E955F-3773-FF58-6855-6EC60671CE2A}"/>
              </a:ext>
            </a:extLst>
          </p:cNvPr>
          <p:cNvSpPr txBox="1"/>
          <p:nvPr/>
        </p:nvSpPr>
        <p:spPr>
          <a:xfrm>
            <a:off x="1028700" y="9475979"/>
            <a:ext cx="2407965" cy="23114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400" b="1" i="0" u="none" strike="noStrike" cap="none">
                <a:solidFill>
                  <a:srgbClr val="FFFFFF"/>
                </a:solidFill>
                <a:latin typeface="Dosis"/>
                <a:ea typeface="Dosis"/>
                <a:cs typeface="Dosis"/>
                <a:sym typeface="Dosis"/>
              </a:rPr>
              <a:t>MCKINSEY STRATEGIC PLANNING</a:t>
            </a:r>
            <a:endParaRPr/>
          </a:p>
        </p:txBody>
      </p:sp>
      <p:pic>
        <p:nvPicPr>
          <p:cNvPr id="3" name="Picture 2" descr="A screenshot of a computer&#10;&#10;AI-generated content may be incorrect.">
            <a:extLst>
              <a:ext uri="{FF2B5EF4-FFF2-40B4-BE49-F238E27FC236}">
                <a16:creationId xmlns:a16="http://schemas.microsoft.com/office/drawing/2014/main" id="{EA36EA75-3748-7404-CD3F-398F41C0F330}"/>
              </a:ext>
            </a:extLst>
          </p:cNvPr>
          <p:cNvPicPr>
            <a:picLocks noChangeAspect="1"/>
          </p:cNvPicPr>
          <p:nvPr/>
        </p:nvPicPr>
        <p:blipFill>
          <a:blip r:embed="rId4"/>
          <a:stretch>
            <a:fillRect/>
          </a:stretch>
        </p:blipFill>
        <p:spPr>
          <a:xfrm>
            <a:off x="11016343" y="1219860"/>
            <a:ext cx="6894739" cy="1719284"/>
          </a:xfrm>
          <a:prstGeom prst="rect">
            <a:avLst/>
          </a:prstGeom>
        </p:spPr>
      </p:pic>
      <p:pic>
        <p:nvPicPr>
          <p:cNvPr id="5" name="Picture 4" descr="A screenshot of a computer program&#10;&#10;AI-generated content may be incorrect.">
            <a:extLst>
              <a:ext uri="{FF2B5EF4-FFF2-40B4-BE49-F238E27FC236}">
                <a16:creationId xmlns:a16="http://schemas.microsoft.com/office/drawing/2014/main" id="{B1873FDF-B666-29D0-6D43-DD488FF7A52B}"/>
              </a:ext>
            </a:extLst>
          </p:cNvPr>
          <p:cNvPicPr>
            <a:picLocks noChangeAspect="1"/>
          </p:cNvPicPr>
          <p:nvPr/>
        </p:nvPicPr>
        <p:blipFill>
          <a:blip r:embed="rId5"/>
          <a:stretch>
            <a:fillRect/>
          </a:stretch>
        </p:blipFill>
        <p:spPr>
          <a:xfrm>
            <a:off x="11016342" y="2939144"/>
            <a:ext cx="6894739" cy="1719284"/>
          </a:xfrm>
          <a:prstGeom prst="rect">
            <a:avLst/>
          </a:prstGeom>
        </p:spPr>
      </p:pic>
      <p:pic>
        <p:nvPicPr>
          <p:cNvPr id="7" name="Picture 6" descr="A computer screen shot of a program&#10;&#10;AI-generated content may be incorrect.">
            <a:extLst>
              <a:ext uri="{FF2B5EF4-FFF2-40B4-BE49-F238E27FC236}">
                <a16:creationId xmlns:a16="http://schemas.microsoft.com/office/drawing/2014/main" id="{13C88B8A-C93D-A3FB-0FE4-E18CBFAE0B0E}"/>
              </a:ext>
            </a:extLst>
          </p:cNvPr>
          <p:cNvPicPr>
            <a:picLocks noChangeAspect="1"/>
          </p:cNvPicPr>
          <p:nvPr/>
        </p:nvPicPr>
        <p:blipFill>
          <a:blip r:embed="rId6"/>
          <a:stretch>
            <a:fillRect/>
          </a:stretch>
        </p:blipFill>
        <p:spPr>
          <a:xfrm>
            <a:off x="11016342" y="4630859"/>
            <a:ext cx="6908689" cy="1746853"/>
          </a:xfrm>
          <a:prstGeom prst="rect">
            <a:avLst/>
          </a:prstGeom>
        </p:spPr>
      </p:pic>
      <p:pic>
        <p:nvPicPr>
          <p:cNvPr id="9" name="Picture 8" descr="A computer code with text&#10;&#10;AI-generated content may be incorrect.">
            <a:extLst>
              <a:ext uri="{FF2B5EF4-FFF2-40B4-BE49-F238E27FC236}">
                <a16:creationId xmlns:a16="http://schemas.microsoft.com/office/drawing/2014/main" id="{BB0FB297-3DB0-9187-5C25-47D6E2E9E7A8}"/>
              </a:ext>
            </a:extLst>
          </p:cNvPr>
          <p:cNvPicPr>
            <a:picLocks noChangeAspect="1"/>
          </p:cNvPicPr>
          <p:nvPr/>
        </p:nvPicPr>
        <p:blipFill>
          <a:blip r:embed="rId7"/>
          <a:stretch>
            <a:fillRect/>
          </a:stretch>
        </p:blipFill>
        <p:spPr>
          <a:xfrm>
            <a:off x="11016341" y="6377712"/>
            <a:ext cx="6894739" cy="1885950"/>
          </a:xfrm>
          <a:prstGeom prst="rect">
            <a:avLst/>
          </a:prstGeom>
        </p:spPr>
      </p:pic>
      <p:pic>
        <p:nvPicPr>
          <p:cNvPr id="11" name="Picture 10" descr="A screenshot of a computer program&#10;&#10;AI-generated content may be incorrect.">
            <a:extLst>
              <a:ext uri="{FF2B5EF4-FFF2-40B4-BE49-F238E27FC236}">
                <a16:creationId xmlns:a16="http://schemas.microsoft.com/office/drawing/2014/main" id="{CA3AE306-C6A2-C84C-3180-CC6D406B0710}"/>
              </a:ext>
            </a:extLst>
          </p:cNvPr>
          <p:cNvPicPr>
            <a:picLocks noChangeAspect="1"/>
          </p:cNvPicPr>
          <p:nvPr/>
        </p:nvPicPr>
        <p:blipFill>
          <a:blip r:embed="rId8"/>
          <a:stretch>
            <a:fillRect/>
          </a:stretch>
        </p:blipFill>
        <p:spPr>
          <a:xfrm>
            <a:off x="11016341" y="8263662"/>
            <a:ext cx="6894739" cy="1957600"/>
          </a:xfrm>
          <a:prstGeom prst="rect">
            <a:avLst/>
          </a:prstGeom>
        </p:spPr>
      </p:pic>
      <p:sp>
        <p:nvSpPr>
          <p:cNvPr id="16" name="TextBox 15">
            <a:extLst>
              <a:ext uri="{FF2B5EF4-FFF2-40B4-BE49-F238E27FC236}">
                <a16:creationId xmlns:a16="http://schemas.microsoft.com/office/drawing/2014/main" id="{0FDCCE5B-709C-5790-1835-4D4644E1303C}"/>
              </a:ext>
            </a:extLst>
          </p:cNvPr>
          <p:cNvSpPr txBox="1"/>
          <p:nvPr/>
        </p:nvSpPr>
        <p:spPr>
          <a:xfrm>
            <a:off x="4092276" y="9216704"/>
            <a:ext cx="6547145" cy="830997"/>
          </a:xfrm>
          <a:prstGeom prst="rect">
            <a:avLst/>
          </a:prstGeom>
          <a:noFill/>
        </p:spPr>
        <p:txBody>
          <a:bodyPr wrap="square" rtlCol="0">
            <a:spAutoFit/>
          </a:bodyPr>
          <a:lstStyle/>
          <a:p>
            <a:pPr algn="just"/>
            <a:r>
              <a:rPr lang="en-IN" sz="1600" i="1" dirty="0">
                <a:solidFill>
                  <a:schemeClr val="bg1"/>
                </a:solidFill>
              </a:rPr>
              <a:t>While pre-crisis order declines were marginal (</a:t>
            </a:r>
            <a:r>
              <a:rPr lang="en-IN" sz="1600" b="1" i="1" dirty="0">
                <a:solidFill>
                  <a:schemeClr val="bg1"/>
                </a:solidFill>
              </a:rPr>
              <a:t>~27% cumulative</a:t>
            </a:r>
            <a:r>
              <a:rPr lang="en-IN" sz="1600" i="1" dirty="0">
                <a:solidFill>
                  <a:schemeClr val="bg1"/>
                </a:solidFill>
              </a:rPr>
              <a:t>), the crisis triggered a </a:t>
            </a:r>
            <a:r>
              <a:rPr lang="en-IN" sz="1600" b="1" i="1" dirty="0">
                <a:solidFill>
                  <a:schemeClr val="bg1"/>
                </a:solidFill>
              </a:rPr>
              <a:t>severe ~316% cumulative drop</a:t>
            </a:r>
            <a:r>
              <a:rPr lang="en-IN" sz="1600" i="1" dirty="0">
                <a:solidFill>
                  <a:schemeClr val="bg1"/>
                </a:solidFill>
              </a:rPr>
              <a:t>, with all major cities experiencing a sharp and simultaneous demand collapse</a:t>
            </a:r>
            <a:r>
              <a:rPr lang="en-IN" sz="1600" dirty="0">
                <a:solidFill>
                  <a:schemeClr val="bg1"/>
                </a:solidFill>
              </a:rPr>
              <a:t>.</a:t>
            </a:r>
          </a:p>
        </p:txBody>
      </p:sp>
      <p:pic>
        <p:nvPicPr>
          <p:cNvPr id="18" name="Picture 17" descr="A screenshot of a graph&#10;&#10;AI-generated content may be incorrect.">
            <a:extLst>
              <a:ext uri="{FF2B5EF4-FFF2-40B4-BE49-F238E27FC236}">
                <a16:creationId xmlns:a16="http://schemas.microsoft.com/office/drawing/2014/main" id="{AFD2266B-077E-6593-E295-D71C4229DDA1}"/>
              </a:ext>
            </a:extLst>
          </p:cNvPr>
          <p:cNvPicPr>
            <a:picLocks noChangeAspect="1"/>
          </p:cNvPicPr>
          <p:nvPr/>
        </p:nvPicPr>
        <p:blipFill>
          <a:blip r:embed="rId9"/>
          <a:stretch>
            <a:fillRect/>
          </a:stretch>
        </p:blipFill>
        <p:spPr>
          <a:xfrm>
            <a:off x="554231" y="1477327"/>
            <a:ext cx="7218169" cy="7737671"/>
          </a:xfrm>
          <a:prstGeom prst="rect">
            <a:avLst/>
          </a:prstGeom>
        </p:spPr>
      </p:pic>
    </p:spTree>
    <p:extLst>
      <p:ext uri="{BB962C8B-B14F-4D97-AF65-F5344CB8AC3E}">
        <p14:creationId xmlns:p14="http://schemas.microsoft.com/office/powerpoint/2010/main" val="1435651238"/>
      </p:ext>
    </p:extLst>
  </p:cSld>
  <p:clrMapOvr>
    <a:masterClrMapping/>
  </p:clrMapOvr>
  <mc:AlternateContent xmlns:mc="http://schemas.openxmlformats.org/markup-compatibility/2006" xmlns:p14="http://schemas.microsoft.com/office/powerpoint/2010/main">
    <mc:Choice Requires="p14">
      <p:transition spd="slow" p14:dur="2500" advTm="1354">
        <p:checker/>
      </p:transition>
    </mc:Choice>
    <mc:Fallback xmlns="">
      <p:transition spd="slow" advTm="1354">
        <p:checker/>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1EDF7"/>
        </a:solidFill>
        <a:effectLst/>
      </p:bgPr>
    </p:bg>
    <p:spTree>
      <p:nvGrpSpPr>
        <p:cNvPr id="1" name="Shape 336">
          <a:extLst>
            <a:ext uri="{FF2B5EF4-FFF2-40B4-BE49-F238E27FC236}">
              <a16:creationId xmlns:a16="http://schemas.microsoft.com/office/drawing/2014/main" id="{F6DA2027-D373-6F69-F344-0531ADB3497C}"/>
            </a:ext>
          </a:extLst>
        </p:cNvPr>
        <p:cNvGrpSpPr/>
        <p:nvPr/>
      </p:nvGrpSpPr>
      <p:grpSpPr>
        <a:xfrm>
          <a:off x="0" y="0"/>
          <a:ext cx="0" cy="0"/>
          <a:chOff x="0" y="0"/>
          <a:chExt cx="0" cy="0"/>
        </a:xfrm>
      </p:grpSpPr>
      <p:pic>
        <p:nvPicPr>
          <p:cNvPr id="337" name="Google Shape;337;p17">
            <a:extLst>
              <a:ext uri="{FF2B5EF4-FFF2-40B4-BE49-F238E27FC236}">
                <a16:creationId xmlns:a16="http://schemas.microsoft.com/office/drawing/2014/main" id="{68769A72-B551-49B1-3F90-B45EDBD3DF40}"/>
              </a:ext>
            </a:extLst>
          </p:cNvPr>
          <p:cNvPicPr preferRelativeResize="0"/>
          <p:nvPr/>
        </p:nvPicPr>
        <p:blipFill>
          <a:blip r:embed="rId3">
            <a:alphaModFix/>
          </a:blip>
          <a:stretch>
            <a:fillRect/>
          </a:stretch>
        </p:blipFill>
        <p:spPr>
          <a:xfrm>
            <a:off x="0" y="0"/>
            <a:ext cx="18288000" cy="10286987"/>
          </a:xfrm>
          <a:prstGeom prst="rect">
            <a:avLst/>
          </a:prstGeom>
          <a:noFill/>
          <a:ln>
            <a:noFill/>
          </a:ln>
        </p:spPr>
      </p:pic>
      <p:sp>
        <p:nvSpPr>
          <p:cNvPr id="338" name="Google Shape;338;p17">
            <a:extLst>
              <a:ext uri="{FF2B5EF4-FFF2-40B4-BE49-F238E27FC236}">
                <a16:creationId xmlns:a16="http://schemas.microsoft.com/office/drawing/2014/main" id="{91143BE3-8B3C-BDC1-66F2-58DB6C2D9CC9}"/>
              </a:ext>
            </a:extLst>
          </p:cNvPr>
          <p:cNvSpPr/>
          <p:nvPr/>
        </p:nvSpPr>
        <p:spPr>
          <a:xfrm>
            <a:off x="-50" y="21771"/>
            <a:ext cx="18291008" cy="10288692"/>
          </a:xfrm>
          <a:custGeom>
            <a:avLst/>
            <a:gdLst/>
            <a:ahLst/>
            <a:cxnLst/>
            <a:rect l="l" t="t" r="r" b="b"/>
            <a:pathLst>
              <a:path w="4816592" h="2709333" extrusionOk="0">
                <a:moveTo>
                  <a:pt x="0" y="0"/>
                </a:moveTo>
                <a:lnTo>
                  <a:pt x="4816592" y="0"/>
                </a:lnTo>
                <a:lnTo>
                  <a:pt x="4816592" y="2709333"/>
                </a:lnTo>
                <a:lnTo>
                  <a:pt x="0" y="2709333"/>
                </a:lnTo>
                <a:close/>
              </a:path>
            </a:pathLst>
          </a:custGeom>
          <a:gradFill>
            <a:gsLst>
              <a:gs pos="0">
                <a:srgbClr val="5C24CC">
                  <a:alpha val="60000"/>
                </a:srgbClr>
              </a:gs>
              <a:gs pos="50000">
                <a:srgbClr val="8C52FF">
                  <a:alpha val="60000"/>
                </a:srgbClr>
              </a:gs>
              <a:gs pos="100000">
                <a:srgbClr val="EDCDFF">
                  <a:alpha val="60000"/>
                </a:srgbClr>
              </a:gs>
            </a:gsLst>
            <a:lin ang="2700006" scaled="0"/>
          </a:gradFill>
          <a:ln>
            <a:noFill/>
          </a:ln>
        </p:spPr>
        <p:txBody>
          <a:bodyPr/>
          <a:lstStyle/>
          <a:p>
            <a:endParaRPr lang="en-IN"/>
          </a:p>
        </p:txBody>
      </p:sp>
      <p:sp>
        <p:nvSpPr>
          <p:cNvPr id="339" name="Google Shape;339;p17">
            <a:extLst>
              <a:ext uri="{FF2B5EF4-FFF2-40B4-BE49-F238E27FC236}">
                <a16:creationId xmlns:a16="http://schemas.microsoft.com/office/drawing/2014/main" id="{FD5F60BA-847B-0D7F-676E-4EE91353F622}"/>
              </a:ext>
            </a:extLst>
          </p:cNvPr>
          <p:cNvSpPr txBox="1"/>
          <p:nvPr/>
        </p:nvSpPr>
        <p:spPr>
          <a:xfrm>
            <a:off x="1582971" y="185730"/>
            <a:ext cx="16530858" cy="1034129"/>
          </a:xfrm>
          <a:prstGeom prst="rect">
            <a:avLst/>
          </a:prstGeom>
          <a:noFill/>
          <a:ln>
            <a:noFill/>
          </a:ln>
        </p:spPr>
        <p:txBody>
          <a:bodyPr spcFirstLastPara="1" wrap="square" lIns="0" tIns="0" rIns="0" bIns="0" anchor="t" anchorCtr="0">
            <a:spAutoFit/>
          </a:bodyPr>
          <a:lstStyle/>
          <a:p>
            <a:pPr lvl="0">
              <a:lnSpc>
                <a:spcPct val="120001"/>
              </a:lnSpc>
            </a:pPr>
            <a:r>
              <a:rPr lang="en-IN" sz="2800" b="1" dirty="0">
                <a:solidFill>
                  <a:schemeClr val="bg1"/>
                </a:solidFill>
              </a:rPr>
              <a:t>Among restaurants with at least 50 pre-crisis orders, which top 10 high-volume restaurants experienced the largest percentage decline in order counts during the crisis period?</a:t>
            </a:r>
            <a:endParaRPr sz="2800" b="1" dirty="0">
              <a:solidFill>
                <a:schemeClr val="bg1"/>
              </a:solidFill>
              <a:latin typeface="Dosis ExtraBold"/>
              <a:ea typeface="Dosis ExtraBold"/>
              <a:cs typeface="Dosis ExtraBold"/>
              <a:sym typeface="Dosis ExtraBold"/>
            </a:endParaRPr>
          </a:p>
        </p:txBody>
      </p:sp>
      <p:sp>
        <p:nvSpPr>
          <p:cNvPr id="341" name="Google Shape;341;p17">
            <a:extLst>
              <a:ext uri="{FF2B5EF4-FFF2-40B4-BE49-F238E27FC236}">
                <a16:creationId xmlns:a16="http://schemas.microsoft.com/office/drawing/2014/main" id="{B820EA6A-AC9E-D979-EEE9-61789077477E}"/>
              </a:ext>
            </a:extLst>
          </p:cNvPr>
          <p:cNvSpPr txBox="1"/>
          <p:nvPr/>
        </p:nvSpPr>
        <p:spPr>
          <a:xfrm>
            <a:off x="174171" y="-35869"/>
            <a:ext cx="1408800" cy="147732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8000" i="0" u="none" strike="noStrike" cap="none" dirty="0">
                <a:solidFill>
                  <a:srgbClr val="FFFFFF"/>
                </a:solidFill>
                <a:latin typeface="Dosis ExtraBold"/>
                <a:ea typeface="Dosis ExtraBold"/>
                <a:cs typeface="Dosis ExtraBold"/>
                <a:sym typeface="Dosis ExtraBold"/>
              </a:rPr>
              <a:t>03</a:t>
            </a:r>
            <a:endParaRPr dirty="0">
              <a:latin typeface="Dosis ExtraBold"/>
              <a:ea typeface="Dosis ExtraBold"/>
              <a:cs typeface="Dosis ExtraBold"/>
              <a:sym typeface="Dosis ExtraBold"/>
            </a:endParaRPr>
          </a:p>
        </p:txBody>
      </p:sp>
      <p:sp>
        <p:nvSpPr>
          <p:cNvPr id="342" name="Google Shape;342;p17">
            <a:extLst>
              <a:ext uri="{FF2B5EF4-FFF2-40B4-BE49-F238E27FC236}">
                <a16:creationId xmlns:a16="http://schemas.microsoft.com/office/drawing/2014/main" id="{A3239FFC-7E92-4DA4-3465-335A0557A886}"/>
              </a:ext>
            </a:extLst>
          </p:cNvPr>
          <p:cNvSpPr txBox="1"/>
          <p:nvPr/>
        </p:nvSpPr>
        <p:spPr>
          <a:xfrm>
            <a:off x="1028700" y="9475979"/>
            <a:ext cx="2407965" cy="23114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400" b="1" i="0" u="none" strike="noStrike" cap="none">
                <a:solidFill>
                  <a:srgbClr val="FFFFFF"/>
                </a:solidFill>
                <a:latin typeface="Dosis"/>
                <a:ea typeface="Dosis"/>
                <a:cs typeface="Dosis"/>
                <a:sym typeface="Dosis"/>
              </a:rPr>
              <a:t>MCKINSEY STRATEGIC PLANNING</a:t>
            </a:r>
            <a:endParaRPr/>
          </a:p>
        </p:txBody>
      </p:sp>
      <p:pic>
        <p:nvPicPr>
          <p:cNvPr id="3" name="Picture 2" descr="A screenshot of a computer&#10;&#10;AI-generated content may be incorrect.">
            <a:extLst>
              <a:ext uri="{FF2B5EF4-FFF2-40B4-BE49-F238E27FC236}">
                <a16:creationId xmlns:a16="http://schemas.microsoft.com/office/drawing/2014/main" id="{DB4FCA4F-474A-4E39-8256-F357DDBCADAB}"/>
              </a:ext>
            </a:extLst>
          </p:cNvPr>
          <p:cNvPicPr>
            <a:picLocks noChangeAspect="1"/>
          </p:cNvPicPr>
          <p:nvPr/>
        </p:nvPicPr>
        <p:blipFill>
          <a:blip r:embed="rId4"/>
          <a:stretch>
            <a:fillRect/>
          </a:stretch>
        </p:blipFill>
        <p:spPr>
          <a:xfrm>
            <a:off x="10406744" y="1441459"/>
            <a:ext cx="7707086" cy="2227987"/>
          </a:xfrm>
          <a:prstGeom prst="rect">
            <a:avLst/>
          </a:prstGeom>
        </p:spPr>
      </p:pic>
      <p:pic>
        <p:nvPicPr>
          <p:cNvPr id="5" name="Picture 4" descr="A computer screen shot of a computer code&#10;&#10;AI-generated content may be incorrect.">
            <a:extLst>
              <a:ext uri="{FF2B5EF4-FFF2-40B4-BE49-F238E27FC236}">
                <a16:creationId xmlns:a16="http://schemas.microsoft.com/office/drawing/2014/main" id="{B9D603B8-0CC8-B98B-A58B-55C52CE5984A}"/>
              </a:ext>
            </a:extLst>
          </p:cNvPr>
          <p:cNvPicPr>
            <a:picLocks noChangeAspect="1"/>
          </p:cNvPicPr>
          <p:nvPr/>
        </p:nvPicPr>
        <p:blipFill>
          <a:blip r:embed="rId5"/>
          <a:stretch>
            <a:fillRect/>
          </a:stretch>
        </p:blipFill>
        <p:spPr>
          <a:xfrm>
            <a:off x="10403784" y="3669446"/>
            <a:ext cx="7710043" cy="2236779"/>
          </a:xfrm>
          <a:prstGeom prst="rect">
            <a:avLst/>
          </a:prstGeom>
        </p:spPr>
      </p:pic>
      <p:pic>
        <p:nvPicPr>
          <p:cNvPr id="7" name="Picture 6" descr="A screenshot of a computer program&#10;&#10;AI-generated content may be incorrect.">
            <a:extLst>
              <a:ext uri="{FF2B5EF4-FFF2-40B4-BE49-F238E27FC236}">
                <a16:creationId xmlns:a16="http://schemas.microsoft.com/office/drawing/2014/main" id="{BA3E11DC-9CC1-9E48-F270-3F4DAB2B58AB}"/>
              </a:ext>
            </a:extLst>
          </p:cNvPr>
          <p:cNvPicPr>
            <a:picLocks noChangeAspect="1"/>
          </p:cNvPicPr>
          <p:nvPr/>
        </p:nvPicPr>
        <p:blipFill>
          <a:blip r:embed="rId6"/>
          <a:stretch>
            <a:fillRect/>
          </a:stretch>
        </p:blipFill>
        <p:spPr>
          <a:xfrm>
            <a:off x="10403784" y="5897433"/>
            <a:ext cx="7710043" cy="2586255"/>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C04B06AD-490E-75E4-E3A9-E23D799AFC33}"/>
              </a:ext>
            </a:extLst>
          </p:cNvPr>
          <p:cNvPicPr>
            <a:picLocks noChangeAspect="1"/>
          </p:cNvPicPr>
          <p:nvPr/>
        </p:nvPicPr>
        <p:blipFill>
          <a:blip r:embed="rId7"/>
          <a:stretch>
            <a:fillRect/>
          </a:stretch>
        </p:blipFill>
        <p:spPr>
          <a:xfrm>
            <a:off x="10400826" y="8483688"/>
            <a:ext cx="7710043" cy="1734965"/>
          </a:xfrm>
          <a:prstGeom prst="rect">
            <a:avLst/>
          </a:prstGeom>
        </p:spPr>
      </p:pic>
      <p:pic>
        <p:nvPicPr>
          <p:cNvPr id="11" name="Picture 10" descr="A graph with yellow and blue lines&#10;&#10;AI-generated content may be incorrect.">
            <a:extLst>
              <a:ext uri="{FF2B5EF4-FFF2-40B4-BE49-F238E27FC236}">
                <a16:creationId xmlns:a16="http://schemas.microsoft.com/office/drawing/2014/main" id="{581BEF82-0057-5796-6D7D-AC26A04EB22A}"/>
              </a:ext>
            </a:extLst>
          </p:cNvPr>
          <p:cNvPicPr>
            <a:picLocks noChangeAspect="1"/>
          </p:cNvPicPr>
          <p:nvPr/>
        </p:nvPicPr>
        <p:blipFill>
          <a:blip r:embed="rId8"/>
          <a:stretch>
            <a:fillRect/>
          </a:stretch>
        </p:blipFill>
        <p:spPr>
          <a:xfrm>
            <a:off x="174169" y="1559568"/>
            <a:ext cx="10055441" cy="5973345"/>
          </a:xfrm>
          <a:prstGeom prst="rect">
            <a:avLst/>
          </a:prstGeom>
        </p:spPr>
      </p:pic>
      <p:sp>
        <p:nvSpPr>
          <p:cNvPr id="12" name="TextBox 11">
            <a:extLst>
              <a:ext uri="{FF2B5EF4-FFF2-40B4-BE49-F238E27FC236}">
                <a16:creationId xmlns:a16="http://schemas.microsoft.com/office/drawing/2014/main" id="{7270C8B9-B445-550A-7B8D-3D852EB397E5}"/>
              </a:ext>
            </a:extLst>
          </p:cNvPr>
          <p:cNvSpPr txBox="1"/>
          <p:nvPr/>
        </p:nvSpPr>
        <p:spPr>
          <a:xfrm flipH="1">
            <a:off x="174169" y="8068189"/>
            <a:ext cx="10049526" cy="830997"/>
          </a:xfrm>
          <a:prstGeom prst="rect">
            <a:avLst/>
          </a:prstGeom>
          <a:noFill/>
        </p:spPr>
        <p:txBody>
          <a:bodyPr wrap="square" rtlCol="0">
            <a:spAutoFit/>
          </a:bodyPr>
          <a:lstStyle/>
          <a:p>
            <a:pPr algn="just"/>
            <a:r>
              <a:rPr lang="en-IN" sz="1600" i="1" dirty="0">
                <a:solidFill>
                  <a:schemeClr val="bg1"/>
                </a:solidFill>
              </a:rPr>
              <a:t>The top 10 restaurants experienced a </a:t>
            </a:r>
            <a:r>
              <a:rPr lang="en-IN" sz="1600" b="1" i="1" dirty="0">
                <a:solidFill>
                  <a:schemeClr val="bg1"/>
                </a:solidFill>
              </a:rPr>
              <a:t>consistent and steep order decline during the crisis</a:t>
            </a:r>
            <a:r>
              <a:rPr lang="en-IN" sz="1600" i="1" dirty="0">
                <a:solidFill>
                  <a:schemeClr val="bg1"/>
                </a:solidFill>
              </a:rPr>
              <a:t>, with volumes dropping from </a:t>
            </a:r>
            <a:r>
              <a:rPr lang="en-IN" sz="1600" b="1" i="1" dirty="0">
                <a:solidFill>
                  <a:schemeClr val="bg1"/>
                </a:solidFill>
              </a:rPr>
              <a:t>~37–30 pre-crisis to significantly lower levels</a:t>
            </a:r>
            <a:r>
              <a:rPr lang="en-IN" sz="1600" i="1" dirty="0">
                <a:solidFill>
                  <a:schemeClr val="bg1"/>
                </a:solidFill>
              </a:rPr>
              <a:t>, indicating widespread demand contraction rather than isolated underperformance.</a:t>
            </a:r>
          </a:p>
        </p:txBody>
      </p:sp>
    </p:spTree>
    <p:extLst>
      <p:ext uri="{BB962C8B-B14F-4D97-AF65-F5344CB8AC3E}">
        <p14:creationId xmlns:p14="http://schemas.microsoft.com/office/powerpoint/2010/main" val="3179484692"/>
      </p:ext>
    </p:extLst>
  </p:cSld>
  <p:clrMapOvr>
    <a:masterClrMapping/>
  </p:clrMapOvr>
  <mc:AlternateContent xmlns:mc="http://schemas.openxmlformats.org/markup-compatibility/2006" xmlns:p14="http://schemas.microsoft.com/office/powerpoint/2010/main">
    <mc:Choice Requires="p14">
      <p:transition spd="slow" p14:dur="2500" advTm="1590">
        <p:checker/>
      </p:transition>
    </mc:Choice>
    <mc:Fallback xmlns="">
      <p:transition spd="slow" advTm="1590">
        <p:checker/>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1EDF7"/>
        </a:solidFill>
        <a:effectLst/>
      </p:bgPr>
    </p:bg>
    <p:spTree>
      <p:nvGrpSpPr>
        <p:cNvPr id="1" name="Shape 336">
          <a:extLst>
            <a:ext uri="{FF2B5EF4-FFF2-40B4-BE49-F238E27FC236}">
              <a16:creationId xmlns:a16="http://schemas.microsoft.com/office/drawing/2014/main" id="{1E756775-66E8-59C6-CE83-C5B6A61784EC}"/>
            </a:ext>
          </a:extLst>
        </p:cNvPr>
        <p:cNvGrpSpPr/>
        <p:nvPr/>
      </p:nvGrpSpPr>
      <p:grpSpPr>
        <a:xfrm>
          <a:off x="0" y="0"/>
          <a:ext cx="0" cy="0"/>
          <a:chOff x="0" y="0"/>
          <a:chExt cx="0" cy="0"/>
        </a:xfrm>
      </p:grpSpPr>
      <p:pic>
        <p:nvPicPr>
          <p:cNvPr id="337" name="Google Shape;337;p17">
            <a:extLst>
              <a:ext uri="{FF2B5EF4-FFF2-40B4-BE49-F238E27FC236}">
                <a16:creationId xmlns:a16="http://schemas.microsoft.com/office/drawing/2014/main" id="{A330EEB2-7E72-C249-CC71-E57D27586579}"/>
              </a:ext>
            </a:extLst>
          </p:cNvPr>
          <p:cNvPicPr preferRelativeResize="0"/>
          <p:nvPr/>
        </p:nvPicPr>
        <p:blipFill>
          <a:blip r:embed="rId3">
            <a:alphaModFix/>
          </a:blip>
          <a:stretch>
            <a:fillRect/>
          </a:stretch>
        </p:blipFill>
        <p:spPr>
          <a:xfrm>
            <a:off x="0" y="0"/>
            <a:ext cx="18288000" cy="10286987"/>
          </a:xfrm>
          <a:prstGeom prst="rect">
            <a:avLst/>
          </a:prstGeom>
          <a:noFill/>
          <a:ln>
            <a:noFill/>
          </a:ln>
        </p:spPr>
      </p:pic>
      <p:sp>
        <p:nvSpPr>
          <p:cNvPr id="338" name="Google Shape;338;p17">
            <a:extLst>
              <a:ext uri="{FF2B5EF4-FFF2-40B4-BE49-F238E27FC236}">
                <a16:creationId xmlns:a16="http://schemas.microsoft.com/office/drawing/2014/main" id="{FBDA4001-AAAD-564F-673F-0C99B2BAC5F8}"/>
              </a:ext>
            </a:extLst>
          </p:cNvPr>
          <p:cNvSpPr/>
          <p:nvPr/>
        </p:nvSpPr>
        <p:spPr>
          <a:xfrm>
            <a:off x="-50" y="0"/>
            <a:ext cx="18291008" cy="10288692"/>
          </a:xfrm>
          <a:custGeom>
            <a:avLst/>
            <a:gdLst/>
            <a:ahLst/>
            <a:cxnLst/>
            <a:rect l="l" t="t" r="r" b="b"/>
            <a:pathLst>
              <a:path w="4816592" h="2709333" extrusionOk="0">
                <a:moveTo>
                  <a:pt x="0" y="0"/>
                </a:moveTo>
                <a:lnTo>
                  <a:pt x="4816592" y="0"/>
                </a:lnTo>
                <a:lnTo>
                  <a:pt x="4816592" y="2709333"/>
                </a:lnTo>
                <a:lnTo>
                  <a:pt x="0" y="2709333"/>
                </a:lnTo>
                <a:close/>
              </a:path>
            </a:pathLst>
          </a:custGeom>
          <a:gradFill>
            <a:gsLst>
              <a:gs pos="0">
                <a:srgbClr val="5C24CC">
                  <a:alpha val="60000"/>
                </a:srgbClr>
              </a:gs>
              <a:gs pos="50000">
                <a:srgbClr val="8C52FF">
                  <a:alpha val="60000"/>
                </a:srgbClr>
              </a:gs>
              <a:gs pos="100000">
                <a:srgbClr val="EDCDFF">
                  <a:alpha val="60000"/>
                </a:srgbClr>
              </a:gs>
            </a:gsLst>
            <a:lin ang="2700006" scaled="0"/>
          </a:gradFill>
          <a:ln>
            <a:noFill/>
          </a:ln>
        </p:spPr>
        <p:txBody>
          <a:bodyPr/>
          <a:lstStyle/>
          <a:p>
            <a:endParaRPr lang="en-IN"/>
          </a:p>
        </p:txBody>
      </p:sp>
      <p:sp>
        <p:nvSpPr>
          <p:cNvPr id="339" name="Google Shape;339;p17">
            <a:extLst>
              <a:ext uri="{FF2B5EF4-FFF2-40B4-BE49-F238E27FC236}">
                <a16:creationId xmlns:a16="http://schemas.microsoft.com/office/drawing/2014/main" id="{C33FF5F3-1E48-A239-9673-9810A1094519}"/>
              </a:ext>
            </a:extLst>
          </p:cNvPr>
          <p:cNvSpPr txBox="1"/>
          <p:nvPr/>
        </p:nvSpPr>
        <p:spPr>
          <a:xfrm>
            <a:off x="1582971" y="321348"/>
            <a:ext cx="17939658" cy="517065"/>
          </a:xfrm>
          <a:prstGeom prst="rect">
            <a:avLst/>
          </a:prstGeom>
          <a:noFill/>
          <a:ln>
            <a:noFill/>
          </a:ln>
        </p:spPr>
        <p:txBody>
          <a:bodyPr spcFirstLastPara="1" wrap="square" lIns="0" tIns="0" rIns="0" bIns="0" anchor="t" anchorCtr="0">
            <a:spAutoFit/>
          </a:bodyPr>
          <a:lstStyle/>
          <a:p>
            <a:pPr lvl="0">
              <a:lnSpc>
                <a:spcPct val="120001"/>
              </a:lnSpc>
            </a:pPr>
            <a:r>
              <a:rPr lang="en-IN" sz="2800" b="1" dirty="0">
                <a:solidFill>
                  <a:schemeClr val="bg1"/>
                </a:solidFill>
              </a:rPr>
              <a:t>What is the cancellation rate trend pre-crisis vs crisis, and which cities are most affected?</a:t>
            </a:r>
            <a:endParaRPr sz="2800" b="1" dirty="0">
              <a:solidFill>
                <a:schemeClr val="bg1"/>
              </a:solidFill>
              <a:latin typeface="Dosis ExtraBold"/>
              <a:ea typeface="Dosis ExtraBold"/>
              <a:cs typeface="Dosis ExtraBold"/>
              <a:sym typeface="Dosis ExtraBold"/>
            </a:endParaRPr>
          </a:p>
        </p:txBody>
      </p:sp>
      <p:sp>
        <p:nvSpPr>
          <p:cNvPr id="341" name="Google Shape;341;p17">
            <a:extLst>
              <a:ext uri="{FF2B5EF4-FFF2-40B4-BE49-F238E27FC236}">
                <a16:creationId xmlns:a16="http://schemas.microsoft.com/office/drawing/2014/main" id="{372A277D-B3B1-AF30-FF69-412822827025}"/>
              </a:ext>
            </a:extLst>
          </p:cNvPr>
          <p:cNvSpPr txBox="1"/>
          <p:nvPr/>
        </p:nvSpPr>
        <p:spPr>
          <a:xfrm>
            <a:off x="174171" y="-35869"/>
            <a:ext cx="1408800" cy="147732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8000" i="0" u="none" strike="noStrike" cap="none" dirty="0">
                <a:solidFill>
                  <a:srgbClr val="FFFFFF"/>
                </a:solidFill>
                <a:latin typeface="Dosis ExtraBold"/>
                <a:ea typeface="Dosis ExtraBold"/>
                <a:cs typeface="Dosis ExtraBold"/>
                <a:sym typeface="Dosis ExtraBold"/>
              </a:rPr>
              <a:t>04</a:t>
            </a:r>
            <a:endParaRPr dirty="0">
              <a:latin typeface="Dosis ExtraBold"/>
              <a:ea typeface="Dosis ExtraBold"/>
              <a:cs typeface="Dosis ExtraBold"/>
              <a:sym typeface="Dosis ExtraBold"/>
            </a:endParaRPr>
          </a:p>
        </p:txBody>
      </p:sp>
      <p:sp>
        <p:nvSpPr>
          <p:cNvPr id="342" name="Google Shape;342;p17">
            <a:extLst>
              <a:ext uri="{FF2B5EF4-FFF2-40B4-BE49-F238E27FC236}">
                <a16:creationId xmlns:a16="http://schemas.microsoft.com/office/drawing/2014/main" id="{7765543B-BD80-F778-158F-B410DCF44927}"/>
              </a:ext>
            </a:extLst>
          </p:cNvPr>
          <p:cNvSpPr txBox="1"/>
          <p:nvPr/>
        </p:nvSpPr>
        <p:spPr>
          <a:xfrm>
            <a:off x="1028700" y="9475979"/>
            <a:ext cx="2407965" cy="23114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400" b="1" i="0" u="none" strike="noStrike" cap="none">
                <a:solidFill>
                  <a:srgbClr val="FFFFFF"/>
                </a:solidFill>
                <a:latin typeface="Dosis"/>
                <a:ea typeface="Dosis"/>
                <a:cs typeface="Dosis"/>
                <a:sym typeface="Dosis"/>
              </a:rPr>
              <a:t>MCKINSEY STRATEGIC PLANNING</a:t>
            </a:r>
            <a:endParaRPr/>
          </a:p>
        </p:txBody>
      </p:sp>
      <p:pic>
        <p:nvPicPr>
          <p:cNvPr id="3" name="Picture 2" descr="A screenshot of a computer&#10;&#10;AI-generated content may be incorrect.">
            <a:extLst>
              <a:ext uri="{FF2B5EF4-FFF2-40B4-BE49-F238E27FC236}">
                <a16:creationId xmlns:a16="http://schemas.microsoft.com/office/drawing/2014/main" id="{C7D88150-86DD-42D4-0F4A-40D221325840}"/>
              </a:ext>
            </a:extLst>
          </p:cNvPr>
          <p:cNvPicPr>
            <a:picLocks noChangeAspect="1"/>
          </p:cNvPicPr>
          <p:nvPr/>
        </p:nvPicPr>
        <p:blipFill>
          <a:blip r:embed="rId4"/>
          <a:stretch>
            <a:fillRect/>
          </a:stretch>
        </p:blipFill>
        <p:spPr>
          <a:xfrm>
            <a:off x="9862457" y="1099546"/>
            <a:ext cx="8251372" cy="1798703"/>
          </a:xfrm>
          <a:prstGeom prst="rect">
            <a:avLst/>
          </a:prstGeom>
        </p:spPr>
      </p:pic>
      <p:pic>
        <p:nvPicPr>
          <p:cNvPr id="5" name="Picture 4" descr="A white background with text and black text&#10;&#10;AI-generated content may be incorrect.">
            <a:extLst>
              <a:ext uri="{FF2B5EF4-FFF2-40B4-BE49-F238E27FC236}">
                <a16:creationId xmlns:a16="http://schemas.microsoft.com/office/drawing/2014/main" id="{DE5B6C13-BBEE-E90A-E2D7-5C39CA44D7B2}"/>
              </a:ext>
            </a:extLst>
          </p:cNvPr>
          <p:cNvPicPr>
            <a:picLocks noChangeAspect="1"/>
          </p:cNvPicPr>
          <p:nvPr/>
        </p:nvPicPr>
        <p:blipFill>
          <a:blip r:embed="rId5"/>
          <a:stretch>
            <a:fillRect/>
          </a:stretch>
        </p:blipFill>
        <p:spPr>
          <a:xfrm>
            <a:off x="9862457" y="2873903"/>
            <a:ext cx="8251372" cy="1798703"/>
          </a:xfrm>
          <a:prstGeom prst="rect">
            <a:avLst/>
          </a:prstGeom>
        </p:spPr>
      </p:pic>
      <p:pic>
        <p:nvPicPr>
          <p:cNvPr id="7" name="Picture 6" descr="A white background with text and black text&#10;&#10;AI-generated content may be incorrect.">
            <a:extLst>
              <a:ext uri="{FF2B5EF4-FFF2-40B4-BE49-F238E27FC236}">
                <a16:creationId xmlns:a16="http://schemas.microsoft.com/office/drawing/2014/main" id="{555B880F-BA6C-780C-3A8A-CA6BBD412685}"/>
              </a:ext>
            </a:extLst>
          </p:cNvPr>
          <p:cNvPicPr>
            <a:picLocks noChangeAspect="1"/>
          </p:cNvPicPr>
          <p:nvPr/>
        </p:nvPicPr>
        <p:blipFill>
          <a:blip r:embed="rId5"/>
          <a:stretch>
            <a:fillRect/>
          </a:stretch>
        </p:blipFill>
        <p:spPr>
          <a:xfrm>
            <a:off x="9862457" y="4672606"/>
            <a:ext cx="8251372" cy="1774357"/>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261DFF64-6D26-2623-AE04-978F268C39FE}"/>
              </a:ext>
            </a:extLst>
          </p:cNvPr>
          <p:cNvPicPr>
            <a:picLocks noChangeAspect="1"/>
          </p:cNvPicPr>
          <p:nvPr/>
        </p:nvPicPr>
        <p:blipFill>
          <a:blip r:embed="rId6"/>
          <a:stretch>
            <a:fillRect/>
          </a:stretch>
        </p:blipFill>
        <p:spPr>
          <a:xfrm>
            <a:off x="9862457" y="6446963"/>
            <a:ext cx="8251372" cy="1608466"/>
          </a:xfrm>
          <a:prstGeom prst="rect">
            <a:avLst/>
          </a:prstGeom>
        </p:spPr>
      </p:pic>
      <p:pic>
        <p:nvPicPr>
          <p:cNvPr id="11" name="Picture 10" descr="A screenshot of a computer&#10;&#10;AI-generated content may be incorrect.">
            <a:extLst>
              <a:ext uri="{FF2B5EF4-FFF2-40B4-BE49-F238E27FC236}">
                <a16:creationId xmlns:a16="http://schemas.microsoft.com/office/drawing/2014/main" id="{BC0D699A-3C87-A83C-428E-5712FA37C5AD}"/>
              </a:ext>
            </a:extLst>
          </p:cNvPr>
          <p:cNvPicPr>
            <a:picLocks noChangeAspect="1"/>
          </p:cNvPicPr>
          <p:nvPr/>
        </p:nvPicPr>
        <p:blipFill>
          <a:blip r:embed="rId7"/>
          <a:stretch>
            <a:fillRect/>
          </a:stretch>
        </p:blipFill>
        <p:spPr>
          <a:xfrm>
            <a:off x="9859499" y="8055429"/>
            <a:ext cx="8251373" cy="2133600"/>
          </a:xfrm>
          <a:prstGeom prst="rect">
            <a:avLst/>
          </a:prstGeom>
        </p:spPr>
      </p:pic>
      <p:pic>
        <p:nvPicPr>
          <p:cNvPr id="13" name="Picture 12" descr="A screenshot of a graph&#10;&#10;AI-generated content may be incorrect.">
            <a:extLst>
              <a:ext uri="{FF2B5EF4-FFF2-40B4-BE49-F238E27FC236}">
                <a16:creationId xmlns:a16="http://schemas.microsoft.com/office/drawing/2014/main" id="{C79DA5F2-9ECF-ADE9-BDD5-A806E630B001}"/>
              </a:ext>
            </a:extLst>
          </p:cNvPr>
          <p:cNvPicPr>
            <a:picLocks noChangeAspect="1"/>
          </p:cNvPicPr>
          <p:nvPr/>
        </p:nvPicPr>
        <p:blipFill>
          <a:blip r:embed="rId8"/>
          <a:stretch>
            <a:fillRect/>
          </a:stretch>
        </p:blipFill>
        <p:spPr>
          <a:xfrm>
            <a:off x="198810" y="1584821"/>
            <a:ext cx="8226734" cy="6470607"/>
          </a:xfrm>
          <a:prstGeom prst="rect">
            <a:avLst/>
          </a:prstGeom>
        </p:spPr>
      </p:pic>
      <p:sp>
        <p:nvSpPr>
          <p:cNvPr id="14" name="TextBox 13">
            <a:extLst>
              <a:ext uri="{FF2B5EF4-FFF2-40B4-BE49-F238E27FC236}">
                <a16:creationId xmlns:a16="http://schemas.microsoft.com/office/drawing/2014/main" id="{82C8EC05-10E2-FEA5-023B-BCE39C971FD0}"/>
              </a:ext>
            </a:extLst>
          </p:cNvPr>
          <p:cNvSpPr txBox="1"/>
          <p:nvPr/>
        </p:nvSpPr>
        <p:spPr>
          <a:xfrm>
            <a:off x="174171" y="8480612"/>
            <a:ext cx="8226734" cy="830997"/>
          </a:xfrm>
          <a:prstGeom prst="rect">
            <a:avLst/>
          </a:prstGeom>
          <a:noFill/>
        </p:spPr>
        <p:txBody>
          <a:bodyPr wrap="square" rtlCol="0">
            <a:spAutoFit/>
          </a:bodyPr>
          <a:lstStyle/>
          <a:p>
            <a:r>
              <a:rPr lang="en-IN" sz="1600" i="1" dirty="0">
                <a:solidFill>
                  <a:schemeClr val="bg1"/>
                </a:solidFill>
              </a:rPr>
              <a:t>Cancellation rates nearly doubled during the crisis (6.05% → 11.94%), with a sharp mid-year spike, signalling a significant decline in customer reliability that requires immediate corrective action.</a:t>
            </a:r>
          </a:p>
        </p:txBody>
      </p:sp>
    </p:spTree>
    <p:extLst>
      <p:ext uri="{BB962C8B-B14F-4D97-AF65-F5344CB8AC3E}">
        <p14:creationId xmlns:p14="http://schemas.microsoft.com/office/powerpoint/2010/main" val="3418609200"/>
      </p:ext>
    </p:extLst>
  </p:cSld>
  <p:clrMapOvr>
    <a:masterClrMapping/>
  </p:clrMapOvr>
  <mc:AlternateContent xmlns:mc="http://schemas.openxmlformats.org/markup-compatibility/2006" xmlns:p14="http://schemas.microsoft.com/office/powerpoint/2010/main">
    <mc:Choice Requires="p14">
      <p:transition spd="slow" p14:dur="2500" advTm="1024">
        <p:checker/>
      </p:transition>
    </mc:Choice>
    <mc:Fallback xmlns="">
      <p:transition spd="slow" advTm="1024">
        <p:checker/>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1EDF7"/>
        </a:solidFill>
        <a:effectLst/>
      </p:bgPr>
    </p:bg>
    <p:spTree>
      <p:nvGrpSpPr>
        <p:cNvPr id="1" name="Shape 336">
          <a:extLst>
            <a:ext uri="{FF2B5EF4-FFF2-40B4-BE49-F238E27FC236}">
              <a16:creationId xmlns:a16="http://schemas.microsoft.com/office/drawing/2014/main" id="{462809A4-6A11-8457-F895-6D59E90FC9E1}"/>
            </a:ext>
          </a:extLst>
        </p:cNvPr>
        <p:cNvGrpSpPr/>
        <p:nvPr/>
      </p:nvGrpSpPr>
      <p:grpSpPr>
        <a:xfrm>
          <a:off x="0" y="0"/>
          <a:ext cx="0" cy="0"/>
          <a:chOff x="0" y="0"/>
          <a:chExt cx="0" cy="0"/>
        </a:xfrm>
      </p:grpSpPr>
      <p:pic>
        <p:nvPicPr>
          <p:cNvPr id="337" name="Google Shape;337;p17">
            <a:extLst>
              <a:ext uri="{FF2B5EF4-FFF2-40B4-BE49-F238E27FC236}">
                <a16:creationId xmlns:a16="http://schemas.microsoft.com/office/drawing/2014/main" id="{18F0CCE5-7FA7-B81B-6996-FAB1250CAE23}"/>
              </a:ext>
            </a:extLst>
          </p:cNvPr>
          <p:cNvPicPr preferRelativeResize="0"/>
          <p:nvPr/>
        </p:nvPicPr>
        <p:blipFill>
          <a:blip r:embed="rId3">
            <a:alphaModFix/>
          </a:blip>
          <a:stretch>
            <a:fillRect/>
          </a:stretch>
        </p:blipFill>
        <p:spPr>
          <a:xfrm>
            <a:off x="0" y="0"/>
            <a:ext cx="18288000" cy="10286987"/>
          </a:xfrm>
          <a:prstGeom prst="rect">
            <a:avLst/>
          </a:prstGeom>
          <a:noFill/>
          <a:ln>
            <a:noFill/>
          </a:ln>
        </p:spPr>
      </p:pic>
      <p:sp>
        <p:nvSpPr>
          <p:cNvPr id="338" name="Google Shape;338;p17">
            <a:extLst>
              <a:ext uri="{FF2B5EF4-FFF2-40B4-BE49-F238E27FC236}">
                <a16:creationId xmlns:a16="http://schemas.microsoft.com/office/drawing/2014/main" id="{36570DDE-5A9D-106E-639B-89BF26D82B53}"/>
              </a:ext>
            </a:extLst>
          </p:cNvPr>
          <p:cNvSpPr/>
          <p:nvPr/>
        </p:nvSpPr>
        <p:spPr>
          <a:xfrm>
            <a:off x="-50" y="0"/>
            <a:ext cx="18291008" cy="10288692"/>
          </a:xfrm>
          <a:custGeom>
            <a:avLst/>
            <a:gdLst/>
            <a:ahLst/>
            <a:cxnLst/>
            <a:rect l="l" t="t" r="r" b="b"/>
            <a:pathLst>
              <a:path w="4816592" h="2709333" extrusionOk="0">
                <a:moveTo>
                  <a:pt x="0" y="0"/>
                </a:moveTo>
                <a:lnTo>
                  <a:pt x="4816592" y="0"/>
                </a:lnTo>
                <a:lnTo>
                  <a:pt x="4816592" y="2709333"/>
                </a:lnTo>
                <a:lnTo>
                  <a:pt x="0" y="2709333"/>
                </a:lnTo>
                <a:close/>
              </a:path>
            </a:pathLst>
          </a:custGeom>
          <a:gradFill>
            <a:gsLst>
              <a:gs pos="0">
                <a:srgbClr val="5C24CC">
                  <a:alpha val="60000"/>
                </a:srgbClr>
              </a:gs>
              <a:gs pos="50000">
                <a:srgbClr val="8C52FF">
                  <a:alpha val="60000"/>
                </a:srgbClr>
              </a:gs>
              <a:gs pos="100000">
                <a:srgbClr val="EDCDFF">
                  <a:alpha val="60000"/>
                </a:srgbClr>
              </a:gs>
            </a:gsLst>
            <a:lin ang="2700006" scaled="0"/>
          </a:gradFill>
          <a:ln>
            <a:noFill/>
          </a:ln>
        </p:spPr>
        <p:txBody>
          <a:bodyPr/>
          <a:lstStyle/>
          <a:p>
            <a:endParaRPr lang="en-IN"/>
          </a:p>
        </p:txBody>
      </p:sp>
      <p:sp>
        <p:nvSpPr>
          <p:cNvPr id="339" name="Google Shape;339;p17">
            <a:extLst>
              <a:ext uri="{FF2B5EF4-FFF2-40B4-BE49-F238E27FC236}">
                <a16:creationId xmlns:a16="http://schemas.microsoft.com/office/drawing/2014/main" id="{13613840-3D81-1670-D70F-B22CBDD4FE8B}"/>
              </a:ext>
            </a:extLst>
          </p:cNvPr>
          <p:cNvSpPr txBox="1"/>
          <p:nvPr/>
        </p:nvSpPr>
        <p:spPr>
          <a:xfrm>
            <a:off x="1582971" y="185730"/>
            <a:ext cx="16530858" cy="1034129"/>
          </a:xfrm>
          <a:prstGeom prst="rect">
            <a:avLst/>
          </a:prstGeom>
          <a:noFill/>
          <a:ln>
            <a:noFill/>
          </a:ln>
        </p:spPr>
        <p:txBody>
          <a:bodyPr spcFirstLastPara="1" wrap="square" lIns="0" tIns="0" rIns="0" bIns="0" anchor="t" anchorCtr="0">
            <a:spAutoFit/>
          </a:bodyPr>
          <a:lstStyle/>
          <a:p>
            <a:pPr lvl="0">
              <a:lnSpc>
                <a:spcPct val="120001"/>
              </a:lnSpc>
            </a:pPr>
            <a:r>
              <a:rPr lang="en-IN" sz="2800" b="1" dirty="0">
                <a:solidFill>
                  <a:schemeClr val="bg1"/>
                </a:solidFill>
              </a:rPr>
              <a:t>Measure average delivery time across phases. Did SLA compliance worsen significantly in the crisis period?</a:t>
            </a:r>
            <a:endParaRPr sz="2800" b="1" dirty="0">
              <a:solidFill>
                <a:schemeClr val="bg1"/>
              </a:solidFill>
              <a:latin typeface="Dosis ExtraBold"/>
              <a:ea typeface="Dosis ExtraBold"/>
              <a:cs typeface="Dosis ExtraBold"/>
              <a:sym typeface="Dosis ExtraBold"/>
            </a:endParaRPr>
          </a:p>
        </p:txBody>
      </p:sp>
      <p:sp>
        <p:nvSpPr>
          <p:cNvPr id="341" name="Google Shape;341;p17">
            <a:extLst>
              <a:ext uri="{FF2B5EF4-FFF2-40B4-BE49-F238E27FC236}">
                <a16:creationId xmlns:a16="http://schemas.microsoft.com/office/drawing/2014/main" id="{05C4EA3C-0F92-EF5A-54C8-62E10134BA7A}"/>
              </a:ext>
            </a:extLst>
          </p:cNvPr>
          <p:cNvSpPr txBox="1"/>
          <p:nvPr/>
        </p:nvSpPr>
        <p:spPr>
          <a:xfrm>
            <a:off x="174171" y="-35869"/>
            <a:ext cx="1408800" cy="147732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8000" i="0" u="none" strike="noStrike" cap="none" dirty="0">
                <a:solidFill>
                  <a:srgbClr val="FFFFFF"/>
                </a:solidFill>
                <a:latin typeface="Dosis ExtraBold"/>
                <a:ea typeface="Dosis ExtraBold"/>
                <a:cs typeface="Dosis ExtraBold"/>
                <a:sym typeface="Dosis ExtraBold"/>
              </a:rPr>
              <a:t>05</a:t>
            </a:r>
            <a:endParaRPr dirty="0">
              <a:latin typeface="Dosis ExtraBold"/>
              <a:ea typeface="Dosis ExtraBold"/>
              <a:cs typeface="Dosis ExtraBold"/>
              <a:sym typeface="Dosis ExtraBold"/>
            </a:endParaRPr>
          </a:p>
        </p:txBody>
      </p:sp>
      <p:sp>
        <p:nvSpPr>
          <p:cNvPr id="342" name="Google Shape;342;p17">
            <a:extLst>
              <a:ext uri="{FF2B5EF4-FFF2-40B4-BE49-F238E27FC236}">
                <a16:creationId xmlns:a16="http://schemas.microsoft.com/office/drawing/2014/main" id="{9282EC2D-824C-506D-6ACC-07B1918DCFD2}"/>
              </a:ext>
            </a:extLst>
          </p:cNvPr>
          <p:cNvSpPr txBox="1"/>
          <p:nvPr/>
        </p:nvSpPr>
        <p:spPr>
          <a:xfrm>
            <a:off x="1028700" y="9475979"/>
            <a:ext cx="2407965" cy="23114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400" b="1" i="0" u="none" strike="noStrike" cap="none">
                <a:solidFill>
                  <a:srgbClr val="FFFFFF"/>
                </a:solidFill>
                <a:latin typeface="Dosis"/>
                <a:ea typeface="Dosis"/>
                <a:cs typeface="Dosis"/>
                <a:sym typeface="Dosis"/>
              </a:rPr>
              <a:t>MCKINSEY STRATEGIC PLANNING</a:t>
            </a:r>
            <a:endParaRPr/>
          </a:p>
        </p:txBody>
      </p:sp>
      <p:pic>
        <p:nvPicPr>
          <p:cNvPr id="3" name="Picture 2" descr="A screenshot of a computer program&#10;&#10;AI-generated content may be incorrect.">
            <a:extLst>
              <a:ext uri="{FF2B5EF4-FFF2-40B4-BE49-F238E27FC236}">
                <a16:creationId xmlns:a16="http://schemas.microsoft.com/office/drawing/2014/main" id="{4B89E823-9FDC-B615-7EEB-202B6C28F9D3}"/>
              </a:ext>
            </a:extLst>
          </p:cNvPr>
          <p:cNvPicPr>
            <a:picLocks noChangeAspect="1"/>
          </p:cNvPicPr>
          <p:nvPr/>
        </p:nvPicPr>
        <p:blipFill>
          <a:blip r:embed="rId4"/>
          <a:stretch>
            <a:fillRect/>
          </a:stretch>
        </p:blipFill>
        <p:spPr>
          <a:xfrm>
            <a:off x="11141056" y="1336546"/>
            <a:ext cx="6738258" cy="3083385"/>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0634D104-711F-9365-239C-37B13696BD16}"/>
              </a:ext>
            </a:extLst>
          </p:cNvPr>
          <p:cNvPicPr>
            <a:picLocks noChangeAspect="1"/>
          </p:cNvPicPr>
          <p:nvPr/>
        </p:nvPicPr>
        <p:blipFill>
          <a:blip r:embed="rId5"/>
          <a:stretch>
            <a:fillRect/>
          </a:stretch>
        </p:blipFill>
        <p:spPr>
          <a:xfrm>
            <a:off x="11144014" y="4303245"/>
            <a:ext cx="6738258" cy="3316756"/>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D2AB7269-0D48-701D-3E9E-ACA76E1DE567}"/>
              </a:ext>
            </a:extLst>
          </p:cNvPr>
          <p:cNvPicPr>
            <a:picLocks noChangeAspect="1"/>
          </p:cNvPicPr>
          <p:nvPr/>
        </p:nvPicPr>
        <p:blipFill>
          <a:blip r:embed="rId6"/>
          <a:stretch>
            <a:fillRect/>
          </a:stretch>
        </p:blipFill>
        <p:spPr>
          <a:xfrm>
            <a:off x="11141056" y="7620001"/>
            <a:ext cx="6738258" cy="2666986"/>
          </a:xfrm>
          <a:prstGeom prst="rect">
            <a:avLst/>
          </a:prstGeom>
        </p:spPr>
      </p:pic>
      <p:pic>
        <p:nvPicPr>
          <p:cNvPr id="11" name="Picture 10" descr="A graph with numbers and a line&#10;&#10;AI-generated content may be incorrect.">
            <a:extLst>
              <a:ext uri="{FF2B5EF4-FFF2-40B4-BE49-F238E27FC236}">
                <a16:creationId xmlns:a16="http://schemas.microsoft.com/office/drawing/2014/main" id="{3376235A-AB81-86E4-3AA5-418DA2836DBD}"/>
              </a:ext>
            </a:extLst>
          </p:cNvPr>
          <p:cNvPicPr>
            <a:picLocks noChangeAspect="1"/>
          </p:cNvPicPr>
          <p:nvPr/>
        </p:nvPicPr>
        <p:blipFill>
          <a:blip r:embed="rId7"/>
          <a:stretch>
            <a:fillRect/>
          </a:stretch>
        </p:blipFill>
        <p:spPr>
          <a:xfrm>
            <a:off x="408685" y="1441459"/>
            <a:ext cx="8735315" cy="4828712"/>
          </a:xfrm>
          <a:prstGeom prst="rect">
            <a:avLst/>
          </a:prstGeom>
        </p:spPr>
      </p:pic>
      <p:sp>
        <p:nvSpPr>
          <p:cNvPr id="12" name="TextBox 11">
            <a:extLst>
              <a:ext uri="{FF2B5EF4-FFF2-40B4-BE49-F238E27FC236}">
                <a16:creationId xmlns:a16="http://schemas.microsoft.com/office/drawing/2014/main" id="{83917494-CC00-500A-3506-BD055FC26FF2}"/>
              </a:ext>
            </a:extLst>
          </p:cNvPr>
          <p:cNvSpPr txBox="1"/>
          <p:nvPr/>
        </p:nvSpPr>
        <p:spPr>
          <a:xfrm>
            <a:off x="408684" y="7909247"/>
            <a:ext cx="8735315" cy="830997"/>
          </a:xfrm>
          <a:prstGeom prst="rect">
            <a:avLst/>
          </a:prstGeom>
          <a:noFill/>
        </p:spPr>
        <p:txBody>
          <a:bodyPr wrap="square" rtlCol="0">
            <a:spAutoFit/>
          </a:bodyPr>
          <a:lstStyle/>
          <a:p>
            <a:pPr algn="just"/>
            <a:r>
              <a:rPr lang="en-IN" sz="1600" i="1" dirty="0">
                <a:solidFill>
                  <a:schemeClr val="bg1"/>
                </a:solidFill>
              </a:rPr>
              <a:t>Average delivery time remained stable early in the year (~40 mins) but surged sharply from June onward (~60 mins), indicating a clear operational bottleneck during the crisis period that needs immediate optimization.</a:t>
            </a:r>
          </a:p>
        </p:txBody>
      </p:sp>
    </p:spTree>
    <p:extLst>
      <p:ext uri="{BB962C8B-B14F-4D97-AF65-F5344CB8AC3E}">
        <p14:creationId xmlns:p14="http://schemas.microsoft.com/office/powerpoint/2010/main" val="3992852396"/>
      </p:ext>
    </p:extLst>
  </p:cSld>
  <p:clrMapOvr>
    <a:masterClrMapping/>
  </p:clrMapOvr>
  <mc:AlternateContent xmlns:mc="http://schemas.openxmlformats.org/markup-compatibility/2006" xmlns:p14="http://schemas.microsoft.com/office/powerpoint/2010/main">
    <mc:Choice Requires="p14">
      <p:transition spd="slow" p14:dur="2500" advTm="2233">
        <p:checker/>
      </p:transition>
    </mc:Choice>
    <mc:Fallback xmlns="">
      <p:transition spd="slow" advTm="2233">
        <p:checker/>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1EDF7"/>
        </a:solidFill>
        <a:effectLst/>
      </p:bgPr>
    </p:bg>
    <p:spTree>
      <p:nvGrpSpPr>
        <p:cNvPr id="1" name="Shape 336">
          <a:extLst>
            <a:ext uri="{FF2B5EF4-FFF2-40B4-BE49-F238E27FC236}">
              <a16:creationId xmlns:a16="http://schemas.microsoft.com/office/drawing/2014/main" id="{3CF01E07-1E26-C132-7CF3-7A31B961649E}"/>
            </a:ext>
          </a:extLst>
        </p:cNvPr>
        <p:cNvGrpSpPr/>
        <p:nvPr/>
      </p:nvGrpSpPr>
      <p:grpSpPr>
        <a:xfrm>
          <a:off x="0" y="0"/>
          <a:ext cx="0" cy="0"/>
          <a:chOff x="0" y="0"/>
          <a:chExt cx="0" cy="0"/>
        </a:xfrm>
      </p:grpSpPr>
      <p:pic>
        <p:nvPicPr>
          <p:cNvPr id="337" name="Google Shape;337;p17">
            <a:extLst>
              <a:ext uri="{FF2B5EF4-FFF2-40B4-BE49-F238E27FC236}">
                <a16:creationId xmlns:a16="http://schemas.microsoft.com/office/drawing/2014/main" id="{69DEB3ED-1E8A-5490-CCF4-26475832A35B}"/>
              </a:ext>
            </a:extLst>
          </p:cNvPr>
          <p:cNvPicPr preferRelativeResize="0"/>
          <p:nvPr/>
        </p:nvPicPr>
        <p:blipFill>
          <a:blip r:embed="rId3">
            <a:alphaModFix/>
          </a:blip>
          <a:stretch>
            <a:fillRect/>
          </a:stretch>
        </p:blipFill>
        <p:spPr>
          <a:xfrm>
            <a:off x="0" y="0"/>
            <a:ext cx="18288000" cy="10286987"/>
          </a:xfrm>
          <a:prstGeom prst="rect">
            <a:avLst/>
          </a:prstGeom>
          <a:noFill/>
          <a:ln>
            <a:noFill/>
          </a:ln>
        </p:spPr>
      </p:pic>
      <p:sp>
        <p:nvSpPr>
          <p:cNvPr id="338" name="Google Shape;338;p17">
            <a:extLst>
              <a:ext uri="{FF2B5EF4-FFF2-40B4-BE49-F238E27FC236}">
                <a16:creationId xmlns:a16="http://schemas.microsoft.com/office/drawing/2014/main" id="{9A8B1749-B3D3-EC10-48AB-C5A59935AC15}"/>
              </a:ext>
            </a:extLst>
          </p:cNvPr>
          <p:cNvSpPr/>
          <p:nvPr/>
        </p:nvSpPr>
        <p:spPr>
          <a:xfrm>
            <a:off x="-50" y="0"/>
            <a:ext cx="18291008" cy="10288692"/>
          </a:xfrm>
          <a:custGeom>
            <a:avLst/>
            <a:gdLst/>
            <a:ahLst/>
            <a:cxnLst/>
            <a:rect l="l" t="t" r="r" b="b"/>
            <a:pathLst>
              <a:path w="4816592" h="2709333" extrusionOk="0">
                <a:moveTo>
                  <a:pt x="0" y="0"/>
                </a:moveTo>
                <a:lnTo>
                  <a:pt x="4816592" y="0"/>
                </a:lnTo>
                <a:lnTo>
                  <a:pt x="4816592" y="2709333"/>
                </a:lnTo>
                <a:lnTo>
                  <a:pt x="0" y="2709333"/>
                </a:lnTo>
                <a:close/>
              </a:path>
            </a:pathLst>
          </a:custGeom>
          <a:gradFill>
            <a:gsLst>
              <a:gs pos="0">
                <a:srgbClr val="5C24CC">
                  <a:alpha val="60000"/>
                </a:srgbClr>
              </a:gs>
              <a:gs pos="50000">
                <a:srgbClr val="8C52FF">
                  <a:alpha val="60000"/>
                </a:srgbClr>
              </a:gs>
              <a:gs pos="100000">
                <a:srgbClr val="EDCDFF">
                  <a:alpha val="60000"/>
                </a:srgbClr>
              </a:gs>
            </a:gsLst>
            <a:lin ang="2700006" scaled="0"/>
          </a:gradFill>
          <a:ln>
            <a:noFill/>
          </a:ln>
        </p:spPr>
        <p:txBody>
          <a:bodyPr/>
          <a:lstStyle/>
          <a:p>
            <a:endParaRPr lang="en-IN"/>
          </a:p>
        </p:txBody>
      </p:sp>
      <p:sp>
        <p:nvSpPr>
          <p:cNvPr id="339" name="Google Shape;339;p17">
            <a:extLst>
              <a:ext uri="{FF2B5EF4-FFF2-40B4-BE49-F238E27FC236}">
                <a16:creationId xmlns:a16="http://schemas.microsoft.com/office/drawing/2014/main" id="{0D315794-1B5E-9B04-5148-CDDF2C9BC943}"/>
              </a:ext>
            </a:extLst>
          </p:cNvPr>
          <p:cNvSpPr txBox="1"/>
          <p:nvPr/>
        </p:nvSpPr>
        <p:spPr>
          <a:xfrm>
            <a:off x="1757142" y="321348"/>
            <a:ext cx="17939658" cy="517065"/>
          </a:xfrm>
          <a:prstGeom prst="rect">
            <a:avLst/>
          </a:prstGeom>
          <a:noFill/>
          <a:ln>
            <a:noFill/>
          </a:ln>
        </p:spPr>
        <p:txBody>
          <a:bodyPr spcFirstLastPara="1" wrap="square" lIns="0" tIns="0" rIns="0" bIns="0" anchor="t" anchorCtr="0">
            <a:spAutoFit/>
          </a:bodyPr>
          <a:lstStyle/>
          <a:p>
            <a:pPr lvl="0">
              <a:lnSpc>
                <a:spcPct val="120001"/>
              </a:lnSpc>
            </a:pPr>
            <a:r>
              <a:rPr lang="en-IN" sz="2800" b="1" dirty="0">
                <a:solidFill>
                  <a:schemeClr val="bg1"/>
                </a:solidFill>
              </a:rPr>
              <a:t>Track average customer rating month-by-month. Which months saw the sharpest drop? </a:t>
            </a:r>
            <a:endParaRPr sz="2800" b="1" dirty="0">
              <a:solidFill>
                <a:schemeClr val="bg1"/>
              </a:solidFill>
              <a:latin typeface="Dosis ExtraBold"/>
              <a:ea typeface="Dosis ExtraBold"/>
              <a:cs typeface="Dosis ExtraBold"/>
              <a:sym typeface="Dosis ExtraBold"/>
            </a:endParaRPr>
          </a:p>
        </p:txBody>
      </p:sp>
      <p:sp>
        <p:nvSpPr>
          <p:cNvPr id="341" name="Google Shape;341;p17">
            <a:extLst>
              <a:ext uri="{FF2B5EF4-FFF2-40B4-BE49-F238E27FC236}">
                <a16:creationId xmlns:a16="http://schemas.microsoft.com/office/drawing/2014/main" id="{5F562AB8-841B-4E17-2E6F-3B15CB894FB6}"/>
              </a:ext>
            </a:extLst>
          </p:cNvPr>
          <p:cNvSpPr txBox="1"/>
          <p:nvPr/>
        </p:nvSpPr>
        <p:spPr>
          <a:xfrm>
            <a:off x="174171" y="-35869"/>
            <a:ext cx="1408800" cy="147732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8000" i="0" u="none" strike="noStrike" cap="none" dirty="0">
                <a:solidFill>
                  <a:srgbClr val="FFFFFF"/>
                </a:solidFill>
                <a:latin typeface="Dosis ExtraBold"/>
                <a:ea typeface="Dosis ExtraBold"/>
                <a:cs typeface="Dosis ExtraBold"/>
                <a:sym typeface="Dosis ExtraBold"/>
              </a:rPr>
              <a:t>06</a:t>
            </a:r>
            <a:endParaRPr dirty="0">
              <a:latin typeface="Dosis ExtraBold"/>
              <a:ea typeface="Dosis ExtraBold"/>
              <a:cs typeface="Dosis ExtraBold"/>
              <a:sym typeface="Dosis ExtraBold"/>
            </a:endParaRPr>
          </a:p>
        </p:txBody>
      </p:sp>
      <p:sp>
        <p:nvSpPr>
          <p:cNvPr id="342" name="Google Shape;342;p17">
            <a:extLst>
              <a:ext uri="{FF2B5EF4-FFF2-40B4-BE49-F238E27FC236}">
                <a16:creationId xmlns:a16="http://schemas.microsoft.com/office/drawing/2014/main" id="{56CBFC5B-E2F4-D0AB-338A-83372E6448AB}"/>
              </a:ext>
            </a:extLst>
          </p:cNvPr>
          <p:cNvSpPr txBox="1"/>
          <p:nvPr/>
        </p:nvSpPr>
        <p:spPr>
          <a:xfrm>
            <a:off x="1028700" y="9475979"/>
            <a:ext cx="2407965" cy="23114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400" b="1" i="0" u="none" strike="noStrike" cap="none">
                <a:solidFill>
                  <a:srgbClr val="FFFFFF"/>
                </a:solidFill>
                <a:latin typeface="Dosis"/>
                <a:ea typeface="Dosis"/>
                <a:cs typeface="Dosis"/>
                <a:sym typeface="Dosis"/>
              </a:rPr>
              <a:t>MCKINSEY STRATEGIC PLANNING</a:t>
            </a:r>
            <a:endParaRPr/>
          </a:p>
        </p:txBody>
      </p:sp>
      <p:pic>
        <p:nvPicPr>
          <p:cNvPr id="3" name="Picture 2" descr="A screenshot of a computer program&#10;&#10;AI-generated content may be incorrect.">
            <a:extLst>
              <a:ext uri="{FF2B5EF4-FFF2-40B4-BE49-F238E27FC236}">
                <a16:creationId xmlns:a16="http://schemas.microsoft.com/office/drawing/2014/main" id="{8E01B630-2D29-8261-10BE-C7CB487772AB}"/>
              </a:ext>
            </a:extLst>
          </p:cNvPr>
          <p:cNvPicPr>
            <a:picLocks noChangeAspect="1"/>
          </p:cNvPicPr>
          <p:nvPr/>
        </p:nvPicPr>
        <p:blipFill>
          <a:blip r:embed="rId4"/>
          <a:stretch>
            <a:fillRect/>
          </a:stretch>
        </p:blipFill>
        <p:spPr>
          <a:xfrm>
            <a:off x="9579429" y="1366246"/>
            <a:ext cx="8065633" cy="4359640"/>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3F960B43-125F-EA01-3E27-C68E2EF23E68}"/>
              </a:ext>
            </a:extLst>
          </p:cNvPr>
          <p:cNvPicPr>
            <a:picLocks noChangeAspect="1"/>
          </p:cNvPicPr>
          <p:nvPr/>
        </p:nvPicPr>
        <p:blipFill>
          <a:blip r:embed="rId5"/>
          <a:stretch>
            <a:fillRect/>
          </a:stretch>
        </p:blipFill>
        <p:spPr>
          <a:xfrm>
            <a:off x="9579428" y="5725886"/>
            <a:ext cx="8065633" cy="4359639"/>
          </a:xfrm>
          <a:prstGeom prst="rect">
            <a:avLst/>
          </a:prstGeom>
        </p:spPr>
      </p:pic>
      <p:pic>
        <p:nvPicPr>
          <p:cNvPr id="7" name="Picture 6" descr="A graph with blue lines and dots&#10;&#10;AI-generated content may be incorrect.">
            <a:extLst>
              <a:ext uri="{FF2B5EF4-FFF2-40B4-BE49-F238E27FC236}">
                <a16:creationId xmlns:a16="http://schemas.microsoft.com/office/drawing/2014/main" id="{E89C204C-BD77-20E4-0FCF-443810CCAAF2}"/>
              </a:ext>
            </a:extLst>
          </p:cNvPr>
          <p:cNvPicPr>
            <a:picLocks noChangeAspect="1"/>
          </p:cNvPicPr>
          <p:nvPr/>
        </p:nvPicPr>
        <p:blipFill>
          <a:blip r:embed="rId6"/>
          <a:stretch>
            <a:fillRect/>
          </a:stretch>
        </p:blipFill>
        <p:spPr>
          <a:xfrm>
            <a:off x="370115" y="1541718"/>
            <a:ext cx="8773886" cy="4184168"/>
          </a:xfrm>
          <a:prstGeom prst="rect">
            <a:avLst/>
          </a:prstGeom>
        </p:spPr>
      </p:pic>
      <p:sp>
        <p:nvSpPr>
          <p:cNvPr id="8" name="TextBox 7">
            <a:extLst>
              <a:ext uri="{FF2B5EF4-FFF2-40B4-BE49-F238E27FC236}">
                <a16:creationId xmlns:a16="http://schemas.microsoft.com/office/drawing/2014/main" id="{D3183C24-4091-4996-9A07-23E36BA14107}"/>
              </a:ext>
            </a:extLst>
          </p:cNvPr>
          <p:cNvSpPr txBox="1"/>
          <p:nvPr/>
        </p:nvSpPr>
        <p:spPr>
          <a:xfrm>
            <a:off x="370115" y="7905705"/>
            <a:ext cx="8566374" cy="830997"/>
          </a:xfrm>
          <a:prstGeom prst="rect">
            <a:avLst/>
          </a:prstGeom>
          <a:noFill/>
        </p:spPr>
        <p:txBody>
          <a:bodyPr wrap="square" rtlCol="0">
            <a:spAutoFit/>
          </a:bodyPr>
          <a:lstStyle/>
          <a:p>
            <a:r>
              <a:rPr lang="en-IN" sz="1600" i="1" dirty="0">
                <a:solidFill>
                  <a:schemeClr val="bg1"/>
                </a:solidFill>
              </a:rPr>
              <a:t>Customer ratings were strong pre-crisis (~4.5) but dropped sharply from June onward to ~2.3–2.7, </a:t>
            </a:r>
            <a:r>
              <a:rPr lang="en-IN" sz="1600" i="1" dirty="0" err="1">
                <a:solidFill>
                  <a:schemeClr val="bg1"/>
                </a:solidFill>
              </a:rPr>
              <a:t>signaling</a:t>
            </a:r>
            <a:r>
              <a:rPr lang="en-IN" sz="1600" i="1" dirty="0">
                <a:solidFill>
                  <a:schemeClr val="bg1"/>
                </a:solidFill>
              </a:rPr>
              <a:t> a significant deterioration in customer experience during the crisis that demands urgent service quality interventions.</a:t>
            </a:r>
          </a:p>
        </p:txBody>
      </p:sp>
    </p:spTree>
    <p:extLst>
      <p:ext uri="{BB962C8B-B14F-4D97-AF65-F5344CB8AC3E}">
        <p14:creationId xmlns:p14="http://schemas.microsoft.com/office/powerpoint/2010/main" val="3419678928"/>
      </p:ext>
    </p:extLst>
  </p:cSld>
  <p:clrMapOvr>
    <a:masterClrMapping/>
  </p:clrMapOvr>
  <mc:AlternateContent xmlns:mc="http://schemas.openxmlformats.org/markup-compatibility/2006" xmlns:p14="http://schemas.microsoft.com/office/powerpoint/2010/main">
    <mc:Choice Requires="p14">
      <p:transition spd="slow" p14:dur="2500" advTm="761">
        <p:checker/>
      </p:transition>
    </mc:Choice>
    <mc:Fallback xmlns="">
      <p:transition spd="slow" advTm="761">
        <p:checker/>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1EDF7"/>
        </a:solidFill>
        <a:effectLst/>
      </p:bgPr>
    </p:bg>
    <p:spTree>
      <p:nvGrpSpPr>
        <p:cNvPr id="1" name="Shape 336">
          <a:extLst>
            <a:ext uri="{FF2B5EF4-FFF2-40B4-BE49-F238E27FC236}">
              <a16:creationId xmlns:a16="http://schemas.microsoft.com/office/drawing/2014/main" id="{4FAD321F-CC77-F97C-FFE9-7FC29139CB00}"/>
            </a:ext>
          </a:extLst>
        </p:cNvPr>
        <p:cNvGrpSpPr/>
        <p:nvPr/>
      </p:nvGrpSpPr>
      <p:grpSpPr>
        <a:xfrm>
          <a:off x="0" y="0"/>
          <a:ext cx="0" cy="0"/>
          <a:chOff x="0" y="0"/>
          <a:chExt cx="0" cy="0"/>
        </a:xfrm>
      </p:grpSpPr>
      <p:pic>
        <p:nvPicPr>
          <p:cNvPr id="337" name="Google Shape;337;p17">
            <a:extLst>
              <a:ext uri="{FF2B5EF4-FFF2-40B4-BE49-F238E27FC236}">
                <a16:creationId xmlns:a16="http://schemas.microsoft.com/office/drawing/2014/main" id="{F2F9E0F9-BFEA-D103-B768-05D7B309B749}"/>
              </a:ext>
            </a:extLst>
          </p:cNvPr>
          <p:cNvPicPr preferRelativeResize="0"/>
          <p:nvPr/>
        </p:nvPicPr>
        <p:blipFill>
          <a:blip r:embed="rId3">
            <a:alphaModFix/>
          </a:blip>
          <a:stretch>
            <a:fillRect/>
          </a:stretch>
        </p:blipFill>
        <p:spPr>
          <a:xfrm>
            <a:off x="0" y="0"/>
            <a:ext cx="18288000" cy="10286987"/>
          </a:xfrm>
          <a:prstGeom prst="rect">
            <a:avLst/>
          </a:prstGeom>
          <a:noFill/>
          <a:ln>
            <a:noFill/>
          </a:ln>
        </p:spPr>
      </p:pic>
      <p:sp>
        <p:nvSpPr>
          <p:cNvPr id="338" name="Google Shape;338;p17">
            <a:extLst>
              <a:ext uri="{FF2B5EF4-FFF2-40B4-BE49-F238E27FC236}">
                <a16:creationId xmlns:a16="http://schemas.microsoft.com/office/drawing/2014/main" id="{7F83E1B7-49F1-20FB-D560-3B31CEFAAC75}"/>
              </a:ext>
            </a:extLst>
          </p:cNvPr>
          <p:cNvSpPr/>
          <p:nvPr/>
        </p:nvSpPr>
        <p:spPr>
          <a:xfrm>
            <a:off x="0" y="0"/>
            <a:ext cx="18291008" cy="10288692"/>
          </a:xfrm>
          <a:custGeom>
            <a:avLst/>
            <a:gdLst/>
            <a:ahLst/>
            <a:cxnLst/>
            <a:rect l="l" t="t" r="r" b="b"/>
            <a:pathLst>
              <a:path w="4816592" h="2709333" extrusionOk="0">
                <a:moveTo>
                  <a:pt x="0" y="0"/>
                </a:moveTo>
                <a:lnTo>
                  <a:pt x="4816592" y="0"/>
                </a:lnTo>
                <a:lnTo>
                  <a:pt x="4816592" y="2709333"/>
                </a:lnTo>
                <a:lnTo>
                  <a:pt x="0" y="2709333"/>
                </a:lnTo>
                <a:close/>
              </a:path>
            </a:pathLst>
          </a:custGeom>
          <a:gradFill>
            <a:gsLst>
              <a:gs pos="0">
                <a:srgbClr val="5C24CC">
                  <a:alpha val="60000"/>
                </a:srgbClr>
              </a:gs>
              <a:gs pos="50000">
                <a:srgbClr val="8C52FF">
                  <a:alpha val="60000"/>
                </a:srgbClr>
              </a:gs>
              <a:gs pos="100000">
                <a:srgbClr val="EDCDFF">
                  <a:alpha val="60000"/>
                </a:srgbClr>
              </a:gs>
            </a:gsLst>
            <a:lin ang="2700006" scaled="0"/>
          </a:gradFill>
          <a:ln>
            <a:noFill/>
          </a:ln>
        </p:spPr>
        <p:txBody>
          <a:bodyPr/>
          <a:lstStyle/>
          <a:p>
            <a:endParaRPr lang="en-IN"/>
          </a:p>
        </p:txBody>
      </p:sp>
      <p:sp>
        <p:nvSpPr>
          <p:cNvPr id="339" name="Google Shape;339;p17">
            <a:extLst>
              <a:ext uri="{FF2B5EF4-FFF2-40B4-BE49-F238E27FC236}">
                <a16:creationId xmlns:a16="http://schemas.microsoft.com/office/drawing/2014/main" id="{6B7B5DD0-D1E7-26DD-F3D9-F5B882FD5829}"/>
              </a:ext>
            </a:extLst>
          </p:cNvPr>
          <p:cNvSpPr txBox="1"/>
          <p:nvPr/>
        </p:nvSpPr>
        <p:spPr>
          <a:xfrm>
            <a:off x="1582971" y="185730"/>
            <a:ext cx="16530858" cy="1034129"/>
          </a:xfrm>
          <a:prstGeom prst="rect">
            <a:avLst/>
          </a:prstGeom>
          <a:noFill/>
          <a:ln>
            <a:noFill/>
          </a:ln>
        </p:spPr>
        <p:txBody>
          <a:bodyPr spcFirstLastPara="1" wrap="square" lIns="0" tIns="0" rIns="0" bIns="0" anchor="t" anchorCtr="0">
            <a:spAutoFit/>
          </a:bodyPr>
          <a:lstStyle/>
          <a:p>
            <a:pPr lvl="0">
              <a:lnSpc>
                <a:spcPct val="120001"/>
              </a:lnSpc>
            </a:pPr>
            <a:r>
              <a:rPr lang="en-IN" sz="2800" b="1" dirty="0">
                <a:solidFill>
                  <a:schemeClr val="bg1"/>
                </a:solidFill>
              </a:rPr>
              <a:t>During the crisis period, identify the most frequently occurring negative keywords in customer review texts. (Hint: Use a Word Cloud visual in Power BI to visualize the findings.)</a:t>
            </a:r>
            <a:endParaRPr sz="2800" b="1" dirty="0">
              <a:solidFill>
                <a:schemeClr val="bg1"/>
              </a:solidFill>
              <a:latin typeface="Dosis ExtraBold"/>
              <a:ea typeface="Dosis ExtraBold"/>
              <a:cs typeface="Dosis ExtraBold"/>
              <a:sym typeface="Dosis ExtraBold"/>
            </a:endParaRPr>
          </a:p>
        </p:txBody>
      </p:sp>
      <p:sp>
        <p:nvSpPr>
          <p:cNvPr id="341" name="Google Shape;341;p17">
            <a:extLst>
              <a:ext uri="{FF2B5EF4-FFF2-40B4-BE49-F238E27FC236}">
                <a16:creationId xmlns:a16="http://schemas.microsoft.com/office/drawing/2014/main" id="{FC90194D-8AEE-84CD-6BA2-C24F28179170}"/>
              </a:ext>
            </a:extLst>
          </p:cNvPr>
          <p:cNvSpPr txBox="1"/>
          <p:nvPr/>
        </p:nvSpPr>
        <p:spPr>
          <a:xfrm>
            <a:off x="174171" y="-35869"/>
            <a:ext cx="1408800" cy="147732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8000" i="0" u="none" strike="noStrike" cap="none" dirty="0">
                <a:solidFill>
                  <a:srgbClr val="FFFFFF"/>
                </a:solidFill>
                <a:latin typeface="Dosis ExtraBold"/>
                <a:ea typeface="Dosis ExtraBold"/>
                <a:cs typeface="Dosis ExtraBold"/>
                <a:sym typeface="Dosis ExtraBold"/>
              </a:rPr>
              <a:t>07</a:t>
            </a:r>
            <a:endParaRPr dirty="0">
              <a:latin typeface="Dosis ExtraBold"/>
              <a:ea typeface="Dosis ExtraBold"/>
              <a:cs typeface="Dosis ExtraBold"/>
              <a:sym typeface="Dosis ExtraBold"/>
            </a:endParaRPr>
          </a:p>
        </p:txBody>
      </p:sp>
      <p:sp>
        <p:nvSpPr>
          <p:cNvPr id="342" name="Google Shape;342;p17">
            <a:extLst>
              <a:ext uri="{FF2B5EF4-FFF2-40B4-BE49-F238E27FC236}">
                <a16:creationId xmlns:a16="http://schemas.microsoft.com/office/drawing/2014/main" id="{012D96CF-A900-0835-6B9D-079AA52000CF}"/>
              </a:ext>
            </a:extLst>
          </p:cNvPr>
          <p:cNvSpPr txBox="1"/>
          <p:nvPr/>
        </p:nvSpPr>
        <p:spPr>
          <a:xfrm>
            <a:off x="1028700" y="9475979"/>
            <a:ext cx="2407965" cy="23114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400" b="1" i="0" u="none" strike="noStrike" cap="none">
                <a:solidFill>
                  <a:srgbClr val="FFFFFF"/>
                </a:solidFill>
                <a:latin typeface="Dosis"/>
                <a:ea typeface="Dosis"/>
                <a:cs typeface="Dosis"/>
                <a:sym typeface="Dosis"/>
              </a:rPr>
              <a:t>MCKINSEY STRATEGIC PLANNING</a:t>
            </a:r>
            <a:endParaRPr/>
          </a:p>
        </p:txBody>
      </p:sp>
      <p:pic>
        <p:nvPicPr>
          <p:cNvPr id="6" name="Picture 5" descr="A screenshot of a computer&#10;&#10;AI-generated content may be incorrect.">
            <a:extLst>
              <a:ext uri="{FF2B5EF4-FFF2-40B4-BE49-F238E27FC236}">
                <a16:creationId xmlns:a16="http://schemas.microsoft.com/office/drawing/2014/main" id="{4EEC207A-46EB-F67D-6179-D6653CEC84A9}"/>
              </a:ext>
            </a:extLst>
          </p:cNvPr>
          <p:cNvPicPr>
            <a:picLocks noChangeAspect="1"/>
          </p:cNvPicPr>
          <p:nvPr/>
        </p:nvPicPr>
        <p:blipFill>
          <a:blip r:embed="rId4"/>
          <a:stretch>
            <a:fillRect/>
          </a:stretch>
        </p:blipFill>
        <p:spPr>
          <a:xfrm>
            <a:off x="10189029" y="1255728"/>
            <a:ext cx="7735660" cy="4622558"/>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979EC2F8-6016-B226-4F9E-9A1EC0EF29E2}"/>
              </a:ext>
            </a:extLst>
          </p:cNvPr>
          <p:cNvPicPr>
            <a:picLocks noChangeAspect="1"/>
          </p:cNvPicPr>
          <p:nvPr/>
        </p:nvPicPr>
        <p:blipFill>
          <a:blip r:embed="rId5"/>
          <a:stretch>
            <a:fillRect/>
          </a:stretch>
        </p:blipFill>
        <p:spPr>
          <a:xfrm>
            <a:off x="10189029" y="5878286"/>
            <a:ext cx="7735660" cy="4222984"/>
          </a:xfrm>
          <a:prstGeom prst="rect">
            <a:avLst/>
          </a:prstGeom>
        </p:spPr>
      </p:pic>
      <p:pic>
        <p:nvPicPr>
          <p:cNvPr id="10" name="Picture 9" descr="A close up of words&#10;&#10;AI-generated content may be incorrect.">
            <a:extLst>
              <a:ext uri="{FF2B5EF4-FFF2-40B4-BE49-F238E27FC236}">
                <a16:creationId xmlns:a16="http://schemas.microsoft.com/office/drawing/2014/main" id="{868F6591-98D5-D163-F31F-599855FA00CC}"/>
              </a:ext>
            </a:extLst>
          </p:cNvPr>
          <p:cNvPicPr>
            <a:picLocks noChangeAspect="1"/>
          </p:cNvPicPr>
          <p:nvPr/>
        </p:nvPicPr>
        <p:blipFill>
          <a:blip r:embed="rId6"/>
          <a:stretch>
            <a:fillRect/>
          </a:stretch>
        </p:blipFill>
        <p:spPr>
          <a:xfrm>
            <a:off x="458715" y="1803173"/>
            <a:ext cx="9271599" cy="5462587"/>
          </a:xfrm>
          <a:prstGeom prst="rect">
            <a:avLst/>
          </a:prstGeom>
        </p:spPr>
      </p:pic>
      <p:sp>
        <p:nvSpPr>
          <p:cNvPr id="11" name="TextBox 10">
            <a:extLst>
              <a:ext uri="{FF2B5EF4-FFF2-40B4-BE49-F238E27FC236}">
                <a16:creationId xmlns:a16="http://schemas.microsoft.com/office/drawing/2014/main" id="{856F14A9-059E-EADC-13A7-80E98B3102E0}"/>
              </a:ext>
            </a:extLst>
          </p:cNvPr>
          <p:cNvSpPr txBox="1"/>
          <p:nvPr/>
        </p:nvSpPr>
        <p:spPr>
          <a:xfrm>
            <a:off x="538317" y="7989778"/>
            <a:ext cx="9112395" cy="830997"/>
          </a:xfrm>
          <a:prstGeom prst="rect">
            <a:avLst/>
          </a:prstGeom>
          <a:noFill/>
        </p:spPr>
        <p:txBody>
          <a:bodyPr wrap="square" rtlCol="0">
            <a:spAutoFit/>
          </a:bodyPr>
          <a:lstStyle/>
          <a:p>
            <a:r>
              <a:rPr lang="en-IN" sz="1600" i="1" dirty="0">
                <a:solidFill>
                  <a:schemeClr val="bg1"/>
                </a:solidFill>
              </a:rPr>
              <a:t>Customer feedback is dominated by food quality and packaging issues—frequent mentions of “cold,” “late,” and “poor quality” highlight execution gaps, despite pockets of positive sentiment around taste and value.</a:t>
            </a:r>
          </a:p>
        </p:txBody>
      </p:sp>
    </p:spTree>
    <p:extLst>
      <p:ext uri="{BB962C8B-B14F-4D97-AF65-F5344CB8AC3E}">
        <p14:creationId xmlns:p14="http://schemas.microsoft.com/office/powerpoint/2010/main" val="2256962913"/>
      </p:ext>
    </p:extLst>
  </p:cSld>
  <p:clrMapOvr>
    <a:masterClrMapping/>
  </p:clrMapOvr>
  <mc:AlternateContent xmlns:mc="http://schemas.openxmlformats.org/markup-compatibility/2006" xmlns:p14="http://schemas.microsoft.com/office/powerpoint/2010/main">
    <mc:Choice Requires="p14">
      <p:transition spd="slow" p14:dur="2500" advTm="925">
        <p:checker/>
      </p:transition>
    </mc:Choice>
    <mc:Fallback xmlns="">
      <p:transition spd="slow" advTm="925">
        <p:checker/>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1EDF7"/>
        </a:solidFill>
        <a:effectLst/>
      </p:bgPr>
    </p:bg>
    <p:spTree>
      <p:nvGrpSpPr>
        <p:cNvPr id="1" name="Shape 336">
          <a:extLst>
            <a:ext uri="{FF2B5EF4-FFF2-40B4-BE49-F238E27FC236}">
              <a16:creationId xmlns:a16="http://schemas.microsoft.com/office/drawing/2014/main" id="{40B7D8A6-6D2D-39AC-417A-F44AFE91DFDD}"/>
            </a:ext>
          </a:extLst>
        </p:cNvPr>
        <p:cNvGrpSpPr/>
        <p:nvPr/>
      </p:nvGrpSpPr>
      <p:grpSpPr>
        <a:xfrm>
          <a:off x="0" y="0"/>
          <a:ext cx="0" cy="0"/>
          <a:chOff x="0" y="0"/>
          <a:chExt cx="0" cy="0"/>
        </a:xfrm>
      </p:grpSpPr>
      <p:pic>
        <p:nvPicPr>
          <p:cNvPr id="337" name="Google Shape;337;p17">
            <a:extLst>
              <a:ext uri="{FF2B5EF4-FFF2-40B4-BE49-F238E27FC236}">
                <a16:creationId xmlns:a16="http://schemas.microsoft.com/office/drawing/2014/main" id="{10AE78D0-A05A-9EDD-5864-1FBB4F2B7A6F}"/>
              </a:ext>
            </a:extLst>
          </p:cNvPr>
          <p:cNvPicPr preferRelativeResize="0"/>
          <p:nvPr/>
        </p:nvPicPr>
        <p:blipFill>
          <a:blip r:embed="rId3">
            <a:alphaModFix/>
          </a:blip>
          <a:stretch>
            <a:fillRect/>
          </a:stretch>
        </p:blipFill>
        <p:spPr>
          <a:xfrm>
            <a:off x="0" y="0"/>
            <a:ext cx="18288000" cy="10286987"/>
          </a:xfrm>
          <a:prstGeom prst="rect">
            <a:avLst/>
          </a:prstGeom>
          <a:noFill/>
          <a:ln>
            <a:noFill/>
          </a:ln>
        </p:spPr>
      </p:pic>
      <p:sp>
        <p:nvSpPr>
          <p:cNvPr id="338" name="Google Shape;338;p17">
            <a:extLst>
              <a:ext uri="{FF2B5EF4-FFF2-40B4-BE49-F238E27FC236}">
                <a16:creationId xmlns:a16="http://schemas.microsoft.com/office/drawing/2014/main" id="{A157017E-DC6B-2B89-1AF0-0A0344DF5C35}"/>
              </a:ext>
            </a:extLst>
          </p:cNvPr>
          <p:cNvSpPr/>
          <p:nvPr/>
        </p:nvSpPr>
        <p:spPr>
          <a:xfrm>
            <a:off x="-50" y="0"/>
            <a:ext cx="18291008" cy="10288692"/>
          </a:xfrm>
          <a:custGeom>
            <a:avLst/>
            <a:gdLst/>
            <a:ahLst/>
            <a:cxnLst/>
            <a:rect l="l" t="t" r="r" b="b"/>
            <a:pathLst>
              <a:path w="4816592" h="2709333" extrusionOk="0">
                <a:moveTo>
                  <a:pt x="0" y="0"/>
                </a:moveTo>
                <a:lnTo>
                  <a:pt x="4816592" y="0"/>
                </a:lnTo>
                <a:lnTo>
                  <a:pt x="4816592" y="2709333"/>
                </a:lnTo>
                <a:lnTo>
                  <a:pt x="0" y="2709333"/>
                </a:lnTo>
                <a:close/>
              </a:path>
            </a:pathLst>
          </a:custGeom>
          <a:gradFill>
            <a:gsLst>
              <a:gs pos="0">
                <a:srgbClr val="5C24CC">
                  <a:alpha val="60000"/>
                </a:srgbClr>
              </a:gs>
              <a:gs pos="50000">
                <a:srgbClr val="8C52FF">
                  <a:alpha val="60000"/>
                </a:srgbClr>
              </a:gs>
              <a:gs pos="100000">
                <a:srgbClr val="EDCDFF">
                  <a:alpha val="60000"/>
                </a:srgbClr>
              </a:gs>
            </a:gsLst>
            <a:lin ang="2700006" scaled="0"/>
          </a:gradFill>
          <a:ln>
            <a:noFill/>
          </a:ln>
        </p:spPr>
        <p:txBody>
          <a:bodyPr/>
          <a:lstStyle/>
          <a:p>
            <a:endParaRPr lang="en-IN"/>
          </a:p>
        </p:txBody>
      </p:sp>
      <p:sp>
        <p:nvSpPr>
          <p:cNvPr id="339" name="Google Shape;339;p17">
            <a:extLst>
              <a:ext uri="{FF2B5EF4-FFF2-40B4-BE49-F238E27FC236}">
                <a16:creationId xmlns:a16="http://schemas.microsoft.com/office/drawing/2014/main" id="{F0F27916-B18E-3C7D-88CD-B2662E15A5AC}"/>
              </a:ext>
            </a:extLst>
          </p:cNvPr>
          <p:cNvSpPr txBox="1"/>
          <p:nvPr/>
        </p:nvSpPr>
        <p:spPr>
          <a:xfrm>
            <a:off x="1582971" y="321348"/>
            <a:ext cx="17939658" cy="517065"/>
          </a:xfrm>
          <a:prstGeom prst="rect">
            <a:avLst/>
          </a:prstGeom>
          <a:noFill/>
          <a:ln>
            <a:noFill/>
          </a:ln>
        </p:spPr>
        <p:txBody>
          <a:bodyPr spcFirstLastPara="1" wrap="square" lIns="0" tIns="0" rIns="0" bIns="0" anchor="t" anchorCtr="0">
            <a:spAutoFit/>
          </a:bodyPr>
          <a:lstStyle/>
          <a:p>
            <a:pPr lvl="0">
              <a:lnSpc>
                <a:spcPct val="120001"/>
              </a:lnSpc>
            </a:pPr>
            <a:r>
              <a:rPr lang="en-IN" sz="2800" b="1" dirty="0">
                <a:solidFill>
                  <a:schemeClr val="bg1"/>
                </a:solidFill>
              </a:rPr>
              <a:t>Estimate revenue loss from pre-crisis vs crisis (based on subtotal, discount, and delivery fee).</a:t>
            </a:r>
            <a:endParaRPr sz="2800" b="1" dirty="0">
              <a:solidFill>
                <a:schemeClr val="bg1"/>
              </a:solidFill>
              <a:latin typeface="Dosis ExtraBold"/>
              <a:ea typeface="Dosis ExtraBold"/>
              <a:cs typeface="Dosis ExtraBold"/>
              <a:sym typeface="Dosis ExtraBold"/>
            </a:endParaRPr>
          </a:p>
        </p:txBody>
      </p:sp>
      <p:sp>
        <p:nvSpPr>
          <p:cNvPr id="341" name="Google Shape;341;p17">
            <a:extLst>
              <a:ext uri="{FF2B5EF4-FFF2-40B4-BE49-F238E27FC236}">
                <a16:creationId xmlns:a16="http://schemas.microsoft.com/office/drawing/2014/main" id="{CD52BAC6-161C-33E3-A922-940783C88DDC}"/>
              </a:ext>
            </a:extLst>
          </p:cNvPr>
          <p:cNvSpPr txBox="1"/>
          <p:nvPr/>
        </p:nvSpPr>
        <p:spPr>
          <a:xfrm>
            <a:off x="174171" y="-35869"/>
            <a:ext cx="1408800" cy="147732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8000" i="0" u="none" strike="noStrike" cap="none" dirty="0">
                <a:solidFill>
                  <a:srgbClr val="FFFFFF"/>
                </a:solidFill>
                <a:latin typeface="Dosis ExtraBold"/>
                <a:ea typeface="Dosis ExtraBold"/>
                <a:cs typeface="Dosis ExtraBold"/>
                <a:sym typeface="Dosis ExtraBold"/>
              </a:rPr>
              <a:t>08</a:t>
            </a:r>
            <a:endParaRPr dirty="0">
              <a:latin typeface="Dosis ExtraBold"/>
              <a:ea typeface="Dosis ExtraBold"/>
              <a:cs typeface="Dosis ExtraBold"/>
              <a:sym typeface="Dosis ExtraBold"/>
            </a:endParaRPr>
          </a:p>
        </p:txBody>
      </p:sp>
      <p:sp>
        <p:nvSpPr>
          <p:cNvPr id="342" name="Google Shape;342;p17">
            <a:extLst>
              <a:ext uri="{FF2B5EF4-FFF2-40B4-BE49-F238E27FC236}">
                <a16:creationId xmlns:a16="http://schemas.microsoft.com/office/drawing/2014/main" id="{12D2F731-915F-F759-1103-6CCEB83B758A}"/>
              </a:ext>
            </a:extLst>
          </p:cNvPr>
          <p:cNvSpPr txBox="1"/>
          <p:nvPr/>
        </p:nvSpPr>
        <p:spPr>
          <a:xfrm>
            <a:off x="1028700" y="9475979"/>
            <a:ext cx="2407965" cy="23114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400" b="1" i="0" u="none" strike="noStrike" cap="none">
                <a:solidFill>
                  <a:srgbClr val="FFFFFF"/>
                </a:solidFill>
                <a:latin typeface="Dosis"/>
                <a:ea typeface="Dosis"/>
                <a:cs typeface="Dosis"/>
                <a:sym typeface="Dosis"/>
              </a:rPr>
              <a:t>MCKINSEY STRATEGIC PLANNING</a:t>
            </a:r>
            <a:endParaRPr/>
          </a:p>
        </p:txBody>
      </p:sp>
      <p:pic>
        <p:nvPicPr>
          <p:cNvPr id="3" name="Picture 2" descr="A screenshot of a computer&#10;&#10;AI-generated content may be incorrect.">
            <a:extLst>
              <a:ext uri="{FF2B5EF4-FFF2-40B4-BE49-F238E27FC236}">
                <a16:creationId xmlns:a16="http://schemas.microsoft.com/office/drawing/2014/main" id="{BF912B80-C27C-3F93-98C4-CAE872E44BA5}"/>
              </a:ext>
            </a:extLst>
          </p:cNvPr>
          <p:cNvPicPr>
            <a:picLocks noChangeAspect="1"/>
          </p:cNvPicPr>
          <p:nvPr/>
        </p:nvPicPr>
        <p:blipFill>
          <a:blip r:embed="rId4"/>
          <a:stretch>
            <a:fillRect/>
          </a:stretch>
        </p:blipFill>
        <p:spPr>
          <a:xfrm>
            <a:off x="11930743" y="1159761"/>
            <a:ext cx="6183086" cy="2089405"/>
          </a:xfrm>
          <a:prstGeom prst="rect">
            <a:avLst/>
          </a:prstGeom>
        </p:spPr>
      </p:pic>
      <p:pic>
        <p:nvPicPr>
          <p:cNvPr id="5" name="Picture 4" descr="A screenshot of a computer program&#10;&#10;AI-generated content may be incorrect.">
            <a:extLst>
              <a:ext uri="{FF2B5EF4-FFF2-40B4-BE49-F238E27FC236}">
                <a16:creationId xmlns:a16="http://schemas.microsoft.com/office/drawing/2014/main" id="{8CE5F48D-D122-6639-3019-0D449AC46029}"/>
              </a:ext>
            </a:extLst>
          </p:cNvPr>
          <p:cNvPicPr>
            <a:picLocks noChangeAspect="1"/>
          </p:cNvPicPr>
          <p:nvPr/>
        </p:nvPicPr>
        <p:blipFill>
          <a:blip r:embed="rId5"/>
          <a:stretch>
            <a:fillRect/>
          </a:stretch>
        </p:blipFill>
        <p:spPr>
          <a:xfrm>
            <a:off x="11930743" y="3169881"/>
            <a:ext cx="6183086" cy="2089405"/>
          </a:xfrm>
          <a:prstGeom prst="rect">
            <a:avLst/>
          </a:prstGeom>
        </p:spPr>
      </p:pic>
      <p:pic>
        <p:nvPicPr>
          <p:cNvPr id="7" name="Picture 6" descr="A screenshot of a computer program&#10;&#10;AI-generated content may be incorrect.">
            <a:extLst>
              <a:ext uri="{FF2B5EF4-FFF2-40B4-BE49-F238E27FC236}">
                <a16:creationId xmlns:a16="http://schemas.microsoft.com/office/drawing/2014/main" id="{7E66D1D7-F282-9794-9350-4ED68F5DB941}"/>
              </a:ext>
            </a:extLst>
          </p:cNvPr>
          <p:cNvPicPr>
            <a:picLocks noChangeAspect="1"/>
          </p:cNvPicPr>
          <p:nvPr/>
        </p:nvPicPr>
        <p:blipFill>
          <a:blip r:embed="rId6"/>
          <a:stretch>
            <a:fillRect/>
          </a:stretch>
        </p:blipFill>
        <p:spPr>
          <a:xfrm>
            <a:off x="11930743" y="5259286"/>
            <a:ext cx="6183086" cy="2089405"/>
          </a:xfrm>
          <a:prstGeom prst="rect">
            <a:avLst/>
          </a:prstGeom>
        </p:spPr>
      </p:pic>
      <p:pic>
        <p:nvPicPr>
          <p:cNvPr id="9" name="Picture 8" descr="A screenshot of a computer program&#10;&#10;AI-generated content may be incorrect.">
            <a:extLst>
              <a:ext uri="{FF2B5EF4-FFF2-40B4-BE49-F238E27FC236}">
                <a16:creationId xmlns:a16="http://schemas.microsoft.com/office/drawing/2014/main" id="{66C7AAE8-2E25-0EF7-151B-5A9914CB968C}"/>
              </a:ext>
            </a:extLst>
          </p:cNvPr>
          <p:cNvPicPr>
            <a:picLocks noChangeAspect="1"/>
          </p:cNvPicPr>
          <p:nvPr/>
        </p:nvPicPr>
        <p:blipFill>
          <a:blip r:embed="rId7"/>
          <a:stretch>
            <a:fillRect/>
          </a:stretch>
        </p:blipFill>
        <p:spPr>
          <a:xfrm>
            <a:off x="11930743" y="7348692"/>
            <a:ext cx="6183086" cy="2010120"/>
          </a:xfrm>
          <a:prstGeom prst="rect">
            <a:avLst/>
          </a:prstGeom>
        </p:spPr>
      </p:pic>
      <p:pic>
        <p:nvPicPr>
          <p:cNvPr id="11" name="Picture 10" descr="A screenshot of a computer&#10;&#10;AI-generated content may be incorrect.">
            <a:extLst>
              <a:ext uri="{FF2B5EF4-FFF2-40B4-BE49-F238E27FC236}">
                <a16:creationId xmlns:a16="http://schemas.microsoft.com/office/drawing/2014/main" id="{D645AB7C-6AB5-983D-7D76-320842D22E15}"/>
              </a:ext>
            </a:extLst>
          </p:cNvPr>
          <p:cNvPicPr>
            <a:picLocks noChangeAspect="1"/>
          </p:cNvPicPr>
          <p:nvPr/>
        </p:nvPicPr>
        <p:blipFill>
          <a:blip r:embed="rId8"/>
          <a:stretch>
            <a:fillRect/>
          </a:stretch>
        </p:blipFill>
        <p:spPr>
          <a:xfrm>
            <a:off x="11930743" y="9358811"/>
            <a:ext cx="6183086" cy="916190"/>
          </a:xfrm>
          <a:prstGeom prst="rect">
            <a:avLst/>
          </a:prstGeom>
        </p:spPr>
      </p:pic>
      <p:pic>
        <p:nvPicPr>
          <p:cNvPr id="4" name="Picture 3" descr="A screenshot of a calculator&#10;&#10;AI-generated content may be incorrect.">
            <a:extLst>
              <a:ext uri="{FF2B5EF4-FFF2-40B4-BE49-F238E27FC236}">
                <a16:creationId xmlns:a16="http://schemas.microsoft.com/office/drawing/2014/main" id="{EC57252E-E9BD-852F-8B9D-92668B84CDA5}"/>
              </a:ext>
            </a:extLst>
          </p:cNvPr>
          <p:cNvPicPr>
            <a:picLocks noChangeAspect="1"/>
          </p:cNvPicPr>
          <p:nvPr/>
        </p:nvPicPr>
        <p:blipFill>
          <a:blip r:embed="rId9"/>
          <a:stretch>
            <a:fillRect/>
          </a:stretch>
        </p:blipFill>
        <p:spPr>
          <a:xfrm>
            <a:off x="482698" y="2410763"/>
            <a:ext cx="10881988" cy="2503322"/>
          </a:xfrm>
          <a:prstGeom prst="rect">
            <a:avLst/>
          </a:prstGeom>
        </p:spPr>
      </p:pic>
      <p:sp>
        <p:nvSpPr>
          <p:cNvPr id="6" name="TextBox 5">
            <a:extLst>
              <a:ext uri="{FF2B5EF4-FFF2-40B4-BE49-F238E27FC236}">
                <a16:creationId xmlns:a16="http://schemas.microsoft.com/office/drawing/2014/main" id="{09D19AC2-03AF-F4D4-A133-634BFDB4F51F}"/>
              </a:ext>
            </a:extLst>
          </p:cNvPr>
          <p:cNvSpPr txBox="1"/>
          <p:nvPr/>
        </p:nvSpPr>
        <p:spPr>
          <a:xfrm>
            <a:off x="482698" y="8635064"/>
            <a:ext cx="10729588" cy="584775"/>
          </a:xfrm>
          <a:prstGeom prst="rect">
            <a:avLst/>
          </a:prstGeom>
          <a:noFill/>
        </p:spPr>
        <p:txBody>
          <a:bodyPr wrap="square" rtlCol="0">
            <a:spAutoFit/>
          </a:bodyPr>
          <a:lstStyle/>
          <a:p>
            <a:r>
              <a:rPr lang="en-IN" sz="1600" i="1" dirty="0">
                <a:solidFill>
                  <a:schemeClr val="bg1"/>
                </a:solidFill>
              </a:rPr>
              <a:t>During the crisis period, revenue, discounts, and delivery fee collections declined by ~70% versus pre-crisis levels, indicating a severe demand and monetization shock rather than a pricing or fee-led issue.</a:t>
            </a:r>
          </a:p>
        </p:txBody>
      </p:sp>
    </p:spTree>
    <p:extLst>
      <p:ext uri="{BB962C8B-B14F-4D97-AF65-F5344CB8AC3E}">
        <p14:creationId xmlns:p14="http://schemas.microsoft.com/office/powerpoint/2010/main" val="3186491698"/>
      </p:ext>
    </p:extLst>
  </p:cSld>
  <p:clrMapOvr>
    <a:masterClrMapping/>
  </p:clrMapOvr>
  <mc:AlternateContent xmlns:mc="http://schemas.openxmlformats.org/markup-compatibility/2006" xmlns:p14="http://schemas.microsoft.com/office/powerpoint/2010/main">
    <mc:Choice Requires="p14">
      <p:transition spd="slow" p14:dur="2500" advTm="415">
        <p:checker/>
      </p:transition>
    </mc:Choice>
    <mc:Fallback xmlns="">
      <p:transition spd="slow" advTm="415">
        <p:checker/>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1EDF7"/>
        </a:solidFill>
        <a:effectLst/>
      </p:bgPr>
    </p:bg>
    <p:spTree>
      <p:nvGrpSpPr>
        <p:cNvPr id="1" name="Shape 336">
          <a:extLst>
            <a:ext uri="{FF2B5EF4-FFF2-40B4-BE49-F238E27FC236}">
              <a16:creationId xmlns:a16="http://schemas.microsoft.com/office/drawing/2014/main" id="{0623EAD0-8F13-9472-BA89-94D7792605E3}"/>
            </a:ext>
          </a:extLst>
        </p:cNvPr>
        <p:cNvGrpSpPr/>
        <p:nvPr/>
      </p:nvGrpSpPr>
      <p:grpSpPr>
        <a:xfrm>
          <a:off x="0" y="0"/>
          <a:ext cx="0" cy="0"/>
          <a:chOff x="0" y="0"/>
          <a:chExt cx="0" cy="0"/>
        </a:xfrm>
      </p:grpSpPr>
      <p:pic>
        <p:nvPicPr>
          <p:cNvPr id="337" name="Google Shape;337;p17">
            <a:extLst>
              <a:ext uri="{FF2B5EF4-FFF2-40B4-BE49-F238E27FC236}">
                <a16:creationId xmlns:a16="http://schemas.microsoft.com/office/drawing/2014/main" id="{3F74D084-C226-9F2B-2171-4AC9D66AFD71}"/>
              </a:ext>
            </a:extLst>
          </p:cNvPr>
          <p:cNvPicPr preferRelativeResize="0"/>
          <p:nvPr/>
        </p:nvPicPr>
        <p:blipFill>
          <a:blip r:embed="rId3">
            <a:alphaModFix/>
          </a:blip>
          <a:stretch>
            <a:fillRect/>
          </a:stretch>
        </p:blipFill>
        <p:spPr>
          <a:xfrm>
            <a:off x="0" y="0"/>
            <a:ext cx="18288000" cy="10286987"/>
          </a:xfrm>
          <a:prstGeom prst="rect">
            <a:avLst/>
          </a:prstGeom>
          <a:noFill/>
          <a:ln>
            <a:noFill/>
          </a:ln>
        </p:spPr>
      </p:pic>
      <p:sp>
        <p:nvSpPr>
          <p:cNvPr id="338" name="Google Shape;338;p17">
            <a:extLst>
              <a:ext uri="{FF2B5EF4-FFF2-40B4-BE49-F238E27FC236}">
                <a16:creationId xmlns:a16="http://schemas.microsoft.com/office/drawing/2014/main" id="{F7BBEB50-D113-C917-C68B-5C200D85124E}"/>
              </a:ext>
            </a:extLst>
          </p:cNvPr>
          <p:cNvSpPr/>
          <p:nvPr/>
        </p:nvSpPr>
        <p:spPr>
          <a:xfrm>
            <a:off x="-50" y="0"/>
            <a:ext cx="18291008" cy="10288692"/>
          </a:xfrm>
          <a:custGeom>
            <a:avLst/>
            <a:gdLst/>
            <a:ahLst/>
            <a:cxnLst/>
            <a:rect l="l" t="t" r="r" b="b"/>
            <a:pathLst>
              <a:path w="4816592" h="2709333" extrusionOk="0">
                <a:moveTo>
                  <a:pt x="0" y="0"/>
                </a:moveTo>
                <a:lnTo>
                  <a:pt x="4816592" y="0"/>
                </a:lnTo>
                <a:lnTo>
                  <a:pt x="4816592" y="2709333"/>
                </a:lnTo>
                <a:lnTo>
                  <a:pt x="0" y="2709333"/>
                </a:lnTo>
                <a:close/>
              </a:path>
            </a:pathLst>
          </a:custGeom>
          <a:gradFill>
            <a:gsLst>
              <a:gs pos="0">
                <a:srgbClr val="5C24CC">
                  <a:alpha val="60000"/>
                </a:srgbClr>
              </a:gs>
              <a:gs pos="50000">
                <a:srgbClr val="8C52FF">
                  <a:alpha val="60000"/>
                </a:srgbClr>
              </a:gs>
              <a:gs pos="100000">
                <a:srgbClr val="EDCDFF">
                  <a:alpha val="60000"/>
                </a:srgbClr>
              </a:gs>
            </a:gsLst>
            <a:lin ang="2700006" scaled="0"/>
          </a:gradFill>
          <a:ln>
            <a:noFill/>
          </a:ln>
        </p:spPr>
        <p:txBody>
          <a:bodyPr/>
          <a:lstStyle/>
          <a:p>
            <a:endParaRPr lang="en-IN"/>
          </a:p>
        </p:txBody>
      </p:sp>
      <p:sp>
        <p:nvSpPr>
          <p:cNvPr id="339" name="Google Shape;339;p17">
            <a:extLst>
              <a:ext uri="{FF2B5EF4-FFF2-40B4-BE49-F238E27FC236}">
                <a16:creationId xmlns:a16="http://schemas.microsoft.com/office/drawing/2014/main" id="{06DB5B0B-FE2A-A53B-3AAD-EBD309542829}"/>
              </a:ext>
            </a:extLst>
          </p:cNvPr>
          <p:cNvSpPr txBox="1"/>
          <p:nvPr/>
        </p:nvSpPr>
        <p:spPr>
          <a:xfrm>
            <a:off x="1582971" y="185730"/>
            <a:ext cx="16530858" cy="1034129"/>
          </a:xfrm>
          <a:prstGeom prst="rect">
            <a:avLst/>
          </a:prstGeom>
          <a:noFill/>
          <a:ln>
            <a:noFill/>
          </a:ln>
        </p:spPr>
        <p:txBody>
          <a:bodyPr spcFirstLastPara="1" wrap="square" lIns="0" tIns="0" rIns="0" bIns="0" anchor="t" anchorCtr="0">
            <a:spAutoFit/>
          </a:bodyPr>
          <a:lstStyle/>
          <a:p>
            <a:pPr lvl="0">
              <a:lnSpc>
                <a:spcPct val="120001"/>
              </a:lnSpc>
            </a:pPr>
            <a:r>
              <a:rPr lang="en-IN" sz="2800" b="1" dirty="0">
                <a:solidFill>
                  <a:schemeClr val="bg1"/>
                </a:solidFill>
              </a:rPr>
              <a:t>Among customers who placed five or more orders before the crisis, determine how many stopped ordering during the crisis, and out of those, how many had an average rating above 4.5?</a:t>
            </a:r>
            <a:endParaRPr sz="2800" b="1" dirty="0">
              <a:solidFill>
                <a:schemeClr val="bg1"/>
              </a:solidFill>
              <a:latin typeface="Dosis ExtraBold"/>
              <a:ea typeface="Dosis ExtraBold"/>
              <a:cs typeface="Dosis ExtraBold"/>
              <a:sym typeface="Dosis ExtraBold"/>
            </a:endParaRPr>
          </a:p>
        </p:txBody>
      </p:sp>
      <p:sp>
        <p:nvSpPr>
          <p:cNvPr id="341" name="Google Shape;341;p17">
            <a:extLst>
              <a:ext uri="{FF2B5EF4-FFF2-40B4-BE49-F238E27FC236}">
                <a16:creationId xmlns:a16="http://schemas.microsoft.com/office/drawing/2014/main" id="{3F7C7B04-B9A4-8907-6B9E-2C13FCB77AB0}"/>
              </a:ext>
            </a:extLst>
          </p:cNvPr>
          <p:cNvSpPr txBox="1"/>
          <p:nvPr/>
        </p:nvSpPr>
        <p:spPr>
          <a:xfrm>
            <a:off x="174171" y="-35869"/>
            <a:ext cx="1408800" cy="147732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8000" i="0" u="none" strike="noStrike" cap="none" dirty="0">
                <a:solidFill>
                  <a:srgbClr val="FFFFFF"/>
                </a:solidFill>
                <a:latin typeface="Dosis ExtraBold"/>
                <a:ea typeface="Dosis ExtraBold"/>
                <a:cs typeface="Dosis ExtraBold"/>
                <a:sym typeface="Dosis ExtraBold"/>
              </a:rPr>
              <a:t>09</a:t>
            </a:r>
            <a:endParaRPr dirty="0">
              <a:latin typeface="Dosis ExtraBold"/>
              <a:ea typeface="Dosis ExtraBold"/>
              <a:cs typeface="Dosis ExtraBold"/>
              <a:sym typeface="Dosis ExtraBold"/>
            </a:endParaRPr>
          </a:p>
        </p:txBody>
      </p:sp>
      <p:sp>
        <p:nvSpPr>
          <p:cNvPr id="342" name="Google Shape;342;p17">
            <a:extLst>
              <a:ext uri="{FF2B5EF4-FFF2-40B4-BE49-F238E27FC236}">
                <a16:creationId xmlns:a16="http://schemas.microsoft.com/office/drawing/2014/main" id="{2912C080-0F0B-4358-8BCB-5643B30ACC27}"/>
              </a:ext>
            </a:extLst>
          </p:cNvPr>
          <p:cNvSpPr txBox="1"/>
          <p:nvPr/>
        </p:nvSpPr>
        <p:spPr>
          <a:xfrm>
            <a:off x="1028700" y="9475979"/>
            <a:ext cx="2407965" cy="23114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400" b="1" i="0" u="none" strike="noStrike" cap="none">
                <a:solidFill>
                  <a:srgbClr val="FFFFFF"/>
                </a:solidFill>
                <a:latin typeface="Dosis"/>
                <a:ea typeface="Dosis"/>
                <a:cs typeface="Dosis"/>
                <a:sym typeface="Dosis"/>
              </a:rPr>
              <a:t>MCKINSEY STRATEGIC PLANNING</a:t>
            </a:r>
            <a:endParaRPr/>
          </a:p>
        </p:txBody>
      </p:sp>
      <p:pic>
        <p:nvPicPr>
          <p:cNvPr id="3" name="Picture 2" descr="A screenshot of a computer&#10;&#10;AI-generated content may be incorrect.">
            <a:extLst>
              <a:ext uri="{FF2B5EF4-FFF2-40B4-BE49-F238E27FC236}">
                <a16:creationId xmlns:a16="http://schemas.microsoft.com/office/drawing/2014/main" id="{89BA2C82-FDD6-A268-A22E-478C6AD2ED12}"/>
              </a:ext>
            </a:extLst>
          </p:cNvPr>
          <p:cNvPicPr>
            <a:picLocks noChangeAspect="1"/>
          </p:cNvPicPr>
          <p:nvPr/>
        </p:nvPicPr>
        <p:blipFill>
          <a:blip r:embed="rId4"/>
          <a:stretch>
            <a:fillRect/>
          </a:stretch>
        </p:blipFill>
        <p:spPr>
          <a:xfrm>
            <a:off x="10341429" y="1441459"/>
            <a:ext cx="7772400" cy="2912827"/>
          </a:xfrm>
          <a:prstGeom prst="rect">
            <a:avLst/>
          </a:prstGeom>
        </p:spPr>
      </p:pic>
      <p:pic>
        <p:nvPicPr>
          <p:cNvPr id="5" name="Picture 4" descr="A screenshot of a computer program&#10;&#10;AI-generated content may be incorrect.">
            <a:extLst>
              <a:ext uri="{FF2B5EF4-FFF2-40B4-BE49-F238E27FC236}">
                <a16:creationId xmlns:a16="http://schemas.microsoft.com/office/drawing/2014/main" id="{A8DACDDB-0A6F-44E0-3EB7-F28FA5C038BE}"/>
              </a:ext>
            </a:extLst>
          </p:cNvPr>
          <p:cNvPicPr>
            <a:picLocks noChangeAspect="1"/>
          </p:cNvPicPr>
          <p:nvPr/>
        </p:nvPicPr>
        <p:blipFill>
          <a:blip r:embed="rId5"/>
          <a:stretch>
            <a:fillRect/>
          </a:stretch>
        </p:blipFill>
        <p:spPr>
          <a:xfrm>
            <a:off x="10339950" y="4354286"/>
            <a:ext cx="7773879" cy="2912827"/>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01506A95-2768-9B0A-DE77-B0E33837E2A6}"/>
              </a:ext>
            </a:extLst>
          </p:cNvPr>
          <p:cNvPicPr>
            <a:picLocks noChangeAspect="1"/>
          </p:cNvPicPr>
          <p:nvPr/>
        </p:nvPicPr>
        <p:blipFill>
          <a:blip r:embed="rId6"/>
          <a:stretch>
            <a:fillRect/>
          </a:stretch>
        </p:blipFill>
        <p:spPr>
          <a:xfrm>
            <a:off x="10336992" y="7267113"/>
            <a:ext cx="7744921" cy="3020726"/>
          </a:xfrm>
          <a:prstGeom prst="rect">
            <a:avLst/>
          </a:prstGeom>
        </p:spPr>
      </p:pic>
    </p:spTree>
    <p:extLst>
      <p:ext uri="{BB962C8B-B14F-4D97-AF65-F5344CB8AC3E}">
        <p14:creationId xmlns:p14="http://schemas.microsoft.com/office/powerpoint/2010/main" val="3019633727"/>
      </p:ext>
    </p:extLst>
  </p:cSld>
  <p:clrMapOvr>
    <a:masterClrMapping/>
  </p:clrMapOvr>
  <mc:AlternateContent xmlns:mc="http://schemas.openxmlformats.org/markup-compatibility/2006" xmlns:p14="http://schemas.microsoft.com/office/powerpoint/2010/main">
    <mc:Choice Requires="p14">
      <p:transition spd="slow" p14:dur="2500" advTm="822">
        <p:checker/>
      </p:transition>
    </mc:Choice>
    <mc:Fallback xmlns="">
      <p:transition spd="slow" advTm="822">
        <p:checker/>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1EDF7"/>
        </a:solidFill>
        <a:effectLst/>
      </p:bgPr>
    </p:bg>
    <p:spTree>
      <p:nvGrpSpPr>
        <p:cNvPr id="1" name="Shape 336">
          <a:extLst>
            <a:ext uri="{FF2B5EF4-FFF2-40B4-BE49-F238E27FC236}">
              <a16:creationId xmlns:a16="http://schemas.microsoft.com/office/drawing/2014/main" id="{A6783A36-68BF-3BAC-B946-A8B136A77678}"/>
            </a:ext>
          </a:extLst>
        </p:cNvPr>
        <p:cNvGrpSpPr/>
        <p:nvPr/>
      </p:nvGrpSpPr>
      <p:grpSpPr>
        <a:xfrm>
          <a:off x="0" y="0"/>
          <a:ext cx="0" cy="0"/>
          <a:chOff x="0" y="0"/>
          <a:chExt cx="0" cy="0"/>
        </a:xfrm>
      </p:grpSpPr>
      <p:pic>
        <p:nvPicPr>
          <p:cNvPr id="337" name="Google Shape;337;p17">
            <a:extLst>
              <a:ext uri="{FF2B5EF4-FFF2-40B4-BE49-F238E27FC236}">
                <a16:creationId xmlns:a16="http://schemas.microsoft.com/office/drawing/2014/main" id="{4BA4F313-E648-9FAB-6D2F-BD1676512806}"/>
              </a:ext>
            </a:extLst>
          </p:cNvPr>
          <p:cNvPicPr preferRelativeResize="0"/>
          <p:nvPr/>
        </p:nvPicPr>
        <p:blipFill>
          <a:blip r:embed="rId3">
            <a:alphaModFix/>
          </a:blip>
          <a:stretch>
            <a:fillRect/>
          </a:stretch>
        </p:blipFill>
        <p:spPr>
          <a:xfrm>
            <a:off x="0" y="0"/>
            <a:ext cx="18288000" cy="10286987"/>
          </a:xfrm>
          <a:prstGeom prst="rect">
            <a:avLst/>
          </a:prstGeom>
          <a:noFill/>
          <a:ln>
            <a:noFill/>
          </a:ln>
        </p:spPr>
      </p:pic>
      <p:sp>
        <p:nvSpPr>
          <p:cNvPr id="338" name="Google Shape;338;p17">
            <a:extLst>
              <a:ext uri="{FF2B5EF4-FFF2-40B4-BE49-F238E27FC236}">
                <a16:creationId xmlns:a16="http://schemas.microsoft.com/office/drawing/2014/main" id="{74ED53AD-2EC9-8260-334A-2714C3E0415F}"/>
              </a:ext>
            </a:extLst>
          </p:cNvPr>
          <p:cNvSpPr/>
          <p:nvPr/>
        </p:nvSpPr>
        <p:spPr>
          <a:xfrm>
            <a:off x="-50" y="0"/>
            <a:ext cx="18291008" cy="10288692"/>
          </a:xfrm>
          <a:custGeom>
            <a:avLst/>
            <a:gdLst/>
            <a:ahLst/>
            <a:cxnLst/>
            <a:rect l="l" t="t" r="r" b="b"/>
            <a:pathLst>
              <a:path w="4816592" h="2709333" extrusionOk="0">
                <a:moveTo>
                  <a:pt x="0" y="0"/>
                </a:moveTo>
                <a:lnTo>
                  <a:pt x="4816592" y="0"/>
                </a:lnTo>
                <a:lnTo>
                  <a:pt x="4816592" y="2709333"/>
                </a:lnTo>
                <a:lnTo>
                  <a:pt x="0" y="2709333"/>
                </a:lnTo>
                <a:close/>
              </a:path>
            </a:pathLst>
          </a:custGeom>
          <a:gradFill>
            <a:gsLst>
              <a:gs pos="0">
                <a:srgbClr val="5C24CC">
                  <a:alpha val="60000"/>
                </a:srgbClr>
              </a:gs>
              <a:gs pos="50000">
                <a:srgbClr val="8C52FF">
                  <a:alpha val="60000"/>
                </a:srgbClr>
              </a:gs>
              <a:gs pos="100000">
                <a:srgbClr val="EDCDFF">
                  <a:alpha val="60000"/>
                </a:srgbClr>
              </a:gs>
            </a:gsLst>
            <a:lin ang="2700006" scaled="0"/>
          </a:gradFill>
          <a:ln>
            <a:noFill/>
          </a:ln>
        </p:spPr>
        <p:txBody>
          <a:bodyPr/>
          <a:lstStyle/>
          <a:p>
            <a:endParaRPr lang="en-IN"/>
          </a:p>
        </p:txBody>
      </p:sp>
      <p:sp>
        <p:nvSpPr>
          <p:cNvPr id="339" name="Google Shape;339;p17">
            <a:extLst>
              <a:ext uri="{FF2B5EF4-FFF2-40B4-BE49-F238E27FC236}">
                <a16:creationId xmlns:a16="http://schemas.microsoft.com/office/drawing/2014/main" id="{F223C5C2-EC32-F4C3-5999-0FF676402ABD}"/>
              </a:ext>
            </a:extLst>
          </p:cNvPr>
          <p:cNvSpPr txBox="1"/>
          <p:nvPr/>
        </p:nvSpPr>
        <p:spPr>
          <a:xfrm>
            <a:off x="1415143" y="180199"/>
            <a:ext cx="16698686" cy="1551194"/>
          </a:xfrm>
          <a:prstGeom prst="rect">
            <a:avLst/>
          </a:prstGeom>
          <a:noFill/>
          <a:ln>
            <a:noFill/>
          </a:ln>
        </p:spPr>
        <p:txBody>
          <a:bodyPr spcFirstLastPara="1" wrap="square" lIns="0" tIns="0" rIns="0" bIns="0" anchor="t" anchorCtr="0">
            <a:spAutoFit/>
          </a:bodyPr>
          <a:lstStyle/>
          <a:p>
            <a:pPr lvl="0" algn="just">
              <a:lnSpc>
                <a:spcPct val="120001"/>
              </a:lnSpc>
            </a:pPr>
            <a:r>
              <a:rPr lang="en-IN" sz="2800" b="1" dirty="0">
                <a:solidFill>
                  <a:schemeClr val="bg1"/>
                </a:solidFill>
              </a:rPr>
              <a:t>Which high-value customers (top 5% by total spend before the crisis) showed the largest drop in order frequency and ratings during the crisis? What common patterns (e.g., location, cuisine preference, delivery delays) do they share?</a:t>
            </a:r>
            <a:endParaRPr sz="2800" b="1" dirty="0">
              <a:solidFill>
                <a:schemeClr val="bg1"/>
              </a:solidFill>
              <a:latin typeface="Dosis ExtraBold"/>
              <a:ea typeface="Dosis ExtraBold"/>
              <a:cs typeface="Dosis ExtraBold"/>
              <a:sym typeface="Dosis ExtraBold"/>
            </a:endParaRPr>
          </a:p>
        </p:txBody>
      </p:sp>
      <p:sp>
        <p:nvSpPr>
          <p:cNvPr id="341" name="Google Shape;341;p17">
            <a:extLst>
              <a:ext uri="{FF2B5EF4-FFF2-40B4-BE49-F238E27FC236}">
                <a16:creationId xmlns:a16="http://schemas.microsoft.com/office/drawing/2014/main" id="{36DD6A8C-00B2-4932-9357-449B595565FF}"/>
              </a:ext>
            </a:extLst>
          </p:cNvPr>
          <p:cNvSpPr txBox="1"/>
          <p:nvPr/>
        </p:nvSpPr>
        <p:spPr>
          <a:xfrm>
            <a:off x="174171" y="-35869"/>
            <a:ext cx="1408800" cy="147732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8000" dirty="0">
                <a:solidFill>
                  <a:srgbClr val="FFFFFF"/>
                </a:solidFill>
                <a:latin typeface="Dosis ExtraBold"/>
                <a:ea typeface="Dosis ExtraBold"/>
                <a:cs typeface="Dosis ExtraBold"/>
                <a:sym typeface="Dosis ExtraBold"/>
              </a:rPr>
              <a:t>10</a:t>
            </a:r>
            <a:endParaRPr dirty="0">
              <a:latin typeface="Dosis ExtraBold"/>
              <a:ea typeface="Dosis ExtraBold"/>
              <a:cs typeface="Dosis ExtraBold"/>
              <a:sym typeface="Dosis ExtraBold"/>
            </a:endParaRPr>
          </a:p>
        </p:txBody>
      </p:sp>
      <p:sp>
        <p:nvSpPr>
          <p:cNvPr id="342" name="Google Shape;342;p17">
            <a:extLst>
              <a:ext uri="{FF2B5EF4-FFF2-40B4-BE49-F238E27FC236}">
                <a16:creationId xmlns:a16="http://schemas.microsoft.com/office/drawing/2014/main" id="{FA994488-9569-5961-A8A6-E9675EABBCAB}"/>
              </a:ext>
            </a:extLst>
          </p:cNvPr>
          <p:cNvSpPr txBox="1"/>
          <p:nvPr/>
        </p:nvSpPr>
        <p:spPr>
          <a:xfrm>
            <a:off x="1028700" y="9475979"/>
            <a:ext cx="2407965" cy="23114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400" b="1" i="0" u="none" strike="noStrike" cap="none">
                <a:solidFill>
                  <a:srgbClr val="FFFFFF"/>
                </a:solidFill>
                <a:latin typeface="Dosis"/>
                <a:ea typeface="Dosis"/>
                <a:cs typeface="Dosis"/>
                <a:sym typeface="Dosis"/>
              </a:rPr>
              <a:t>MCKINSEY STRATEGIC PLANNING</a:t>
            </a:r>
            <a:endParaRPr/>
          </a:p>
        </p:txBody>
      </p:sp>
      <p:pic>
        <p:nvPicPr>
          <p:cNvPr id="3" name="Picture 2" descr="A screenshot of a computer&#10;&#10;AI-generated content may be incorrect.">
            <a:extLst>
              <a:ext uri="{FF2B5EF4-FFF2-40B4-BE49-F238E27FC236}">
                <a16:creationId xmlns:a16="http://schemas.microsoft.com/office/drawing/2014/main" id="{1FCB74FC-397E-F53C-B345-12EFB69C982C}"/>
              </a:ext>
            </a:extLst>
          </p:cNvPr>
          <p:cNvPicPr>
            <a:picLocks noChangeAspect="1"/>
          </p:cNvPicPr>
          <p:nvPr/>
        </p:nvPicPr>
        <p:blipFill>
          <a:blip r:embed="rId4"/>
          <a:stretch>
            <a:fillRect/>
          </a:stretch>
        </p:blipFill>
        <p:spPr>
          <a:xfrm>
            <a:off x="9949543" y="1731394"/>
            <a:ext cx="8164286" cy="4211277"/>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D931D096-1BAD-A9B5-8DCD-DAFFB1328928}"/>
              </a:ext>
            </a:extLst>
          </p:cNvPr>
          <p:cNvPicPr>
            <a:picLocks noChangeAspect="1"/>
          </p:cNvPicPr>
          <p:nvPr/>
        </p:nvPicPr>
        <p:blipFill>
          <a:blip r:embed="rId5"/>
          <a:stretch>
            <a:fillRect/>
          </a:stretch>
        </p:blipFill>
        <p:spPr>
          <a:xfrm>
            <a:off x="9946585" y="5944376"/>
            <a:ext cx="8164286" cy="4342611"/>
          </a:xfrm>
          <a:prstGeom prst="rect">
            <a:avLst/>
          </a:prstGeom>
        </p:spPr>
      </p:pic>
      <p:pic>
        <p:nvPicPr>
          <p:cNvPr id="7" name="Picture 6" descr="A graph on a screen&#10;&#10;AI-generated content may be incorrect.">
            <a:extLst>
              <a:ext uri="{FF2B5EF4-FFF2-40B4-BE49-F238E27FC236}">
                <a16:creationId xmlns:a16="http://schemas.microsoft.com/office/drawing/2014/main" id="{15A36BD0-8C27-E90A-2F76-AF266CA11FA6}"/>
              </a:ext>
            </a:extLst>
          </p:cNvPr>
          <p:cNvPicPr>
            <a:picLocks noChangeAspect="1"/>
          </p:cNvPicPr>
          <p:nvPr/>
        </p:nvPicPr>
        <p:blipFill>
          <a:blip r:embed="rId6"/>
          <a:stretch>
            <a:fillRect/>
          </a:stretch>
        </p:blipFill>
        <p:spPr>
          <a:xfrm>
            <a:off x="388699" y="1911592"/>
            <a:ext cx="9380757" cy="6392315"/>
          </a:xfrm>
          <a:prstGeom prst="rect">
            <a:avLst/>
          </a:prstGeom>
        </p:spPr>
      </p:pic>
      <p:sp>
        <p:nvSpPr>
          <p:cNvPr id="8" name="TextBox 7">
            <a:extLst>
              <a:ext uri="{FF2B5EF4-FFF2-40B4-BE49-F238E27FC236}">
                <a16:creationId xmlns:a16="http://schemas.microsoft.com/office/drawing/2014/main" id="{75CE47D8-1A03-1A69-DFB0-2A09B223E091}"/>
              </a:ext>
            </a:extLst>
          </p:cNvPr>
          <p:cNvSpPr txBox="1"/>
          <p:nvPr/>
        </p:nvSpPr>
        <p:spPr>
          <a:xfrm>
            <a:off x="224740" y="8481652"/>
            <a:ext cx="9539746" cy="584775"/>
          </a:xfrm>
          <a:prstGeom prst="rect">
            <a:avLst/>
          </a:prstGeom>
          <a:noFill/>
        </p:spPr>
        <p:txBody>
          <a:bodyPr wrap="square" rtlCol="0">
            <a:spAutoFit/>
          </a:bodyPr>
          <a:lstStyle/>
          <a:p>
            <a:r>
              <a:rPr lang="en-IN" sz="1600" i="1" dirty="0">
                <a:solidFill>
                  <a:schemeClr val="bg1"/>
                </a:solidFill>
              </a:rPr>
              <a:t>Order frequency dipped sharply in August despite stable ratings, indicating demand sensitivity driven more by operational or external factors than customer satisfaction.</a:t>
            </a:r>
          </a:p>
        </p:txBody>
      </p:sp>
    </p:spTree>
    <p:extLst>
      <p:ext uri="{BB962C8B-B14F-4D97-AF65-F5344CB8AC3E}">
        <p14:creationId xmlns:p14="http://schemas.microsoft.com/office/powerpoint/2010/main" val="2328925580"/>
      </p:ext>
    </p:extLst>
  </p:cSld>
  <p:clrMapOvr>
    <a:masterClrMapping/>
  </p:clrMapOvr>
  <mc:AlternateContent xmlns:mc="http://schemas.openxmlformats.org/markup-compatibility/2006" xmlns:p14="http://schemas.microsoft.com/office/powerpoint/2010/main">
    <mc:Choice Requires="p14">
      <p:transition spd="slow" p14:dur="2500" advTm="575">
        <p:checker/>
      </p:transition>
    </mc:Choice>
    <mc:Fallback xmlns="">
      <p:transition spd="slow" advTm="575">
        <p:checker/>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1EDF7"/>
        </a:solidFill>
        <a:effectLst/>
      </p:bgPr>
    </p:bg>
    <p:spTree>
      <p:nvGrpSpPr>
        <p:cNvPr id="1" name="Shape 336">
          <a:extLst>
            <a:ext uri="{FF2B5EF4-FFF2-40B4-BE49-F238E27FC236}">
              <a16:creationId xmlns:a16="http://schemas.microsoft.com/office/drawing/2014/main" id="{EE772503-68CA-0C1C-8BC9-E27C540D37ED}"/>
            </a:ext>
          </a:extLst>
        </p:cNvPr>
        <p:cNvGrpSpPr/>
        <p:nvPr/>
      </p:nvGrpSpPr>
      <p:grpSpPr>
        <a:xfrm>
          <a:off x="0" y="0"/>
          <a:ext cx="0" cy="0"/>
          <a:chOff x="0" y="0"/>
          <a:chExt cx="0" cy="0"/>
        </a:xfrm>
      </p:grpSpPr>
      <p:pic>
        <p:nvPicPr>
          <p:cNvPr id="337" name="Google Shape;337;p17">
            <a:extLst>
              <a:ext uri="{FF2B5EF4-FFF2-40B4-BE49-F238E27FC236}">
                <a16:creationId xmlns:a16="http://schemas.microsoft.com/office/drawing/2014/main" id="{292043E9-84BC-8EB8-4DA7-004F5F2FB446}"/>
              </a:ext>
            </a:extLst>
          </p:cNvPr>
          <p:cNvPicPr preferRelativeResize="0"/>
          <p:nvPr/>
        </p:nvPicPr>
        <p:blipFill>
          <a:blip r:embed="rId3">
            <a:alphaModFix/>
          </a:blip>
          <a:stretch>
            <a:fillRect/>
          </a:stretch>
        </p:blipFill>
        <p:spPr>
          <a:xfrm>
            <a:off x="0" y="0"/>
            <a:ext cx="18288000" cy="10286987"/>
          </a:xfrm>
          <a:prstGeom prst="rect">
            <a:avLst/>
          </a:prstGeom>
          <a:noFill/>
          <a:ln>
            <a:noFill/>
          </a:ln>
        </p:spPr>
      </p:pic>
      <p:sp>
        <p:nvSpPr>
          <p:cNvPr id="338" name="Google Shape;338;p17">
            <a:extLst>
              <a:ext uri="{FF2B5EF4-FFF2-40B4-BE49-F238E27FC236}">
                <a16:creationId xmlns:a16="http://schemas.microsoft.com/office/drawing/2014/main" id="{EAE7CC91-76FD-0842-8D2E-7E8DCD2ED223}"/>
              </a:ext>
            </a:extLst>
          </p:cNvPr>
          <p:cNvSpPr/>
          <p:nvPr/>
        </p:nvSpPr>
        <p:spPr>
          <a:xfrm>
            <a:off x="-50" y="0"/>
            <a:ext cx="18291008" cy="10288692"/>
          </a:xfrm>
          <a:custGeom>
            <a:avLst/>
            <a:gdLst/>
            <a:ahLst/>
            <a:cxnLst/>
            <a:rect l="l" t="t" r="r" b="b"/>
            <a:pathLst>
              <a:path w="4816592" h="2709333" extrusionOk="0">
                <a:moveTo>
                  <a:pt x="0" y="0"/>
                </a:moveTo>
                <a:lnTo>
                  <a:pt x="4816592" y="0"/>
                </a:lnTo>
                <a:lnTo>
                  <a:pt x="4816592" y="2709333"/>
                </a:lnTo>
                <a:lnTo>
                  <a:pt x="0" y="2709333"/>
                </a:lnTo>
                <a:close/>
              </a:path>
            </a:pathLst>
          </a:custGeom>
          <a:gradFill>
            <a:gsLst>
              <a:gs pos="0">
                <a:srgbClr val="5C24CC">
                  <a:alpha val="60000"/>
                </a:srgbClr>
              </a:gs>
              <a:gs pos="50000">
                <a:srgbClr val="8C52FF">
                  <a:alpha val="60000"/>
                </a:srgbClr>
              </a:gs>
              <a:gs pos="100000">
                <a:srgbClr val="EDCDFF">
                  <a:alpha val="60000"/>
                </a:srgbClr>
              </a:gs>
            </a:gsLst>
            <a:lin ang="2700006" scaled="0"/>
          </a:gradFill>
          <a:ln>
            <a:noFill/>
          </a:ln>
        </p:spPr>
        <p:txBody>
          <a:bodyPr/>
          <a:lstStyle/>
          <a:p>
            <a:endParaRPr lang="en-IN"/>
          </a:p>
        </p:txBody>
      </p:sp>
      <p:sp>
        <p:nvSpPr>
          <p:cNvPr id="341" name="Google Shape;341;p17">
            <a:extLst>
              <a:ext uri="{FF2B5EF4-FFF2-40B4-BE49-F238E27FC236}">
                <a16:creationId xmlns:a16="http://schemas.microsoft.com/office/drawing/2014/main" id="{053F4EEF-AC9A-F717-4C76-3401A3C35395}"/>
              </a:ext>
            </a:extLst>
          </p:cNvPr>
          <p:cNvSpPr txBox="1"/>
          <p:nvPr/>
        </p:nvSpPr>
        <p:spPr>
          <a:xfrm>
            <a:off x="174171" y="-35869"/>
            <a:ext cx="1408800" cy="147732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8000" dirty="0">
                <a:solidFill>
                  <a:srgbClr val="FFFFFF"/>
                </a:solidFill>
                <a:latin typeface="Dosis ExtraBold"/>
                <a:ea typeface="Dosis ExtraBold"/>
                <a:cs typeface="Dosis ExtraBold"/>
                <a:sym typeface="Dosis ExtraBold"/>
              </a:rPr>
              <a:t>11</a:t>
            </a:r>
            <a:endParaRPr dirty="0">
              <a:latin typeface="Dosis ExtraBold"/>
              <a:ea typeface="Dosis ExtraBold"/>
              <a:cs typeface="Dosis ExtraBold"/>
              <a:sym typeface="Dosis ExtraBold"/>
            </a:endParaRPr>
          </a:p>
        </p:txBody>
      </p:sp>
      <p:sp>
        <p:nvSpPr>
          <p:cNvPr id="342" name="Google Shape;342;p17">
            <a:extLst>
              <a:ext uri="{FF2B5EF4-FFF2-40B4-BE49-F238E27FC236}">
                <a16:creationId xmlns:a16="http://schemas.microsoft.com/office/drawing/2014/main" id="{E32E1461-0644-157D-185E-E090DEBB2386}"/>
              </a:ext>
            </a:extLst>
          </p:cNvPr>
          <p:cNvSpPr txBox="1"/>
          <p:nvPr/>
        </p:nvSpPr>
        <p:spPr>
          <a:xfrm>
            <a:off x="1028700" y="9475979"/>
            <a:ext cx="2407965" cy="23114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400" b="1" i="0" u="none" strike="noStrike" cap="none">
                <a:solidFill>
                  <a:srgbClr val="FFFFFF"/>
                </a:solidFill>
                <a:latin typeface="Dosis"/>
                <a:ea typeface="Dosis"/>
                <a:cs typeface="Dosis"/>
                <a:sym typeface="Dosis"/>
              </a:rPr>
              <a:t>MCKINSEY STRATEGIC PLANNING</a:t>
            </a:r>
            <a:endParaRPr/>
          </a:p>
        </p:txBody>
      </p:sp>
      <p:sp>
        <p:nvSpPr>
          <p:cNvPr id="2" name="Google Shape;339;p17">
            <a:extLst>
              <a:ext uri="{FF2B5EF4-FFF2-40B4-BE49-F238E27FC236}">
                <a16:creationId xmlns:a16="http://schemas.microsoft.com/office/drawing/2014/main" id="{24B0292F-241A-C8C5-4683-463015E49780}"/>
              </a:ext>
            </a:extLst>
          </p:cNvPr>
          <p:cNvSpPr txBox="1"/>
          <p:nvPr/>
        </p:nvSpPr>
        <p:spPr>
          <a:xfrm>
            <a:off x="1582971" y="321348"/>
            <a:ext cx="16530858" cy="517065"/>
          </a:xfrm>
          <a:prstGeom prst="rect">
            <a:avLst/>
          </a:prstGeom>
          <a:noFill/>
          <a:ln>
            <a:noFill/>
          </a:ln>
        </p:spPr>
        <p:txBody>
          <a:bodyPr spcFirstLastPara="1" wrap="square" lIns="0" tIns="0" rIns="0" bIns="0" anchor="t" anchorCtr="0">
            <a:spAutoFit/>
          </a:bodyPr>
          <a:lstStyle/>
          <a:p>
            <a:pPr lvl="0" algn="ctr">
              <a:lnSpc>
                <a:spcPct val="120001"/>
              </a:lnSpc>
            </a:pPr>
            <a:r>
              <a:rPr lang="en-IN" sz="2800" b="1" dirty="0">
                <a:solidFill>
                  <a:schemeClr val="bg1"/>
                </a:solidFill>
                <a:latin typeface="Dosis ExtraBold"/>
                <a:ea typeface="Dosis ExtraBold"/>
                <a:cs typeface="Dosis ExtraBold"/>
                <a:sym typeface="Dosis ExtraBold"/>
              </a:rPr>
              <a:t>EXECUTIVE SUMMARY</a:t>
            </a:r>
            <a:endParaRPr sz="2800" b="1" dirty="0">
              <a:solidFill>
                <a:schemeClr val="bg1"/>
              </a:solidFill>
              <a:latin typeface="Dosis ExtraBold"/>
              <a:ea typeface="Dosis ExtraBold"/>
              <a:cs typeface="Dosis ExtraBold"/>
              <a:sym typeface="Dosis ExtraBold"/>
            </a:endParaRPr>
          </a:p>
        </p:txBody>
      </p:sp>
      <p:pic>
        <p:nvPicPr>
          <p:cNvPr id="4" name="Picture 3" descr="A screenshot of a computer&#10;&#10;AI-generated content may be incorrect.">
            <a:extLst>
              <a:ext uri="{FF2B5EF4-FFF2-40B4-BE49-F238E27FC236}">
                <a16:creationId xmlns:a16="http://schemas.microsoft.com/office/drawing/2014/main" id="{4748ED67-145B-2A7E-59E1-6D08D7865D02}"/>
              </a:ext>
            </a:extLst>
          </p:cNvPr>
          <p:cNvPicPr>
            <a:picLocks noChangeAspect="1"/>
          </p:cNvPicPr>
          <p:nvPr/>
        </p:nvPicPr>
        <p:blipFill>
          <a:blip r:embed="rId4"/>
          <a:stretch>
            <a:fillRect/>
          </a:stretch>
        </p:blipFill>
        <p:spPr>
          <a:xfrm>
            <a:off x="1582971" y="1020113"/>
            <a:ext cx="15711258" cy="8123887"/>
          </a:xfrm>
          <a:prstGeom prst="rect">
            <a:avLst/>
          </a:prstGeom>
        </p:spPr>
      </p:pic>
      <p:sp>
        <p:nvSpPr>
          <p:cNvPr id="5" name="TextBox 4">
            <a:extLst>
              <a:ext uri="{FF2B5EF4-FFF2-40B4-BE49-F238E27FC236}">
                <a16:creationId xmlns:a16="http://schemas.microsoft.com/office/drawing/2014/main" id="{0560A81A-93A1-CF4D-99E1-61DB7D3FC926}"/>
              </a:ext>
            </a:extLst>
          </p:cNvPr>
          <p:cNvSpPr txBox="1"/>
          <p:nvPr/>
        </p:nvSpPr>
        <p:spPr>
          <a:xfrm>
            <a:off x="4345672" y="9415924"/>
            <a:ext cx="12948557" cy="584775"/>
          </a:xfrm>
          <a:prstGeom prst="rect">
            <a:avLst/>
          </a:prstGeom>
          <a:noFill/>
        </p:spPr>
        <p:txBody>
          <a:bodyPr wrap="square" rtlCol="0">
            <a:spAutoFit/>
          </a:bodyPr>
          <a:lstStyle/>
          <a:p>
            <a:r>
              <a:rPr lang="en-IN" sz="1600" i="1" dirty="0" err="1">
                <a:solidFill>
                  <a:schemeClr val="bg1"/>
                </a:solidFill>
              </a:rPr>
              <a:t>QuickBite’s</a:t>
            </a:r>
            <a:r>
              <a:rPr lang="en-IN" sz="1600" i="1" dirty="0">
                <a:solidFill>
                  <a:schemeClr val="bg1"/>
                </a:solidFill>
              </a:rPr>
              <a:t> crisis is driven by significantly higher cancellation rates (7.45% vs ~4%), slower delivery times (44 mins vs 25–28 mins), and a weaker delivery partner base—while Swiggy and Zomato leveraged scale and operational efficiency to grow volumes during the same period.</a:t>
            </a:r>
          </a:p>
        </p:txBody>
      </p:sp>
    </p:spTree>
    <p:extLst>
      <p:ext uri="{BB962C8B-B14F-4D97-AF65-F5344CB8AC3E}">
        <p14:creationId xmlns:p14="http://schemas.microsoft.com/office/powerpoint/2010/main" val="3079618537"/>
      </p:ext>
    </p:extLst>
  </p:cSld>
  <p:clrMapOvr>
    <a:masterClrMapping/>
  </p:clrMapOvr>
  <mc:AlternateContent xmlns:mc="http://schemas.openxmlformats.org/markup-compatibility/2006" xmlns:p14="http://schemas.microsoft.com/office/powerpoint/2010/main">
    <mc:Choice Requires="p14">
      <p:transition spd="slow" p14:dur="2500" advTm="977">
        <p:checker/>
      </p:transition>
    </mc:Choice>
    <mc:Fallback xmlns="">
      <p:transition spd="slow" advTm="977">
        <p:checker/>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1EDF7"/>
        </a:solidFill>
        <a:effectLst/>
      </p:bgPr>
    </p:bg>
    <p:spTree>
      <p:nvGrpSpPr>
        <p:cNvPr id="1" name="Shape 336">
          <a:extLst>
            <a:ext uri="{FF2B5EF4-FFF2-40B4-BE49-F238E27FC236}">
              <a16:creationId xmlns:a16="http://schemas.microsoft.com/office/drawing/2014/main" id="{E09E8814-D4DA-E54F-87B9-140F4D0452B5}"/>
            </a:ext>
          </a:extLst>
        </p:cNvPr>
        <p:cNvGrpSpPr/>
        <p:nvPr/>
      </p:nvGrpSpPr>
      <p:grpSpPr>
        <a:xfrm>
          <a:off x="0" y="0"/>
          <a:ext cx="0" cy="0"/>
          <a:chOff x="0" y="0"/>
          <a:chExt cx="0" cy="0"/>
        </a:xfrm>
      </p:grpSpPr>
      <p:sp>
        <p:nvSpPr>
          <p:cNvPr id="341" name="Google Shape;341;p17">
            <a:extLst>
              <a:ext uri="{FF2B5EF4-FFF2-40B4-BE49-F238E27FC236}">
                <a16:creationId xmlns:a16="http://schemas.microsoft.com/office/drawing/2014/main" id="{3CDF34E4-63FB-9F55-C13A-4C66BE5EA051}"/>
              </a:ext>
            </a:extLst>
          </p:cNvPr>
          <p:cNvSpPr txBox="1"/>
          <p:nvPr/>
        </p:nvSpPr>
        <p:spPr>
          <a:xfrm>
            <a:off x="174171" y="-35869"/>
            <a:ext cx="1408800" cy="147732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8000" dirty="0">
                <a:solidFill>
                  <a:schemeClr val="tx1"/>
                </a:solidFill>
                <a:latin typeface="Dosis ExtraBold"/>
                <a:ea typeface="Dosis ExtraBold"/>
                <a:cs typeface="Dosis ExtraBold"/>
                <a:sym typeface="Dosis ExtraBold"/>
              </a:rPr>
              <a:t>12</a:t>
            </a:r>
            <a:endParaRPr dirty="0">
              <a:solidFill>
                <a:schemeClr val="tx1"/>
              </a:solidFill>
              <a:latin typeface="Dosis ExtraBold"/>
              <a:ea typeface="Dosis ExtraBold"/>
              <a:cs typeface="Dosis ExtraBold"/>
              <a:sym typeface="Dosis ExtraBold"/>
            </a:endParaRPr>
          </a:p>
        </p:txBody>
      </p:sp>
      <p:sp>
        <p:nvSpPr>
          <p:cNvPr id="342" name="Google Shape;342;p17">
            <a:extLst>
              <a:ext uri="{FF2B5EF4-FFF2-40B4-BE49-F238E27FC236}">
                <a16:creationId xmlns:a16="http://schemas.microsoft.com/office/drawing/2014/main" id="{F828BE78-5003-17BA-773A-68F0E5B4BB8B}"/>
              </a:ext>
            </a:extLst>
          </p:cNvPr>
          <p:cNvSpPr txBox="1"/>
          <p:nvPr/>
        </p:nvSpPr>
        <p:spPr>
          <a:xfrm>
            <a:off x="1028700" y="9475979"/>
            <a:ext cx="2407965" cy="301621"/>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400" b="1" i="0" u="none" strike="noStrike" cap="none" dirty="0">
                <a:solidFill>
                  <a:schemeClr val="tx1"/>
                </a:solidFill>
                <a:latin typeface="Dosis"/>
                <a:ea typeface="Dosis"/>
                <a:cs typeface="Dosis"/>
                <a:sym typeface="Dosis"/>
              </a:rPr>
              <a:t>MCKINSEY STRATEGIC PLANNING</a:t>
            </a:r>
            <a:endParaRPr dirty="0">
              <a:solidFill>
                <a:schemeClr val="tx1"/>
              </a:solidFill>
            </a:endParaRPr>
          </a:p>
        </p:txBody>
      </p:sp>
      <p:sp>
        <p:nvSpPr>
          <p:cNvPr id="2" name="Google Shape;339;p17">
            <a:extLst>
              <a:ext uri="{FF2B5EF4-FFF2-40B4-BE49-F238E27FC236}">
                <a16:creationId xmlns:a16="http://schemas.microsoft.com/office/drawing/2014/main" id="{4AEE03AB-F239-D5AF-1961-7E05BE066787}"/>
              </a:ext>
            </a:extLst>
          </p:cNvPr>
          <p:cNvSpPr txBox="1"/>
          <p:nvPr/>
        </p:nvSpPr>
        <p:spPr>
          <a:xfrm>
            <a:off x="1582971" y="321348"/>
            <a:ext cx="8805047" cy="590931"/>
          </a:xfrm>
          <a:prstGeom prst="rect">
            <a:avLst/>
          </a:prstGeom>
          <a:noFill/>
          <a:ln>
            <a:noFill/>
          </a:ln>
        </p:spPr>
        <p:txBody>
          <a:bodyPr spcFirstLastPara="1" wrap="square" lIns="0" tIns="0" rIns="0" bIns="0" anchor="t" anchorCtr="0">
            <a:spAutoFit/>
          </a:bodyPr>
          <a:lstStyle/>
          <a:p>
            <a:pPr lvl="0" algn="ctr">
              <a:lnSpc>
                <a:spcPct val="120001"/>
              </a:lnSpc>
            </a:pPr>
            <a:r>
              <a:rPr lang="en-IN" sz="3200" b="1" dirty="0">
                <a:solidFill>
                  <a:schemeClr val="tx1"/>
                </a:solidFill>
              </a:rPr>
              <a:t>Recommendations using McKinsey 7S Model</a:t>
            </a:r>
            <a:endParaRPr sz="3200" b="1" dirty="0">
              <a:solidFill>
                <a:schemeClr val="tx1"/>
              </a:solidFill>
              <a:latin typeface="Dosis ExtraBold"/>
              <a:ea typeface="Dosis ExtraBold"/>
              <a:cs typeface="Dosis ExtraBold"/>
              <a:sym typeface="Dosis ExtraBold"/>
            </a:endParaRPr>
          </a:p>
        </p:txBody>
      </p:sp>
      <p:grpSp>
        <p:nvGrpSpPr>
          <p:cNvPr id="50" name="Group 49">
            <a:extLst>
              <a:ext uri="{FF2B5EF4-FFF2-40B4-BE49-F238E27FC236}">
                <a16:creationId xmlns:a16="http://schemas.microsoft.com/office/drawing/2014/main" id="{B8EA3ADD-7EA8-B466-F56D-E8BE3EDE882A}"/>
              </a:ext>
            </a:extLst>
          </p:cNvPr>
          <p:cNvGrpSpPr/>
          <p:nvPr/>
        </p:nvGrpSpPr>
        <p:grpSpPr>
          <a:xfrm>
            <a:off x="4917122" y="1269496"/>
            <a:ext cx="9212536" cy="8696156"/>
            <a:chOff x="890868" y="486105"/>
            <a:chExt cx="5915033" cy="5885791"/>
          </a:xfrm>
        </p:grpSpPr>
        <p:grpSp>
          <p:nvGrpSpPr>
            <p:cNvPr id="51" name="Group 50">
              <a:extLst>
                <a:ext uri="{FF2B5EF4-FFF2-40B4-BE49-F238E27FC236}">
                  <a16:creationId xmlns:a16="http://schemas.microsoft.com/office/drawing/2014/main" id="{9B64597A-336B-03C6-211B-CB294D01A675}"/>
                </a:ext>
              </a:extLst>
            </p:cNvPr>
            <p:cNvGrpSpPr/>
            <p:nvPr/>
          </p:nvGrpSpPr>
          <p:grpSpPr>
            <a:xfrm>
              <a:off x="890868" y="486105"/>
              <a:ext cx="5915033" cy="5885791"/>
              <a:chOff x="890868" y="483782"/>
              <a:chExt cx="5915033" cy="5885791"/>
            </a:xfrm>
          </p:grpSpPr>
          <p:sp>
            <p:nvSpPr>
              <p:cNvPr id="53" name="Freeform: Shape 52">
                <a:extLst>
                  <a:ext uri="{FF2B5EF4-FFF2-40B4-BE49-F238E27FC236}">
                    <a16:creationId xmlns:a16="http://schemas.microsoft.com/office/drawing/2014/main" id="{24BC71A1-D281-99D2-7FAD-85319B475BE7}"/>
                  </a:ext>
                </a:extLst>
              </p:cNvPr>
              <p:cNvSpPr/>
              <p:nvPr/>
            </p:nvSpPr>
            <p:spPr>
              <a:xfrm>
                <a:off x="1601208" y="1289501"/>
                <a:ext cx="4503460" cy="4503461"/>
              </a:xfrm>
              <a:custGeom>
                <a:avLst/>
                <a:gdLst>
                  <a:gd name="connsiteX0" fmla="*/ 2248684 w 4503460"/>
                  <a:gd name="connsiteY0" fmla="*/ 4503434 h 4503461"/>
                  <a:gd name="connsiteX1" fmla="*/ -20 w 4503460"/>
                  <a:gd name="connsiteY1" fmla="*/ 2248681 h 4503461"/>
                  <a:gd name="connsiteX2" fmla="*/ 2254730 w 4503460"/>
                  <a:gd name="connsiteY2" fmla="*/ -21 h 4503461"/>
                  <a:gd name="connsiteX3" fmla="*/ 4503437 w 4503460"/>
                  <a:gd name="connsiteY3" fmla="*/ 2254728 h 4503461"/>
                  <a:gd name="connsiteX4" fmla="*/ 3127968 w 4503460"/>
                  <a:gd name="connsiteY4" fmla="*/ 4325943 h 4503461"/>
                  <a:gd name="connsiteX5" fmla="*/ 2248684 w 4503460"/>
                  <a:gd name="connsiteY5" fmla="*/ 4503434 h 4503461"/>
                  <a:gd name="connsiteX6" fmla="*/ 2248684 w 4503460"/>
                  <a:gd name="connsiteY6" fmla="*/ 129461 h 4503461"/>
                  <a:gd name="connsiteX7" fmla="*/ 133836 w 4503460"/>
                  <a:gd name="connsiteY7" fmla="*/ 2244309 h 4503461"/>
                  <a:gd name="connsiteX8" fmla="*/ 2248684 w 4503460"/>
                  <a:gd name="connsiteY8" fmla="*/ 4359158 h 4503461"/>
                  <a:gd name="connsiteX9" fmla="*/ 4363532 w 4503460"/>
                  <a:gd name="connsiteY9" fmla="*/ 2244309 h 4503461"/>
                  <a:gd name="connsiteX10" fmla="*/ 2248684 w 4503460"/>
                  <a:gd name="connsiteY10" fmla="*/ 129461 h 4503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03460" h="4503461">
                    <a:moveTo>
                      <a:pt x="2248684" y="4503434"/>
                    </a:moveTo>
                    <a:cubicBezTo>
                      <a:pt x="1005088" y="4501761"/>
                      <a:pt x="-1690" y="3492277"/>
                      <a:pt x="-20" y="2248681"/>
                    </a:cubicBezTo>
                    <a:cubicBezTo>
                      <a:pt x="1651" y="1005086"/>
                      <a:pt x="1011134" y="-1691"/>
                      <a:pt x="2254730" y="-21"/>
                    </a:cubicBezTo>
                    <a:cubicBezTo>
                      <a:pt x="3498326" y="1649"/>
                      <a:pt x="4505110" y="1011132"/>
                      <a:pt x="4503437" y="2254728"/>
                    </a:cubicBezTo>
                    <a:cubicBezTo>
                      <a:pt x="4502217" y="3158624"/>
                      <a:pt x="3960621" y="3974190"/>
                      <a:pt x="3127968" y="4325943"/>
                    </a:cubicBezTo>
                    <a:cubicBezTo>
                      <a:pt x="2849794" y="4443621"/>
                      <a:pt x="2550731" y="4503992"/>
                      <a:pt x="2248684" y="4503434"/>
                    </a:cubicBezTo>
                    <a:close/>
                    <a:moveTo>
                      <a:pt x="2248684" y="129461"/>
                    </a:moveTo>
                    <a:cubicBezTo>
                      <a:pt x="1082403" y="129461"/>
                      <a:pt x="133836" y="1078288"/>
                      <a:pt x="133836" y="2244309"/>
                    </a:cubicBezTo>
                    <a:cubicBezTo>
                      <a:pt x="133836" y="3410330"/>
                      <a:pt x="1082663" y="4359158"/>
                      <a:pt x="2248684" y="4359158"/>
                    </a:cubicBezTo>
                    <a:cubicBezTo>
                      <a:pt x="3414705" y="4359158"/>
                      <a:pt x="4363532" y="3410330"/>
                      <a:pt x="4363532" y="2244309"/>
                    </a:cubicBezTo>
                    <a:cubicBezTo>
                      <a:pt x="4363532" y="1078288"/>
                      <a:pt x="3414835" y="129461"/>
                      <a:pt x="2248684" y="129461"/>
                    </a:cubicBezTo>
                    <a:close/>
                  </a:path>
                </a:pathLst>
              </a:custGeom>
              <a:gradFill>
                <a:gsLst>
                  <a:gs pos="0">
                    <a:srgbClr val="FFFFFF"/>
                  </a:gs>
                  <a:gs pos="43000">
                    <a:srgbClr val="FDFDFD"/>
                  </a:gs>
                  <a:gs pos="66000">
                    <a:srgbClr val="F6F6F5"/>
                  </a:gs>
                  <a:gs pos="83000">
                    <a:srgbClr val="EAEAE8"/>
                  </a:gs>
                  <a:gs pos="98000">
                    <a:srgbClr val="D8D8D5"/>
                  </a:gs>
                  <a:gs pos="100000">
                    <a:srgbClr val="D6D6D2"/>
                  </a:gs>
                </a:gsLst>
                <a:lin ang="5400000" scaled="1"/>
              </a:gradFill>
              <a:ln w="12972" cap="flat">
                <a:noFill/>
                <a:prstDash val="solid"/>
                <a:miter/>
              </a:ln>
            </p:spPr>
            <p:txBody>
              <a:bodyPr rtlCol="0" anchor="ctr"/>
              <a:lstStyle/>
              <a:p>
                <a:endParaRPr lang="en-IN"/>
              </a:p>
            </p:txBody>
          </p:sp>
          <p:sp>
            <p:nvSpPr>
              <p:cNvPr id="54" name="Freeform: Shape 53">
                <a:extLst>
                  <a:ext uri="{FF2B5EF4-FFF2-40B4-BE49-F238E27FC236}">
                    <a16:creationId xmlns:a16="http://schemas.microsoft.com/office/drawing/2014/main" id="{0936E7A7-50EF-58DE-40C0-7F2373689023}"/>
                  </a:ext>
                </a:extLst>
              </p:cNvPr>
              <p:cNvSpPr/>
              <p:nvPr/>
            </p:nvSpPr>
            <p:spPr>
              <a:xfrm>
                <a:off x="3488055" y="4090830"/>
                <a:ext cx="698418" cy="313464"/>
              </a:xfrm>
              <a:custGeom>
                <a:avLst/>
                <a:gdLst>
                  <a:gd name="connsiteX0" fmla="*/ 355221 w 698418"/>
                  <a:gd name="connsiteY0" fmla="*/ 52653 h 313464"/>
                  <a:gd name="connsiteX1" fmla="*/ 108705 w 698418"/>
                  <a:gd name="connsiteY1" fmla="*/ -23 h 313464"/>
                  <a:gd name="connsiteX2" fmla="*/ -22 w 698418"/>
                  <a:gd name="connsiteY2" fmla="*/ 234945 h 313464"/>
                  <a:gd name="connsiteX3" fmla="*/ 360281 w 698418"/>
                  <a:gd name="connsiteY3" fmla="*/ 313441 h 313464"/>
                  <a:gd name="connsiteX4" fmla="*/ 362357 w 698418"/>
                  <a:gd name="connsiteY4" fmla="*/ 313441 h 313464"/>
                  <a:gd name="connsiteX5" fmla="*/ 698397 w 698418"/>
                  <a:gd name="connsiteY5" fmla="*/ 244936 h 313464"/>
                  <a:gd name="connsiteX6" fmla="*/ 596677 w 698418"/>
                  <a:gd name="connsiteY6" fmla="*/ 2831 h 313464"/>
                  <a:gd name="connsiteX7" fmla="*/ 355221 w 698418"/>
                  <a:gd name="connsiteY7" fmla="*/ 52653 h 313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8418" h="313464">
                    <a:moveTo>
                      <a:pt x="355221" y="52653"/>
                    </a:moveTo>
                    <a:cubicBezTo>
                      <a:pt x="270250" y="52680"/>
                      <a:pt x="186240" y="34723"/>
                      <a:pt x="108705" y="-23"/>
                    </a:cubicBezTo>
                    <a:lnTo>
                      <a:pt x="-22" y="234945"/>
                    </a:lnTo>
                    <a:cubicBezTo>
                      <a:pt x="113025" y="286766"/>
                      <a:pt x="235933" y="313532"/>
                      <a:pt x="360281" y="313441"/>
                    </a:cubicBezTo>
                    <a:lnTo>
                      <a:pt x="362357" y="313441"/>
                    </a:lnTo>
                    <a:cubicBezTo>
                      <a:pt x="477830" y="313325"/>
                      <a:pt x="592097" y="290023"/>
                      <a:pt x="698397" y="244936"/>
                    </a:cubicBezTo>
                    <a:lnTo>
                      <a:pt x="596677" y="2831"/>
                    </a:lnTo>
                    <a:cubicBezTo>
                      <a:pt x="520477" y="35890"/>
                      <a:pt x="438283" y="52848"/>
                      <a:pt x="355221" y="52653"/>
                    </a:cubicBezTo>
                    <a:close/>
                  </a:path>
                </a:pathLst>
              </a:custGeom>
              <a:solidFill>
                <a:schemeClr val="accent3"/>
              </a:solidFill>
              <a:ln w="12972" cap="flat">
                <a:noFill/>
                <a:prstDash val="solid"/>
                <a:miter/>
              </a:ln>
            </p:spPr>
            <p:txBody>
              <a:bodyPr rtlCol="0" anchor="ctr"/>
              <a:lstStyle/>
              <a:p>
                <a:endParaRPr lang="en-IN"/>
              </a:p>
            </p:txBody>
          </p:sp>
          <p:sp>
            <p:nvSpPr>
              <p:cNvPr id="55" name="Freeform: Shape 54">
                <a:extLst>
                  <a:ext uri="{FF2B5EF4-FFF2-40B4-BE49-F238E27FC236}">
                    <a16:creationId xmlns:a16="http://schemas.microsoft.com/office/drawing/2014/main" id="{256DFC75-21EE-B416-A02D-ACD4E2ACE2C8}"/>
                  </a:ext>
                </a:extLst>
              </p:cNvPr>
              <p:cNvSpPr/>
              <p:nvPr/>
            </p:nvSpPr>
            <p:spPr>
              <a:xfrm>
                <a:off x="4084105" y="3765299"/>
                <a:ext cx="575939" cy="570360"/>
              </a:xfrm>
              <a:custGeom>
                <a:avLst/>
                <a:gdLst>
                  <a:gd name="connsiteX0" fmla="*/ -22 w 575939"/>
                  <a:gd name="connsiteY0" fmla="*/ 328232 h 570360"/>
                  <a:gd name="connsiteX1" fmla="*/ 101568 w 575939"/>
                  <a:gd name="connsiteY1" fmla="*/ 570337 h 570360"/>
                  <a:gd name="connsiteX2" fmla="*/ 575917 w 575939"/>
                  <a:gd name="connsiteY2" fmla="*/ 75618 h 570360"/>
                  <a:gd name="connsiteX3" fmla="*/ 320189 w 575939"/>
                  <a:gd name="connsiteY3" fmla="*/ -23 h 570360"/>
                  <a:gd name="connsiteX4" fmla="*/ -22 w 575939"/>
                  <a:gd name="connsiteY4" fmla="*/ 328232 h 570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5939" h="570360">
                    <a:moveTo>
                      <a:pt x="-22" y="328232"/>
                    </a:moveTo>
                    <a:lnTo>
                      <a:pt x="101568" y="570337"/>
                    </a:lnTo>
                    <a:cubicBezTo>
                      <a:pt x="320384" y="476791"/>
                      <a:pt x="491648" y="298170"/>
                      <a:pt x="575917" y="75618"/>
                    </a:cubicBezTo>
                    <a:lnTo>
                      <a:pt x="320189" y="-23"/>
                    </a:lnTo>
                    <a:cubicBezTo>
                      <a:pt x="260454" y="147043"/>
                      <a:pt x="145513" y="264878"/>
                      <a:pt x="-22" y="328232"/>
                    </a:cubicBezTo>
                    <a:close/>
                  </a:path>
                </a:pathLst>
              </a:custGeom>
              <a:solidFill>
                <a:schemeClr val="accent2"/>
              </a:solidFill>
              <a:ln w="12972" cap="flat">
                <a:noFill/>
                <a:prstDash val="solid"/>
                <a:miter/>
              </a:ln>
            </p:spPr>
            <p:txBody>
              <a:bodyPr rtlCol="0" anchor="ctr"/>
              <a:lstStyle/>
              <a:p>
                <a:endParaRPr lang="en-IN"/>
              </a:p>
            </p:txBody>
          </p:sp>
          <p:sp>
            <p:nvSpPr>
              <p:cNvPr id="56" name="Freeform: Shape 55">
                <a:extLst>
                  <a:ext uri="{FF2B5EF4-FFF2-40B4-BE49-F238E27FC236}">
                    <a16:creationId xmlns:a16="http://schemas.microsoft.com/office/drawing/2014/main" id="{65D831B2-AE57-A154-1021-69C527825D5A}"/>
                  </a:ext>
                </a:extLst>
              </p:cNvPr>
              <p:cNvSpPr/>
              <p:nvPr/>
            </p:nvSpPr>
            <p:spPr>
              <a:xfrm>
                <a:off x="3025902" y="3732993"/>
                <a:ext cx="570619" cy="592806"/>
              </a:xfrm>
              <a:custGeom>
                <a:avLst/>
                <a:gdLst>
                  <a:gd name="connsiteX0" fmla="*/ 244158 w 570619"/>
                  <a:gd name="connsiteY0" fmla="*/ -23 h 592806"/>
                  <a:gd name="connsiteX1" fmla="*/ -22 w 570619"/>
                  <a:gd name="connsiteY1" fmla="*/ 81587 h 592806"/>
                  <a:gd name="connsiteX2" fmla="*/ 461871 w 570619"/>
                  <a:gd name="connsiteY2" fmla="*/ 592783 h 592806"/>
                  <a:gd name="connsiteX3" fmla="*/ 570598 w 570619"/>
                  <a:gd name="connsiteY3" fmla="*/ 357815 h 592806"/>
                  <a:gd name="connsiteX4" fmla="*/ 244158 w 570619"/>
                  <a:gd name="connsiteY4" fmla="*/ -23 h 5928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0619" h="592806">
                    <a:moveTo>
                      <a:pt x="244158" y="-23"/>
                    </a:moveTo>
                    <a:lnTo>
                      <a:pt x="-22" y="81587"/>
                    </a:lnTo>
                    <a:cubicBezTo>
                      <a:pt x="77060" y="308278"/>
                      <a:pt x="244133" y="493191"/>
                      <a:pt x="461871" y="592783"/>
                    </a:cubicBezTo>
                    <a:lnTo>
                      <a:pt x="570598" y="357815"/>
                    </a:lnTo>
                    <a:cubicBezTo>
                      <a:pt x="416876" y="288946"/>
                      <a:pt x="298652" y="159356"/>
                      <a:pt x="244158" y="-23"/>
                    </a:cubicBezTo>
                    <a:close/>
                  </a:path>
                </a:pathLst>
              </a:custGeom>
              <a:solidFill>
                <a:schemeClr val="accent4"/>
              </a:solidFill>
              <a:ln w="12972" cap="flat">
                <a:noFill/>
                <a:prstDash val="solid"/>
                <a:miter/>
              </a:ln>
            </p:spPr>
            <p:txBody>
              <a:bodyPr rtlCol="0" anchor="ctr"/>
              <a:lstStyle/>
              <a:p>
                <a:endParaRPr lang="en-IN"/>
              </a:p>
            </p:txBody>
          </p:sp>
          <p:sp>
            <p:nvSpPr>
              <p:cNvPr id="57" name="Freeform: Shape 56">
                <a:extLst>
                  <a:ext uri="{FF2B5EF4-FFF2-40B4-BE49-F238E27FC236}">
                    <a16:creationId xmlns:a16="http://schemas.microsoft.com/office/drawing/2014/main" id="{82CE6498-AEA0-4776-D641-1EE0001BDB54}"/>
                  </a:ext>
                </a:extLst>
              </p:cNvPr>
              <p:cNvSpPr/>
              <p:nvPr/>
            </p:nvSpPr>
            <p:spPr>
              <a:xfrm>
                <a:off x="3849395" y="2669211"/>
                <a:ext cx="707500" cy="536886"/>
              </a:xfrm>
              <a:custGeom>
                <a:avLst/>
                <a:gdLst>
                  <a:gd name="connsiteX0" fmla="*/ 499886 w 707500"/>
                  <a:gd name="connsiteY0" fmla="*/ 536863 h 536886"/>
                  <a:gd name="connsiteX1" fmla="*/ 707479 w 707500"/>
                  <a:gd name="connsiteY1" fmla="*/ 369232 h 536886"/>
                  <a:gd name="connsiteX2" fmla="*/ 366119 w 707500"/>
                  <a:gd name="connsiteY2" fmla="*/ 82235 h 536886"/>
                  <a:gd name="connsiteX3" fmla="*/ -22 w 707500"/>
                  <a:gd name="connsiteY3" fmla="*/ -23 h 536886"/>
                  <a:gd name="connsiteX4" fmla="*/ -22 w 707500"/>
                  <a:gd name="connsiteY4" fmla="*/ 263879 h 536886"/>
                  <a:gd name="connsiteX5" fmla="*/ 499886 w 707500"/>
                  <a:gd name="connsiteY5" fmla="*/ 536863 h 536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7500" h="536886">
                    <a:moveTo>
                      <a:pt x="499886" y="536863"/>
                    </a:moveTo>
                    <a:lnTo>
                      <a:pt x="707479" y="369232"/>
                    </a:lnTo>
                    <a:cubicBezTo>
                      <a:pt x="620472" y="245624"/>
                      <a:pt x="502845" y="146719"/>
                      <a:pt x="366119" y="82235"/>
                    </a:cubicBezTo>
                    <a:cubicBezTo>
                      <a:pt x="251580" y="28300"/>
                      <a:pt x="126584" y="210"/>
                      <a:pt x="-22" y="-23"/>
                    </a:cubicBezTo>
                    <a:lnTo>
                      <a:pt x="-22" y="263879"/>
                    </a:lnTo>
                    <a:cubicBezTo>
                      <a:pt x="201719" y="265786"/>
                      <a:pt x="389214" y="368181"/>
                      <a:pt x="499886" y="536863"/>
                    </a:cubicBezTo>
                    <a:close/>
                  </a:path>
                </a:pathLst>
              </a:custGeom>
              <a:solidFill>
                <a:schemeClr val="tx2"/>
              </a:solidFill>
              <a:ln w="12972" cap="flat">
                <a:noFill/>
                <a:prstDash val="solid"/>
                <a:miter/>
              </a:ln>
            </p:spPr>
            <p:txBody>
              <a:bodyPr rtlCol="0" anchor="ctr"/>
              <a:lstStyle/>
              <a:p>
                <a:endParaRPr lang="en-IN"/>
              </a:p>
            </p:txBody>
          </p:sp>
          <p:sp>
            <p:nvSpPr>
              <p:cNvPr id="58" name="Freeform: Shape 57">
                <a:extLst>
                  <a:ext uri="{FF2B5EF4-FFF2-40B4-BE49-F238E27FC236}">
                    <a16:creationId xmlns:a16="http://schemas.microsoft.com/office/drawing/2014/main" id="{B03BB4A8-CE18-E46E-BB1D-993FBFC01F33}"/>
                  </a:ext>
                </a:extLst>
              </p:cNvPr>
              <p:cNvSpPr/>
              <p:nvPr/>
            </p:nvSpPr>
            <p:spPr>
              <a:xfrm>
                <a:off x="4349693" y="3037428"/>
                <a:ext cx="366141" cy="802993"/>
              </a:xfrm>
              <a:custGeom>
                <a:avLst/>
                <a:gdLst>
                  <a:gd name="connsiteX0" fmla="*/ 321876 w 366141"/>
                  <a:gd name="connsiteY0" fmla="*/ 227031 h 802993"/>
                  <a:gd name="connsiteX1" fmla="*/ 207570 w 366141"/>
                  <a:gd name="connsiteY1" fmla="*/ -23 h 802993"/>
                  <a:gd name="connsiteX2" fmla="*/ -22 w 366141"/>
                  <a:gd name="connsiteY2" fmla="*/ 167608 h 802993"/>
                  <a:gd name="connsiteX3" fmla="*/ 55120 w 366141"/>
                  <a:gd name="connsiteY3" fmla="*/ 727329 h 802993"/>
                  <a:gd name="connsiteX4" fmla="*/ 310848 w 366141"/>
                  <a:gd name="connsiteY4" fmla="*/ 802971 h 802993"/>
                  <a:gd name="connsiteX5" fmla="*/ 322265 w 366141"/>
                  <a:gd name="connsiteY5" fmla="*/ 226512 h 802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6141" h="802993">
                    <a:moveTo>
                      <a:pt x="321876" y="227031"/>
                    </a:moveTo>
                    <a:cubicBezTo>
                      <a:pt x="295148" y="146135"/>
                      <a:pt x="256627" y="69637"/>
                      <a:pt x="207570" y="-23"/>
                    </a:cubicBezTo>
                    <a:lnTo>
                      <a:pt x="-22" y="167608"/>
                    </a:lnTo>
                    <a:cubicBezTo>
                      <a:pt x="109275" y="333760"/>
                      <a:pt x="129892" y="543039"/>
                      <a:pt x="55120" y="727329"/>
                    </a:cubicBezTo>
                    <a:lnTo>
                      <a:pt x="310848" y="802971"/>
                    </a:lnTo>
                    <a:cubicBezTo>
                      <a:pt x="380404" y="617772"/>
                      <a:pt x="384426" y="414331"/>
                      <a:pt x="322265" y="226512"/>
                    </a:cubicBezTo>
                    <a:close/>
                  </a:path>
                </a:pathLst>
              </a:custGeom>
              <a:solidFill>
                <a:schemeClr val="accent1"/>
              </a:solidFill>
              <a:ln w="12972" cap="flat">
                <a:noFill/>
                <a:prstDash val="solid"/>
                <a:miter/>
              </a:ln>
            </p:spPr>
            <p:txBody>
              <a:bodyPr rtlCol="0" anchor="ctr"/>
              <a:lstStyle/>
              <a:p>
                <a:endParaRPr lang="en-IN"/>
              </a:p>
            </p:txBody>
          </p:sp>
          <p:sp>
            <p:nvSpPr>
              <p:cNvPr id="59" name="Freeform: Shape 58">
                <a:extLst>
                  <a:ext uri="{FF2B5EF4-FFF2-40B4-BE49-F238E27FC236}">
                    <a16:creationId xmlns:a16="http://schemas.microsoft.com/office/drawing/2014/main" id="{7FC06570-79AC-5732-88DC-3A2008B309FB}"/>
                  </a:ext>
                </a:extLst>
              </p:cNvPr>
              <p:cNvSpPr/>
              <p:nvPr/>
            </p:nvSpPr>
            <p:spPr>
              <a:xfrm>
                <a:off x="3155388" y="2668692"/>
                <a:ext cx="694396" cy="530268"/>
              </a:xfrm>
              <a:custGeom>
                <a:avLst/>
                <a:gdLst>
                  <a:gd name="connsiteX0" fmla="*/ 687888 w 694396"/>
                  <a:gd name="connsiteY0" fmla="*/ 263749 h 530268"/>
                  <a:gd name="connsiteX1" fmla="*/ 694375 w 694396"/>
                  <a:gd name="connsiteY1" fmla="*/ 263749 h 530268"/>
                  <a:gd name="connsiteX2" fmla="*/ 694375 w 694396"/>
                  <a:gd name="connsiteY2" fmla="*/ -23 h 530268"/>
                  <a:gd name="connsiteX3" fmla="*/ 692948 w 694396"/>
                  <a:gd name="connsiteY3" fmla="*/ -23 h 530268"/>
                  <a:gd name="connsiteX4" fmla="*/ -22 w 694396"/>
                  <a:gd name="connsiteY4" fmla="*/ 346137 h 530268"/>
                  <a:gd name="connsiteX5" fmla="*/ 186811 w 694396"/>
                  <a:gd name="connsiteY5" fmla="*/ 530246 h 530268"/>
                  <a:gd name="connsiteX6" fmla="*/ 687888 w 694396"/>
                  <a:gd name="connsiteY6" fmla="*/ 263749 h 530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396" h="530268">
                    <a:moveTo>
                      <a:pt x="687888" y="263749"/>
                    </a:moveTo>
                    <a:lnTo>
                      <a:pt x="694375" y="263749"/>
                    </a:lnTo>
                    <a:lnTo>
                      <a:pt x="694375" y="-23"/>
                    </a:lnTo>
                    <a:lnTo>
                      <a:pt x="692948" y="-23"/>
                    </a:lnTo>
                    <a:cubicBezTo>
                      <a:pt x="420353" y="-127"/>
                      <a:pt x="163613" y="128126"/>
                      <a:pt x="-22" y="346137"/>
                    </a:cubicBezTo>
                    <a:lnTo>
                      <a:pt x="186811" y="530246"/>
                    </a:lnTo>
                    <a:cubicBezTo>
                      <a:pt x="299223" y="363718"/>
                      <a:pt x="486977" y="263866"/>
                      <a:pt x="687888" y="263749"/>
                    </a:cubicBezTo>
                    <a:close/>
                  </a:path>
                </a:pathLst>
              </a:custGeom>
              <a:solidFill>
                <a:schemeClr val="tx2"/>
              </a:solidFill>
              <a:ln w="12972" cap="flat">
                <a:noFill/>
                <a:prstDash val="solid"/>
                <a:miter/>
              </a:ln>
            </p:spPr>
            <p:txBody>
              <a:bodyPr rtlCol="0" anchor="ctr"/>
              <a:lstStyle/>
              <a:p>
                <a:endParaRPr lang="en-IN"/>
              </a:p>
            </p:txBody>
          </p:sp>
          <p:sp>
            <p:nvSpPr>
              <p:cNvPr id="60" name="Freeform: Shape 59">
                <a:extLst>
                  <a:ext uri="{FF2B5EF4-FFF2-40B4-BE49-F238E27FC236}">
                    <a16:creationId xmlns:a16="http://schemas.microsoft.com/office/drawing/2014/main" id="{ED629022-52FC-F33B-330D-D5591DEAE032}"/>
                  </a:ext>
                </a:extLst>
              </p:cNvPr>
              <p:cNvSpPr/>
              <p:nvPr/>
            </p:nvSpPr>
            <p:spPr>
              <a:xfrm>
                <a:off x="2980617" y="3014852"/>
                <a:ext cx="361733" cy="799749"/>
              </a:xfrm>
              <a:custGeom>
                <a:avLst/>
                <a:gdLst>
                  <a:gd name="connsiteX0" fmla="*/ 257915 w 361733"/>
                  <a:gd name="connsiteY0" fmla="*/ 523110 h 799749"/>
                  <a:gd name="connsiteX1" fmla="*/ 361712 w 361733"/>
                  <a:gd name="connsiteY1" fmla="*/ 184085 h 799749"/>
                  <a:gd name="connsiteX2" fmla="*/ 174878 w 361733"/>
                  <a:gd name="connsiteY2" fmla="*/ -23 h 799749"/>
                  <a:gd name="connsiteX3" fmla="*/ 46041 w 361733"/>
                  <a:gd name="connsiteY3" fmla="*/ 799727 h 799749"/>
                  <a:gd name="connsiteX4" fmla="*/ 290222 w 361733"/>
                  <a:gd name="connsiteY4" fmla="*/ 718117 h 799749"/>
                  <a:gd name="connsiteX5" fmla="*/ 257915 w 361733"/>
                  <a:gd name="connsiteY5" fmla="*/ 523110 h 799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1733" h="799749">
                    <a:moveTo>
                      <a:pt x="257915" y="523110"/>
                    </a:moveTo>
                    <a:cubicBezTo>
                      <a:pt x="257734" y="402252"/>
                      <a:pt x="293894" y="284132"/>
                      <a:pt x="361712" y="184085"/>
                    </a:cubicBezTo>
                    <a:lnTo>
                      <a:pt x="174878" y="-23"/>
                    </a:lnTo>
                    <a:cubicBezTo>
                      <a:pt x="1967" y="228705"/>
                      <a:pt x="-46299" y="528274"/>
                      <a:pt x="46041" y="799727"/>
                    </a:cubicBezTo>
                    <a:lnTo>
                      <a:pt x="290222" y="718117"/>
                    </a:lnTo>
                    <a:cubicBezTo>
                      <a:pt x="268853" y="655320"/>
                      <a:pt x="257941" y="589436"/>
                      <a:pt x="257915" y="523110"/>
                    </a:cubicBezTo>
                    <a:close/>
                  </a:path>
                </a:pathLst>
              </a:custGeom>
              <a:solidFill>
                <a:schemeClr val="accent5"/>
              </a:solidFill>
              <a:ln w="12972" cap="flat">
                <a:noFill/>
                <a:prstDash val="solid"/>
                <a:miter/>
              </a:ln>
            </p:spPr>
            <p:txBody>
              <a:bodyPr rtlCol="0" anchor="ctr"/>
              <a:lstStyle/>
              <a:p>
                <a:endParaRPr lang="en-IN"/>
              </a:p>
            </p:txBody>
          </p:sp>
          <p:sp>
            <p:nvSpPr>
              <p:cNvPr id="61" name="Freeform: Shape 60">
                <a:extLst>
                  <a:ext uri="{FF2B5EF4-FFF2-40B4-BE49-F238E27FC236}">
                    <a16:creationId xmlns:a16="http://schemas.microsoft.com/office/drawing/2014/main" id="{F057EEEF-4A07-CE53-559D-6AA5347D2EA5}"/>
                  </a:ext>
                </a:extLst>
              </p:cNvPr>
              <p:cNvSpPr/>
              <p:nvPr/>
            </p:nvSpPr>
            <p:spPr>
              <a:xfrm rot="18900000">
                <a:off x="3100324" y="2763059"/>
                <a:ext cx="1494666" cy="1494666"/>
              </a:xfrm>
              <a:custGeom>
                <a:avLst/>
                <a:gdLst>
                  <a:gd name="connsiteX0" fmla="*/ 1494644 w 1494666"/>
                  <a:gd name="connsiteY0" fmla="*/ 747310 h 1494666"/>
                  <a:gd name="connsiteX1" fmla="*/ 747311 w 1494666"/>
                  <a:gd name="connsiteY1" fmla="*/ 1494643 h 1494666"/>
                  <a:gd name="connsiteX2" fmla="*/ -22 w 1494666"/>
                  <a:gd name="connsiteY2" fmla="*/ 747310 h 1494666"/>
                  <a:gd name="connsiteX3" fmla="*/ 747311 w 1494666"/>
                  <a:gd name="connsiteY3" fmla="*/ -23 h 1494666"/>
                  <a:gd name="connsiteX4" fmla="*/ 1494644 w 1494666"/>
                  <a:gd name="connsiteY4" fmla="*/ 747310 h 14946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4666" h="1494666">
                    <a:moveTo>
                      <a:pt x="1494644" y="747310"/>
                    </a:moveTo>
                    <a:cubicBezTo>
                      <a:pt x="1494644" y="1160051"/>
                      <a:pt x="1160052" y="1494643"/>
                      <a:pt x="747311" y="1494643"/>
                    </a:cubicBezTo>
                    <a:cubicBezTo>
                      <a:pt x="334570" y="1494643"/>
                      <a:pt x="-22" y="1160051"/>
                      <a:pt x="-22" y="747310"/>
                    </a:cubicBezTo>
                    <a:cubicBezTo>
                      <a:pt x="-22" y="334569"/>
                      <a:pt x="334570" y="-23"/>
                      <a:pt x="747311" y="-23"/>
                    </a:cubicBezTo>
                    <a:cubicBezTo>
                      <a:pt x="1160052" y="-23"/>
                      <a:pt x="1494644" y="334569"/>
                      <a:pt x="1494644" y="747310"/>
                    </a:cubicBezTo>
                    <a:close/>
                  </a:path>
                </a:pathLst>
              </a:custGeom>
              <a:solidFill>
                <a:srgbClr val="FFFFFF"/>
              </a:solidFill>
              <a:ln w="12972" cap="flat">
                <a:noFill/>
                <a:prstDash val="solid"/>
                <a:miter/>
              </a:ln>
            </p:spPr>
            <p:txBody>
              <a:bodyPr rtlCol="0" anchor="ctr"/>
              <a:lstStyle/>
              <a:p>
                <a:endParaRPr lang="en-IN"/>
              </a:p>
            </p:txBody>
          </p:sp>
          <p:sp>
            <p:nvSpPr>
              <p:cNvPr id="62" name="Freeform: Shape 61">
                <a:extLst>
                  <a:ext uri="{FF2B5EF4-FFF2-40B4-BE49-F238E27FC236}">
                    <a16:creationId xmlns:a16="http://schemas.microsoft.com/office/drawing/2014/main" id="{B6485501-CCED-CADF-7AE2-38B4CD6FC519}"/>
                  </a:ext>
                </a:extLst>
              </p:cNvPr>
              <p:cNvSpPr/>
              <p:nvPr/>
            </p:nvSpPr>
            <p:spPr>
              <a:xfrm>
                <a:off x="3684878" y="2538947"/>
                <a:ext cx="341230" cy="341230"/>
              </a:xfrm>
              <a:custGeom>
                <a:avLst/>
                <a:gdLst>
                  <a:gd name="connsiteX0" fmla="*/ 170463 w 341230"/>
                  <a:gd name="connsiteY0" fmla="*/ 341207 h 341230"/>
                  <a:gd name="connsiteX1" fmla="*/ -22 w 341230"/>
                  <a:gd name="connsiteY1" fmla="*/ 170462 h 341230"/>
                  <a:gd name="connsiteX2" fmla="*/ 170723 w 341230"/>
                  <a:gd name="connsiteY2" fmla="*/ -23 h 341230"/>
                  <a:gd name="connsiteX3" fmla="*/ 341208 w 341230"/>
                  <a:gd name="connsiteY3" fmla="*/ 170592 h 341230"/>
                  <a:gd name="connsiteX4" fmla="*/ 170463 w 341230"/>
                  <a:gd name="connsiteY4" fmla="*/ 341207 h 3412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230" h="341230">
                    <a:moveTo>
                      <a:pt x="170463" y="341207"/>
                    </a:moveTo>
                    <a:cubicBezTo>
                      <a:pt x="76229" y="341129"/>
                      <a:pt x="-100" y="264696"/>
                      <a:pt x="-22" y="170462"/>
                    </a:cubicBezTo>
                    <a:cubicBezTo>
                      <a:pt x="56" y="76228"/>
                      <a:pt x="76489" y="-101"/>
                      <a:pt x="170723" y="-23"/>
                    </a:cubicBezTo>
                    <a:cubicBezTo>
                      <a:pt x="264905" y="55"/>
                      <a:pt x="341208" y="76410"/>
                      <a:pt x="341208" y="170592"/>
                    </a:cubicBezTo>
                    <a:cubicBezTo>
                      <a:pt x="341065" y="264813"/>
                      <a:pt x="264684" y="341129"/>
                      <a:pt x="170463" y="341207"/>
                    </a:cubicBezTo>
                    <a:close/>
                  </a:path>
                </a:pathLst>
              </a:custGeom>
              <a:solidFill>
                <a:schemeClr val="tx2"/>
              </a:solidFill>
              <a:ln w="12972" cap="flat">
                <a:noFill/>
                <a:prstDash val="solid"/>
                <a:miter/>
              </a:ln>
            </p:spPr>
            <p:txBody>
              <a:bodyPr rtlCol="0" anchor="ctr"/>
              <a:lstStyle/>
              <a:p>
                <a:endParaRPr lang="en-IN"/>
              </a:p>
            </p:txBody>
          </p:sp>
          <p:sp>
            <p:nvSpPr>
              <p:cNvPr id="63" name="TextBox 62">
                <a:extLst>
                  <a:ext uri="{FF2B5EF4-FFF2-40B4-BE49-F238E27FC236}">
                    <a16:creationId xmlns:a16="http://schemas.microsoft.com/office/drawing/2014/main" id="{732FC963-A18C-21C1-1E40-02F36F20F135}"/>
                  </a:ext>
                </a:extLst>
              </p:cNvPr>
              <p:cNvSpPr txBox="1"/>
              <p:nvPr/>
            </p:nvSpPr>
            <p:spPr>
              <a:xfrm>
                <a:off x="3685421" y="2582431"/>
                <a:ext cx="319318" cy="238848"/>
              </a:xfrm>
              <a:prstGeom prst="rect">
                <a:avLst/>
              </a:prstGeom>
              <a:noFill/>
            </p:spPr>
            <p:txBody>
              <a:bodyPr wrap="none" rtlCol="0">
                <a:spAutoFit/>
              </a:bodyPr>
              <a:lstStyle/>
              <a:p>
                <a:pPr algn="ctr"/>
                <a:r>
                  <a:rPr lang="en-IN" sz="952" b="1" spc="0" baseline="0" dirty="0">
                    <a:ln/>
                    <a:solidFill>
                      <a:srgbClr val="FFFFFF"/>
                    </a:solidFill>
                    <a:latin typeface="Montserrat" panose="00000500000000000000" pitchFamily="2" charset="0"/>
                    <a:cs typeface="Arial"/>
                    <a:sym typeface="Arial"/>
                    <a:rtl val="0"/>
                  </a:rPr>
                  <a:t>01</a:t>
                </a:r>
              </a:p>
            </p:txBody>
          </p:sp>
          <p:sp>
            <p:nvSpPr>
              <p:cNvPr id="320" name="Freeform: Shape 319">
                <a:extLst>
                  <a:ext uri="{FF2B5EF4-FFF2-40B4-BE49-F238E27FC236}">
                    <a16:creationId xmlns:a16="http://schemas.microsoft.com/office/drawing/2014/main" id="{BC2C8925-F494-7BB5-3782-B56308564884}"/>
                  </a:ext>
                </a:extLst>
              </p:cNvPr>
              <p:cNvSpPr/>
              <p:nvPr/>
            </p:nvSpPr>
            <p:spPr>
              <a:xfrm>
                <a:off x="3007391" y="483782"/>
                <a:ext cx="1678991" cy="1956691"/>
              </a:xfrm>
              <a:custGeom>
                <a:avLst/>
                <a:gdLst>
                  <a:gd name="connsiteX0" fmla="*/ 1255351 w 1678991"/>
                  <a:gd name="connsiteY0" fmla="*/ 1562889 h 1956691"/>
                  <a:gd name="connsiteX1" fmla="*/ 1258854 w 1678991"/>
                  <a:gd name="connsiteY1" fmla="*/ 1560813 h 1956691"/>
                  <a:gd name="connsiteX2" fmla="*/ 1678969 w 1678991"/>
                  <a:gd name="connsiteY2" fmla="*/ 835666 h 1956691"/>
                  <a:gd name="connsiteX3" fmla="*/ 1676504 w 1678991"/>
                  <a:gd name="connsiteY3" fmla="*/ 833331 h 1956691"/>
                  <a:gd name="connsiteX4" fmla="*/ 840036 w 1678991"/>
                  <a:gd name="connsiteY4" fmla="*/ -23 h 1956691"/>
                  <a:gd name="connsiteX5" fmla="*/ 826283 w 1678991"/>
                  <a:gd name="connsiteY5" fmla="*/ -23 h 1956691"/>
                  <a:gd name="connsiteX6" fmla="*/ 820964 w 1678991"/>
                  <a:gd name="connsiteY6" fmla="*/ -23 h 1956691"/>
                  <a:gd name="connsiteX7" fmla="*/ 809157 w 1678991"/>
                  <a:gd name="connsiteY7" fmla="*/ -23 h 1956691"/>
                  <a:gd name="connsiteX8" fmla="*/ 803708 w 1678991"/>
                  <a:gd name="connsiteY8" fmla="*/ -23 h 1956691"/>
                  <a:gd name="connsiteX9" fmla="*/ 636 w 1678991"/>
                  <a:gd name="connsiteY9" fmla="*/ 868810 h 1956691"/>
                  <a:gd name="connsiteX10" fmla="*/ 663193 w 1678991"/>
                  <a:gd name="connsiteY10" fmla="*/ 1654359 h 1956691"/>
                  <a:gd name="connsiteX11" fmla="*/ 834976 w 1678991"/>
                  <a:gd name="connsiteY11" fmla="*/ 1951865 h 1956691"/>
                  <a:gd name="connsiteX12" fmla="*/ 847886 w 1678991"/>
                  <a:gd name="connsiteY12" fmla="*/ 1955433 h 1956691"/>
                  <a:gd name="connsiteX13" fmla="*/ 851454 w 1678991"/>
                  <a:gd name="connsiteY13" fmla="*/ 1951865 h 1956691"/>
                  <a:gd name="connsiteX14" fmla="*/ 1024015 w 1678991"/>
                  <a:gd name="connsiteY14" fmla="*/ 1652802 h 1956691"/>
                  <a:gd name="connsiteX15" fmla="*/ 1253016 w 1678991"/>
                  <a:gd name="connsiteY15" fmla="*/ 1564186 h 1956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678991" h="1956691">
                    <a:moveTo>
                      <a:pt x="1255351" y="1562889"/>
                    </a:moveTo>
                    <a:lnTo>
                      <a:pt x="1258854" y="1560813"/>
                    </a:lnTo>
                    <a:cubicBezTo>
                      <a:pt x="1518786" y="1411917"/>
                      <a:pt x="1679086" y="1135222"/>
                      <a:pt x="1678969" y="835666"/>
                    </a:cubicBezTo>
                    <a:lnTo>
                      <a:pt x="1676504" y="833331"/>
                    </a:lnTo>
                    <a:cubicBezTo>
                      <a:pt x="1674792" y="372579"/>
                      <a:pt x="1300788" y="-26"/>
                      <a:pt x="840036" y="-23"/>
                    </a:cubicBezTo>
                    <a:lnTo>
                      <a:pt x="826283" y="-23"/>
                    </a:lnTo>
                    <a:lnTo>
                      <a:pt x="820964" y="-23"/>
                    </a:lnTo>
                    <a:lnTo>
                      <a:pt x="809157" y="-23"/>
                    </a:lnTo>
                    <a:lnTo>
                      <a:pt x="803708" y="-23"/>
                    </a:lnTo>
                    <a:cubicBezTo>
                      <a:pt x="342022" y="18137"/>
                      <a:pt x="-17515" y="407127"/>
                      <a:pt x="636" y="868810"/>
                    </a:cubicBezTo>
                    <a:cubicBezTo>
                      <a:pt x="15687" y="1251435"/>
                      <a:pt x="288593" y="1574994"/>
                      <a:pt x="663193" y="1654359"/>
                    </a:cubicBezTo>
                    <a:lnTo>
                      <a:pt x="834976" y="1951865"/>
                    </a:lnTo>
                    <a:cubicBezTo>
                      <a:pt x="837558" y="1956419"/>
                      <a:pt x="843332" y="1958015"/>
                      <a:pt x="847886" y="1955433"/>
                    </a:cubicBezTo>
                    <a:cubicBezTo>
                      <a:pt x="849378" y="1954590"/>
                      <a:pt x="850610" y="1953357"/>
                      <a:pt x="851454" y="1951865"/>
                    </a:cubicBezTo>
                    <a:lnTo>
                      <a:pt x="1024015" y="1652802"/>
                    </a:lnTo>
                    <a:cubicBezTo>
                      <a:pt x="1104302" y="1634741"/>
                      <a:pt x="1181474" y="1604874"/>
                      <a:pt x="1253016" y="1564186"/>
                    </a:cubicBezTo>
                    <a:close/>
                  </a:path>
                </a:pathLst>
              </a:custGeom>
              <a:solidFill>
                <a:srgbClr val="FFFFFF"/>
              </a:solidFill>
              <a:ln w="12972" cap="flat">
                <a:noFill/>
                <a:prstDash val="solid"/>
                <a:miter/>
              </a:ln>
            </p:spPr>
            <p:txBody>
              <a:bodyPr rtlCol="0" anchor="ctr"/>
              <a:lstStyle/>
              <a:p>
                <a:endParaRPr lang="en-IN"/>
              </a:p>
            </p:txBody>
          </p:sp>
          <p:sp>
            <p:nvSpPr>
              <p:cNvPr id="321" name="Freeform: Shape 320">
                <a:extLst>
                  <a:ext uri="{FF2B5EF4-FFF2-40B4-BE49-F238E27FC236}">
                    <a16:creationId xmlns:a16="http://schemas.microsoft.com/office/drawing/2014/main" id="{1F735B0A-4DDE-05D4-88E8-EFFBA18EB500}"/>
                  </a:ext>
                </a:extLst>
              </p:cNvPr>
              <p:cNvSpPr/>
              <p:nvPr/>
            </p:nvSpPr>
            <p:spPr>
              <a:xfrm>
                <a:off x="3007902" y="518423"/>
                <a:ext cx="1678480" cy="1956691"/>
              </a:xfrm>
              <a:custGeom>
                <a:avLst/>
                <a:gdLst>
                  <a:gd name="connsiteX0" fmla="*/ 1254840 w 1678480"/>
                  <a:gd name="connsiteY0" fmla="*/ 1562889 h 1956691"/>
                  <a:gd name="connsiteX1" fmla="*/ 1258343 w 1678480"/>
                  <a:gd name="connsiteY1" fmla="*/ 1560813 h 1956691"/>
                  <a:gd name="connsiteX2" fmla="*/ 1678458 w 1678480"/>
                  <a:gd name="connsiteY2" fmla="*/ 835666 h 1956691"/>
                  <a:gd name="connsiteX3" fmla="*/ 1675993 w 1678480"/>
                  <a:gd name="connsiteY3" fmla="*/ 833331 h 1956691"/>
                  <a:gd name="connsiteX4" fmla="*/ 839525 w 1678480"/>
                  <a:gd name="connsiteY4" fmla="*/ -23 h 1956691"/>
                  <a:gd name="connsiteX5" fmla="*/ 820453 w 1678480"/>
                  <a:gd name="connsiteY5" fmla="*/ -23 h 1956691"/>
                  <a:gd name="connsiteX6" fmla="*/ 808646 w 1678480"/>
                  <a:gd name="connsiteY6" fmla="*/ -23 h 1956691"/>
                  <a:gd name="connsiteX7" fmla="*/ 803197 w 1678480"/>
                  <a:gd name="connsiteY7" fmla="*/ -23 h 1956691"/>
                  <a:gd name="connsiteX8" fmla="*/ 657 w 1678480"/>
                  <a:gd name="connsiteY8" fmla="*/ 869305 h 1956691"/>
                  <a:gd name="connsiteX9" fmla="*/ 662682 w 1678480"/>
                  <a:gd name="connsiteY9" fmla="*/ 1654229 h 1956691"/>
                  <a:gd name="connsiteX10" fmla="*/ 834465 w 1678480"/>
                  <a:gd name="connsiteY10" fmla="*/ 1951865 h 1956691"/>
                  <a:gd name="connsiteX11" fmla="*/ 847375 w 1678480"/>
                  <a:gd name="connsiteY11" fmla="*/ 1955433 h 1956691"/>
                  <a:gd name="connsiteX12" fmla="*/ 850943 w 1678480"/>
                  <a:gd name="connsiteY12" fmla="*/ 1951865 h 1956691"/>
                  <a:gd name="connsiteX13" fmla="*/ 1023504 w 1678480"/>
                  <a:gd name="connsiteY13" fmla="*/ 1652672 h 1956691"/>
                  <a:gd name="connsiteX14" fmla="*/ 1252505 w 1678480"/>
                  <a:gd name="connsiteY14" fmla="*/ 1564056 h 1956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78480" h="1956691">
                    <a:moveTo>
                      <a:pt x="1254840" y="1562889"/>
                    </a:moveTo>
                    <a:lnTo>
                      <a:pt x="1258343" y="1560813"/>
                    </a:lnTo>
                    <a:cubicBezTo>
                      <a:pt x="1518275" y="1411917"/>
                      <a:pt x="1678575" y="1135222"/>
                      <a:pt x="1678458" y="835666"/>
                    </a:cubicBezTo>
                    <a:lnTo>
                      <a:pt x="1675993" y="833331"/>
                    </a:lnTo>
                    <a:cubicBezTo>
                      <a:pt x="1674280" y="372579"/>
                      <a:pt x="1300276" y="-26"/>
                      <a:pt x="839525" y="-23"/>
                    </a:cubicBezTo>
                    <a:lnTo>
                      <a:pt x="820453" y="-23"/>
                    </a:lnTo>
                    <a:lnTo>
                      <a:pt x="808646" y="-23"/>
                    </a:lnTo>
                    <a:lnTo>
                      <a:pt x="803197" y="-23"/>
                    </a:lnTo>
                    <a:cubicBezTo>
                      <a:pt x="341524" y="18421"/>
                      <a:pt x="-17780" y="407633"/>
                      <a:pt x="657" y="869305"/>
                    </a:cubicBezTo>
                    <a:cubicBezTo>
                      <a:pt x="15928" y="1251526"/>
                      <a:pt x="288510" y="1574708"/>
                      <a:pt x="662682" y="1654229"/>
                    </a:cubicBezTo>
                    <a:lnTo>
                      <a:pt x="834465" y="1951865"/>
                    </a:lnTo>
                    <a:cubicBezTo>
                      <a:pt x="837047" y="1956419"/>
                      <a:pt x="842821" y="1958015"/>
                      <a:pt x="847375" y="1955433"/>
                    </a:cubicBezTo>
                    <a:cubicBezTo>
                      <a:pt x="848867" y="1954590"/>
                      <a:pt x="850099" y="1953357"/>
                      <a:pt x="850943" y="1951865"/>
                    </a:cubicBezTo>
                    <a:lnTo>
                      <a:pt x="1023504" y="1652672"/>
                    </a:lnTo>
                    <a:cubicBezTo>
                      <a:pt x="1103816" y="1634664"/>
                      <a:pt x="1180989" y="1604796"/>
                      <a:pt x="1252505" y="1564056"/>
                    </a:cubicBezTo>
                    <a:close/>
                  </a:path>
                </a:pathLst>
              </a:custGeom>
              <a:solidFill>
                <a:schemeClr val="bg1"/>
              </a:solidFill>
              <a:ln w="12972" cap="flat">
                <a:noFill/>
                <a:prstDash val="solid"/>
                <a:miter/>
              </a:ln>
              <a:effectLst>
                <a:outerShdw blurRad="63500" sx="102000" sy="102000" algn="ctr" rotWithShape="0">
                  <a:prstClr val="black">
                    <a:alpha val="10000"/>
                  </a:prstClr>
                </a:outerShdw>
              </a:effectLst>
            </p:spPr>
            <p:txBody>
              <a:bodyPr rtlCol="0" anchor="ctr"/>
              <a:lstStyle/>
              <a:p>
                <a:endParaRPr lang="en-IN"/>
              </a:p>
            </p:txBody>
          </p:sp>
          <p:sp>
            <p:nvSpPr>
              <p:cNvPr id="322" name="Freeform: Shape 321">
                <a:extLst>
                  <a:ext uri="{FF2B5EF4-FFF2-40B4-BE49-F238E27FC236}">
                    <a16:creationId xmlns:a16="http://schemas.microsoft.com/office/drawing/2014/main" id="{BB81D663-1F9E-0CF0-6FE1-DECCCE5B5D2A}"/>
                  </a:ext>
                </a:extLst>
              </p:cNvPr>
              <p:cNvSpPr/>
              <p:nvPr/>
            </p:nvSpPr>
            <p:spPr>
              <a:xfrm>
                <a:off x="3167978" y="676064"/>
                <a:ext cx="1358817" cy="1493887"/>
              </a:xfrm>
              <a:custGeom>
                <a:avLst/>
                <a:gdLst>
                  <a:gd name="connsiteX0" fmla="*/ 604067 w 1358817"/>
                  <a:gd name="connsiteY0" fmla="*/ 1357502 h 1493887"/>
                  <a:gd name="connsiteX1" fmla="*/ 535821 w 1358817"/>
                  <a:gd name="connsiteY1" fmla="*/ 1342841 h 1493887"/>
                  <a:gd name="connsiteX2" fmla="*/ 153202 w 1358817"/>
                  <a:gd name="connsiteY2" fmla="*/ 1108261 h 1493887"/>
                  <a:gd name="connsiteX3" fmla="*/ 249512 w 1358817"/>
                  <a:gd name="connsiteY3" fmla="*/ 152544 h 1493887"/>
                  <a:gd name="connsiteX4" fmla="*/ 649867 w 1358817"/>
                  <a:gd name="connsiteY4" fmla="*/ -23 h 1493887"/>
                  <a:gd name="connsiteX5" fmla="*/ 654408 w 1358817"/>
                  <a:gd name="connsiteY5" fmla="*/ -23 h 1493887"/>
                  <a:gd name="connsiteX6" fmla="*/ 662842 w 1358817"/>
                  <a:gd name="connsiteY6" fmla="*/ -23 h 1493887"/>
                  <a:gd name="connsiteX7" fmla="*/ 679579 w 1358817"/>
                  <a:gd name="connsiteY7" fmla="*/ -23 h 1493887"/>
                  <a:gd name="connsiteX8" fmla="*/ 1358796 w 1358817"/>
                  <a:gd name="connsiteY8" fmla="*/ 676469 h 1493887"/>
                  <a:gd name="connsiteX9" fmla="*/ 1358796 w 1358817"/>
                  <a:gd name="connsiteY9" fmla="*/ 732649 h 1493887"/>
                  <a:gd name="connsiteX10" fmla="*/ 1019901 w 1358817"/>
                  <a:gd name="connsiteY10" fmla="*/ 1266940 h 1493887"/>
                  <a:gd name="connsiteX11" fmla="*/ 1016787 w 1358817"/>
                  <a:gd name="connsiteY11" fmla="*/ 1268756 h 1493887"/>
                  <a:gd name="connsiteX12" fmla="*/ 1014711 w 1358817"/>
                  <a:gd name="connsiteY12" fmla="*/ 1269924 h 1493887"/>
                  <a:gd name="connsiteX13" fmla="*/ 829046 w 1358817"/>
                  <a:gd name="connsiteY13" fmla="*/ 1341803 h 1493887"/>
                  <a:gd name="connsiteX14" fmla="*/ 761708 w 1358817"/>
                  <a:gd name="connsiteY14" fmla="*/ 1356853 h 1493887"/>
                  <a:gd name="connsiteX15" fmla="*/ 682563 w 1358817"/>
                  <a:gd name="connsiteY15" fmla="*/ 1493864 h 1493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58817" h="1493887">
                    <a:moveTo>
                      <a:pt x="604067" y="1357502"/>
                    </a:moveTo>
                    <a:lnTo>
                      <a:pt x="535821" y="1342841"/>
                    </a:lnTo>
                    <a:cubicBezTo>
                      <a:pt x="385472" y="1310041"/>
                      <a:pt x="250641" y="1227367"/>
                      <a:pt x="153202" y="1108261"/>
                    </a:cubicBezTo>
                    <a:cubicBezTo>
                      <a:pt x="-84115" y="817748"/>
                      <a:pt x="-41000" y="389863"/>
                      <a:pt x="249512" y="152544"/>
                    </a:cubicBezTo>
                    <a:cubicBezTo>
                      <a:pt x="363014" y="59828"/>
                      <a:pt x="503450" y="6310"/>
                      <a:pt x="649867" y="-23"/>
                    </a:cubicBezTo>
                    <a:lnTo>
                      <a:pt x="654408" y="-23"/>
                    </a:lnTo>
                    <a:lnTo>
                      <a:pt x="662842" y="-23"/>
                    </a:lnTo>
                    <a:lnTo>
                      <a:pt x="679579" y="-23"/>
                    </a:lnTo>
                    <a:cubicBezTo>
                      <a:pt x="1053674" y="-97"/>
                      <a:pt x="1357368" y="302382"/>
                      <a:pt x="1358796" y="676469"/>
                    </a:cubicBezTo>
                    <a:lnTo>
                      <a:pt x="1358796" y="732649"/>
                    </a:lnTo>
                    <a:cubicBezTo>
                      <a:pt x="1340463" y="955603"/>
                      <a:pt x="1213779" y="1155333"/>
                      <a:pt x="1019901" y="1266940"/>
                    </a:cubicBezTo>
                    <a:lnTo>
                      <a:pt x="1016787" y="1268756"/>
                    </a:lnTo>
                    <a:lnTo>
                      <a:pt x="1014711" y="1269924"/>
                    </a:lnTo>
                    <a:cubicBezTo>
                      <a:pt x="956715" y="1302931"/>
                      <a:pt x="894152" y="1327154"/>
                      <a:pt x="829046" y="1341803"/>
                    </a:cubicBezTo>
                    <a:lnTo>
                      <a:pt x="761708" y="1356853"/>
                    </a:lnTo>
                    <a:lnTo>
                      <a:pt x="682563" y="1493864"/>
                    </a:lnTo>
                    <a:close/>
                  </a:path>
                </a:pathLst>
              </a:custGeom>
              <a:solidFill>
                <a:srgbClr val="002060"/>
              </a:solidFill>
              <a:ln w="12972" cap="flat">
                <a:noFill/>
                <a:prstDash val="solid"/>
                <a:miter/>
              </a:ln>
            </p:spPr>
            <p:txBody>
              <a:bodyPr rtlCol="0" anchor="ctr"/>
              <a:lstStyle/>
              <a:p>
                <a:pPr algn="ctr"/>
                <a:r>
                  <a:rPr lang="en-IN" sz="2000" b="1" dirty="0">
                    <a:solidFill>
                      <a:schemeClr val="bg1"/>
                    </a:solidFill>
                  </a:rPr>
                  <a:t>Strategy</a:t>
                </a:r>
                <a:endParaRPr lang="en-IN" sz="2000" b="1" dirty="0">
                  <a:solidFill>
                    <a:schemeClr val="bg1"/>
                  </a:solidFill>
                  <a:latin typeface="Montserrat" panose="00000500000000000000" pitchFamily="2" charset="0"/>
                </a:endParaRPr>
              </a:p>
            </p:txBody>
          </p:sp>
          <p:sp>
            <p:nvSpPr>
              <p:cNvPr id="323" name="Freeform: Shape 322">
                <a:extLst>
                  <a:ext uri="{FF2B5EF4-FFF2-40B4-BE49-F238E27FC236}">
                    <a16:creationId xmlns:a16="http://schemas.microsoft.com/office/drawing/2014/main" id="{84692692-8AEE-926B-D4A4-417AAB0F6FA8}"/>
                  </a:ext>
                </a:extLst>
              </p:cNvPr>
              <p:cNvSpPr/>
              <p:nvPr/>
            </p:nvSpPr>
            <p:spPr>
              <a:xfrm rot="16750801">
                <a:off x="4447721" y="3646412"/>
                <a:ext cx="341230" cy="341230"/>
              </a:xfrm>
              <a:custGeom>
                <a:avLst/>
                <a:gdLst>
                  <a:gd name="connsiteX0" fmla="*/ 341208 w 341230"/>
                  <a:gd name="connsiteY0" fmla="*/ 170592 h 341230"/>
                  <a:gd name="connsiteX1" fmla="*/ 170593 w 341230"/>
                  <a:gd name="connsiteY1" fmla="*/ 341207 h 341230"/>
                  <a:gd name="connsiteX2" fmla="*/ -22 w 341230"/>
                  <a:gd name="connsiteY2" fmla="*/ 170592 h 341230"/>
                  <a:gd name="connsiteX3" fmla="*/ 170593 w 341230"/>
                  <a:gd name="connsiteY3" fmla="*/ -23 h 341230"/>
                  <a:gd name="connsiteX4" fmla="*/ 341208 w 341230"/>
                  <a:gd name="connsiteY4" fmla="*/ 170592 h 3412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230" h="341230">
                    <a:moveTo>
                      <a:pt x="341208" y="170592"/>
                    </a:moveTo>
                    <a:cubicBezTo>
                      <a:pt x="341208" y="264820"/>
                      <a:pt x="264821" y="341207"/>
                      <a:pt x="170593" y="341207"/>
                    </a:cubicBezTo>
                    <a:cubicBezTo>
                      <a:pt x="76365" y="341207"/>
                      <a:pt x="-22" y="264820"/>
                      <a:pt x="-22" y="170592"/>
                    </a:cubicBezTo>
                    <a:cubicBezTo>
                      <a:pt x="-22" y="76364"/>
                      <a:pt x="76365" y="-23"/>
                      <a:pt x="170593" y="-23"/>
                    </a:cubicBezTo>
                    <a:cubicBezTo>
                      <a:pt x="264821" y="-23"/>
                      <a:pt x="341208" y="76364"/>
                      <a:pt x="341208" y="170592"/>
                    </a:cubicBezTo>
                    <a:close/>
                  </a:path>
                </a:pathLst>
              </a:custGeom>
              <a:solidFill>
                <a:schemeClr val="accent2"/>
              </a:solidFill>
              <a:ln w="12972" cap="flat">
                <a:noFill/>
                <a:prstDash val="solid"/>
                <a:miter/>
              </a:ln>
            </p:spPr>
            <p:txBody>
              <a:bodyPr rtlCol="0" anchor="ctr"/>
              <a:lstStyle/>
              <a:p>
                <a:endParaRPr lang="en-IN"/>
              </a:p>
            </p:txBody>
          </p:sp>
          <p:sp>
            <p:nvSpPr>
              <p:cNvPr id="324" name="TextBox 323">
                <a:extLst>
                  <a:ext uri="{FF2B5EF4-FFF2-40B4-BE49-F238E27FC236}">
                    <a16:creationId xmlns:a16="http://schemas.microsoft.com/office/drawing/2014/main" id="{614BB349-6D00-7234-9559-5DCACCCBB45A}"/>
                  </a:ext>
                </a:extLst>
              </p:cNvPr>
              <p:cNvSpPr txBox="1"/>
              <p:nvPr/>
            </p:nvSpPr>
            <p:spPr>
              <a:xfrm>
                <a:off x="4450229" y="3694997"/>
                <a:ext cx="340158" cy="238848"/>
              </a:xfrm>
              <a:prstGeom prst="rect">
                <a:avLst/>
              </a:prstGeom>
              <a:noFill/>
            </p:spPr>
            <p:txBody>
              <a:bodyPr wrap="none" rtlCol="0">
                <a:spAutoFit/>
              </a:bodyPr>
              <a:lstStyle/>
              <a:p>
                <a:pPr algn="ctr"/>
                <a:r>
                  <a:rPr lang="en-IN" sz="952" b="1" spc="0" baseline="0">
                    <a:ln/>
                    <a:solidFill>
                      <a:srgbClr val="FFFFFF"/>
                    </a:solidFill>
                    <a:latin typeface="Montserrat" panose="00000500000000000000" pitchFamily="2" charset="0"/>
                    <a:cs typeface="Arial"/>
                    <a:sym typeface="Arial"/>
                    <a:rtl val="0"/>
                  </a:rPr>
                  <a:t>03</a:t>
                </a:r>
              </a:p>
            </p:txBody>
          </p:sp>
          <p:sp>
            <p:nvSpPr>
              <p:cNvPr id="325" name="Freeform: Shape 324">
                <a:extLst>
                  <a:ext uri="{FF2B5EF4-FFF2-40B4-BE49-F238E27FC236}">
                    <a16:creationId xmlns:a16="http://schemas.microsoft.com/office/drawing/2014/main" id="{D0006AE6-18D3-4E17-A385-FF407E808954}"/>
                  </a:ext>
                </a:extLst>
              </p:cNvPr>
              <p:cNvSpPr/>
              <p:nvPr/>
            </p:nvSpPr>
            <p:spPr>
              <a:xfrm>
                <a:off x="4863230" y="3211079"/>
                <a:ext cx="1942361" cy="1671562"/>
              </a:xfrm>
              <a:custGeom>
                <a:avLst/>
                <a:gdLst>
                  <a:gd name="connsiteX0" fmla="*/ 972933 w 1942361"/>
                  <a:gd name="connsiteY0" fmla="*/ 1660665 h 1671562"/>
                  <a:gd name="connsiteX1" fmla="*/ 1931466 w 1942361"/>
                  <a:gd name="connsiteY1" fmla="*/ 969318 h 1671562"/>
                  <a:gd name="connsiteX2" fmla="*/ 1240118 w 1942361"/>
                  <a:gd name="connsiteY2" fmla="*/ 10785 h 1671562"/>
                  <a:gd name="connsiteX3" fmla="*/ 330435 w 1942361"/>
                  <a:gd name="connsiteY3" fmla="*/ 525783 h 1671562"/>
                  <a:gd name="connsiteX4" fmla="*/ 6071 w 1942361"/>
                  <a:gd name="connsiteY4" fmla="*/ 648652 h 1671562"/>
                  <a:gd name="connsiteX5" fmla="*/ 648 w 1942361"/>
                  <a:gd name="connsiteY5" fmla="*/ 661095 h 1671562"/>
                  <a:gd name="connsiteX6" fmla="*/ 3476 w 1942361"/>
                  <a:gd name="connsiteY6" fmla="*/ 665000 h 1671562"/>
                  <a:gd name="connsiteX7" fmla="*/ 272049 w 1942361"/>
                  <a:gd name="connsiteY7" fmla="*/ 884140 h 1671562"/>
                  <a:gd name="connsiteX8" fmla="*/ 972933 w 1942361"/>
                  <a:gd name="connsiteY8" fmla="*/ 1660665 h 1671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2361" h="1671562">
                    <a:moveTo>
                      <a:pt x="972933" y="1660665"/>
                    </a:moveTo>
                    <a:cubicBezTo>
                      <a:pt x="1428534" y="1734451"/>
                      <a:pt x="1857692" y="1424918"/>
                      <a:pt x="1931466" y="969318"/>
                    </a:cubicBezTo>
                    <a:cubicBezTo>
                      <a:pt x="2005252" y="513704"/>
                      <a:pt x="1695718" y="84559"/>
                      <a:pt x="1240118" y="10785"/>
                    </a:cubicBezTo>
                    <a:cubicBezTo>
                      <a:pt x="853697" y="-51791"/>
                      <a:pt x="475620" y="162250"/>
                      <a:pt x="330435" y="525783"/>
                    </a:cubicBezTo>
                    <a:lnTo>
                      <a:pt x="6071" y="648652"/>
                    </a:lnTo>
                    <a:cubicBezTo>
                      <a:pt x="1141" y="650585"/>
                      <a:pt x="-1298" y="656165"/>
                      <a:pt x="648" y="661095"/>
                    </a:cubicBezTo>
                    <a:cubicBezTo>
                      <a:pt x="1245" y="662613"/>
                      <a:pt x="2218" y="663962"/>
                      <a:pt x="3476" y="665000"/>
                    </a:cubicBezTo>
                    <a:lnTo>
                      <a:pt x="272049" y="884140"/>
                    </a:lnTo>
                    <a:cubicBezTo>
                      <a:pt x="294910" y="1275218"/>
                      <a:pt x="586240" y="1597986"/>
                      <a:pt x="972933" y="1660665"/>
                    </a:cubicBezTo>
                    <a:close/>
                  </a:path>
                </a:pathLst>
              </a:custGeom>
              <a:solidFill>
                <a:srgbClr val="FFFFFF"/>
              </a:solidFill>
              <a:ln w="12972" cap="flat">
                <a:noFill/>
                <a:prstDash val="solid"/>
                <a:miter/>
              </a:ln>
            </p:spPr>
            <p:txBody>
              <a:bodyPr rtlCol="0" anchor="ctr"/>
              <a:lstStyle/>
              <a:p>
                <a:endParaRPr lang="en-IN"/>
              </a:p>
            </p:txBody>
          </p:sp>
          <p:sp>
            <p:nvSpPr>
              <p:cNvPr id="326" name="Freeform: Shape 325">
                <a:extLst>
                  <a:ext uri="{FF2B5EF4-FFF2-40B4-BE49-F238E27FC236}">
                    <a16:creationId xmlns:a16="http://schemas.microsoft.com/office/drawing/2014/main" id="{F4F722D8-453D-9CD6-AA29-4D6EF44F4F0D}"/>
                  </a:ext>
                </a:extLst>
              </p:cNvPr>
              <p:cNvSpPr/>
              <p:nvPr/>
            </p:nvSpPr>
            <p:spPr>
              <a:xfrm>
                <a:off x="4862947" y="3245486"/>
                <a:ext cx="1942954" cy="1671822"/>
              </a:xfrm>
              <a:custGeom>
                <a:avLst/>
                <a:gdLst>
                  <a:gd name="connsiteX0" fmla="*/ 973215 w 1942954"/>
                  <a:gd name="connsiteY0" fmla="*/ 1660900 h 1671822"/>
                  <a:gd name="connsiteX1" fmla="*/ 1932033 w 1942954"/>
                  <a:gd name="connsiteY1" fmla="*/ 969630 h 1671822"/>
                  <a:gd name="connsiteX2" fmla="*/ 1240763 w 1942954"/>
                  <a:gd name="connsiteY2" fmla="*/ 10813 h 1671822"/>
                  <a:gd name="connsiteX3" fmla="*/ 330717 w 1942954"/>
                  <a:gd name="connsiteY3" fmla="*/ 526018 h 1671822"/>
                  <a:gd name="connsiteX4" fmla="*/ 5316 w 1942954"/>
                  <a:gd name="connsiteY4" fmla="*/ 621122 h 1671822"/>
                  <a:gd name="connsiteX5" fmla="*/ 4018 w 1942954"/>
                  <a:gd name="connsiteY5" fmla="*/ 665105 h 1671822"/>
                  <a:gd name="connsiteX6" fmla="*/ 272591 w 1942954"/>
                  <a:gd name="connsiteY6" fmla="*/ 884245 h 1671822"/>
                  <a:gd name="connsiteX7" fmla="*/ 973215 w 1942954"/>
                  <a:gd name="connsiteY7" fmla="*/ 1660900 h 1671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42954" h="1671822">
                    <a:moveTo>
                      <a:pt x="973215" y="1660900"/>
                    </a:moveTo>
                    <a:cubicBezTo>
                      <a:pt x="1428881" y="1734777"/>
                      <a:pt x="1858156" y="1425283"/>
                      <a:pt x="1932033" y="969630"/>
                    </a:cubicBezTo>
                    <a:cubicBezTo>
                      <a:pt x="2005910" y="513965"/>
                      <a:pt x="1696416" y="84690"/>
                      <a:pt x="1240763" y="10813"/>
                    </a:cubicBezTo>
                    <a:cubicBezTo>
                      <a:pt x="854174" y="-51867"/>
                      <a:pt x="475902" y="162290"/>
                      <a:pt x="330717" y="526018"/>
                    </a:cubicBezTo>
                    <a:lnTo>
                      <a:pt x="5316" y="621122"/>
                    </a:lnTo>
                    <a:cubicBezTo>
                      <a:pt x="-1431" y="623716"/>
                      <a:pt x="-1690" y="660045"/>
                      <a:pt x="4018" y="665105"/>
                    </a:cubicBezTo>
                    <a:lnTo>
                      <a:pt x="272591" y="884245"/>
                    </a:lnTo>
                    <a:cubicBezTo>
                      <a:pt x="295465" y="1275245"/>
                      <a:pt x="586627" y="1598013"/>
                      <a:pt x="973215" y="1660900"/>
                    </a:cubicBezTo>
                    <a:close/>
                  </a:path>
                </a:pathLst>
              </a:custGeom>
              <a:solidFill>
                <a:schemeClr val="bg1"/>
              </a:solidFill>
              <a:ln w="12972" cap="flat">
                <a:noFill/>
                <a:prstDash val="solid"/>
                <a:miter/>
              </a:ln>
              <a:effectLst>
                <a:outerShdw blurRad="63500" sx="102000" sy="102000" algn="ctr" rotWithShape="0">
                  <a:prstClr val="black">
                    <a:alpha val="10000"/>
                  </a:prstClr>
                </a:outerShdw>
              </a:effectLst>
            </p:spPr>
            <p:txBody>
              <a:bodyPr rtlCol="0" anchor="ctr"/>
              <a:lstStyle/>
              <a:p>
                <a:endParaRPr lang="en-IN"/>
              </a:p>
            </p:txBody>
          </p:sp>
          <p:sp>
            <p:nvSpPr>
              <p:cNvPr id="327" name="Freeform: Shape 326">
                <a:extLst>
                  <a:ext uri="{FF2B5EF4-FFF2-40B4-BE49-F238E27FC236}">
                    <a16:creationId xmlns:a16="http://schemas.microsoft.com/office/drawing/2014/main" id="{EAA986B4-C15C-41C7-3D59-B6A23649CB8E}"/>
                  </a:ext>
                </a:extLst>
              </p:cNvPr>
              <p:cNvSpPr/>
              <p:nvPr/>
            </p:nvSpPr>
            <p:spPr>
              <a:xfrm>
                <a:off x="5165013" y="3402013"/>
                <a:ext cx="1484657" cy="1357914"/>
              </a:xfrm>
              <a:custGeom>
                <a:avLst/>
                <a:gdLst>
                  <a:gd name="connsiteX0" fmla="*/ 806085 w 1484657"/>
                  <a:gd name="connsiteY0" fmla="*/ 1357891 h 1357914"/>
                  <a:gd name="connsiteX1" fmla="*/ 696321 w 1484657"/>
                  <a:gd name="connsiteY1" fmla="*/ 1348939 h 1357914"/>
                  <a:gd name="connsiteX2" fmla="*/ 298781 w 1484657"/>
                  <a:gd name="connsiteY2" fmla="*/ 1130966 h 1357914"/>
                  <a:gd name="connsiteX3" fmla="*/ 127647 w 1484657"/>
                  <a:gd name="connsiteY3" fmla="*/ 718766 h 1357914"/>
                  <a:gd name="connsiteX4" fmla="*/ 123625 w 1484657"/>
                  <a:gd name="connsiteY4" fmla="*/ 649612 h 1357914"/>
                  <a:gd name="connsiteX5" fmla="*/ -22 w 1484657"/>
                  <a:gd name="connsiteY5" fmla="*/ 548670 h 1357914"/>
                  <a:gd name="connsiteX6" fmla="*/ 149444 w 1484657"/>
                  <a:gd name="connsiteY6" fmla="*/ 491711 h 1357914"/>
                  <a:gd name="connsiteX7" fmla="*/ 175393 w 1484657"/>
                  <a:gd name="connsiteY7" fmla="*/ 426839 h 1357914"/>
                  <a:gd name="connsiteX8" fmla="*/ 804528 w 1484657"/>
                  <a:gd name="connsiteY8" fmla="*/ -23 h 1357914"/>
                  <a:gd name="connsiteX9" fmla="*/ 912736 w 1484657"/>
                  <a:gd name="connsiteY9" fmla="*/ 8670 h 1357914"/>
                  <a:gd name="connsiteX10" fmla="*/ 1476103 w 1484657"/>
                  <a:gd name="connsiteY10" fmla="*/ 785312 h 1357914"/>
                  <a:gd name="connsiteX11" fmla="*/ 806604 w 1484657"/>
                  <a:gd name="connsiteY11" fmla="*/ 1357113 h 1357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84657" h="1357914">
                    <a:moveTo>
                      <a:pt x="806085" y="1357891"/>
                    </a:moveTo>
                    <a:cubicBezTo>
                      <a:pt x="769315" y="1357878"/>
                      <a:pt x="732610" y="1354894"/>
                      <a:pt x="696321" y="1348939"/>
                    </a:cubicBezTo>
                    <a:cubicBezTo>
                      <a:pt x="542495" y="1324702"/>
                      <a:pt x="401929" y="1247633"/>
                      <a:pt x="298781" y="1130966"/>
                    </a:cubicBezTo>
                    <a:cubicBezTo>
                      <a:pt x="197061" y="1016687"/>
                      <a:pt x="136781" y="871489"/>
                      <a:pt x="127647" y="718766"/>
                    </a:cubicBezTo>
                    <a:lnTo>
                      <a:pt x="123625" y="649612"/>
                    </a:lnTo>
                    <a:lnTo>
                      <a:pt x="-22" y="548670"/>
                    </a:lnTo>
                    <a:lnTo>
                      <a:pt x="149444" y="491711"/>
                    </a:lnTo>
                    <a:lnTo>
                      <a:pt x="175393" y="426839"/>
                    </a:lnTo>
                    <a:cubicBezTo>
                      <a:pt x="278398" y="169541"/>
                      <a:pt x="527379" y="613"/>
                      <a:pt x="804528" y="-23"/>
                    </a:cubicBezTo>
                    <a:cubicBezTo>
                      <a:pt x="840766" y="29"/>
                      <a:pt x="876952" y="2935"/>
                      <a:pt x="912736" y="8670"/>
                    </a:cubicBezTo>
                    <a:cubicBezTo>
                      <a:pt x="1282770" y="67561"/>
                      <a:pt x="1534994" y="415279"/>
                      <a:pt x="1476103" y="785312"/>
                    </a:cubicBezTo>
                    <a:cubicBezTo>
                      <a:pt x="1423712" y="1114502"/>
                      <a:pt x="1139933" y="1356866"/>
                      <a:pt x="806604" y="1357113"/>
                    </a:cubicBezTo>
                    <a:close/>
                  </a:path>
                </a:pathLst>
              </a:custGeom>
              <a:solidFill>
                <a:schemeClr val="tx1">
                  <a:lumMod val="75000"/>
                  <a:lumOff val="25000"/>
                </a:schemeClr>
              </a:solidFill>
              <a:ln w="12972" cap="flat">
                <a:noFill/>
                <a:prstDash val="solid"/>
                <a:miter/>
              </a:ln>
            </p:spPr>
            <p:txBody>
              <a:bodyPr rtlCol="0" anchor="ctr"/>
              <a:lstStyle/>
              <a:p>
                <a:pPr algn="ctr"/>
                <a:r>
                  <a:rPr lang="en-IN" sz="2000" b="1" dirty="0">
                    <a:solidFill>
                      <a:schemeClr val="bg1"/>
                    </a:solidFill>
                  </a:rPr>
                  <a:t>Systems</a:t>
                </a:r>
                <a:endParaRPr lang="en-IN" sz="2000" b="1" dirty="0">
                  <a:solidFill>
                    <a:schemeClr val="bg1"/>
                  </a:solidFill>
                  <a:latin typeface="Montserrat" panose="00000500000000000000" pitchFamily="2" charset="0"/>
                </a:endParaRPr>
              </a:p>
            </p:txBody>
          </p:sp>
          <p:sp>
            <p:nvSpPr>
              <p:cNvPr id="328" name="Freeform: Shape 327">
                <a:extLst>
                  <a:ext uri="{FF2B5EF4-FFF2-40B4-BE49-F238E27FC236}">
                    <a16:creationId xmlns:a16="http://schemas.microsoft.com/office/drawing/2014/main" id="{EBEFDF8A-BCE9-0CB0-570C-1EDF3E2AFFD3}"/>
                  </a:ext>
                </a:extLst>
              </p:cNvPr>
              <p:cNvSpPr/>
              <p:nvPr/>
            </p:nvSpPr>
            <p:spPr>
              <a:xfrm>
                <a:off x="3997694" y="4114573"/>
                <a:ext cx="341229" cy="341230"/>
              </a:xfrm>
              <a:custGeom>
                <a:avLst/>
                <a:gdLst>
                  <a:gd name="connsiteX0" fmla="*/ 170593 w 341229"/>
                  <a:gd name="connsiteY0" fmla="*/ 341207 h 341230"/>
                  <a:gd name="connsiteX1" fmla="*/ -22 w 341229"/>
                  <a:gd name="connsiteY1" fmla="*/ 170592 h 341230"/>
                  <a:gd name="connsiteX2" fmla="*/ 170593 w 341229"/>
                  <a:gd name="connsiteY2" fmla="*/ -23 h 341230"/>
                  <a:gd name="connsiteX3" fmla="*/ 341208 w 341229"/>
                  <a:gd name="connsiteY3" fmla="*/ 170592 h 341230"/>
                  <a:gd name="connsiteX4" fmla="*/ 170593 w 341229"/>
                  <a:gd name="connsiteY4" fmla="*/ 341207 h 3412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229" h="341230">
                    <a:moveTo>
                      <a:pt x="170593" y="341207"/>
                    </a:moveTo>
                    <a:cubicBezTo>
                      <a:pt x="76359" y="341207"/>
                      <a:pt x="-22" y="264826"/>
                      <a:pt x="-22" y="170592"/>
                    </a:cubicBezTo>
                    <a:cubicBezTo>
                      <a:pt x="-22" y="76358"/>
                      <a:pt x="76359" y="-23"/>
                      <a:pt x="170593" y="-23"/>
                    </a:cubicBezTo>
                    <a:cubicBezTo>
                      <a:pt x="264827" y="-23"/>
                      <a:pt x="341208" y="76358"/>
                      <a:pt x="341208" y="170592"/>
                    </a:cubicBezTo>
                    <a:cubicBezTo>
                      <a:pt x="341065" y="264761"/>
                      <a:pt x="264762" y="341064"/>
                      <a:pt x="170593" y="341207"/>
                    </a:cubicBezTo>
                    <a:close/>
                  </a:path>
                </a:pathLst>
              </a:custGeom>
              <a:solidFill>
                <a:schemeClr val="accent3"/>
              </a:solidFill>
              <a:ln w="12972" cap="flat">
                <a:noFill/>
                <a:prstDash val="solid"/>
                <a:miter/>
              </a:ln>
            </p:spPr>
            <p:txBody>
              <a:bodyPr rtlCol="0" anchor="ctr"/>
              <a:lstStyle/>
              <a:p>
                <a:endParaRPr lang="en-IN"/>
              </a:p>
            </p:txBody>
          </p:sp>
          <p:sp>
            <p:nvSpPr>
              <p:cNvPr id="329" name="TextBox 328">
                <a:extLst>
                  <a:ext uri="{FF2B5EF4-FFF2-40B4-BE49-F238E27FC236}">
                    <a16:creationId xmlns:a16="http://schemas.microsoft.com/office/drawing/2014/main" id="{3C4B6465-8650-F17E-F28B-EC5C3F6E2F14}"/>
                  </a:ext>
                </a:extLst>
              </p:cNvPr>
              <p:cNvSpPr txBox="1"/>
              <p:nvPr/>
            </p:nvSpPr>
            <p:spPr>
              <a:xfrm>
                <a:off x="3990510" y="4168567"/>
                <a:ext cx="351379" cy="238848"/>
              </a:xfrm>
              <a:prstGeom prst="rect">
                <a:avLst/>
              </a:prstGeom>
              <a:noFill/>
            </p:spPr>
            <p:txBody>
              <a:bodyPr wrap="none" rtlCol="0">
                <a:spAutoFit/>
              </a:bodyPr>
              <a:lstStyle/>
              <a:p>
                <a:pPr algn="ctr"/>
                <a:r>
                  <a:rPr lang="en-IN" sz="952" b="1" spc="0" baseline="0">
                    <a:ln/>
                    <a:solidFill>
                      <a:srgbClr val="FFFFFF"/>
                    </a:solidFill>
                    <a:latin typeface="Montserrat" panose="00000500000000000000" pitchFamily="2" charset="0"/>
                    <a:cs typeface="Arial"/>
                    <a:sym typeface="Arial"/>
                    <a:rtl val="0"/>
                  </a:rPr>
                  <a:t>04</a:t>
                </a:r>
              </a:p>
            </p:txBody>
          </p:sp>
          <p:sp>
            <p:nvSpPr>
              <p:cNvPr id="330" name="Freeform: Shape 329">
                <a:extLst>
                  <a:ext uri="{FF2B5EF4-FFF2-40B4-BE49-F238E27FC236}">
                    <a16:creationId xmlns:a16="http://schemas.microsoft.com/office/drawing/2014/main" id="{27E5C2D8-3375-D81D-BA8C-9E9F05AF514E}"/>
                  </a:ext>
                </a:extLst>
              </p:cNvPr>
              <p:cNvSpPr/>
              <p:nvPr/>
            </p:nvSpPr>
            <p:spPr>
              <a:xfrm>
                <a:off x="3926481" y="4489575"/>
                <a:ext cx="1671925" cy="1845374"/>
              </a:xfrm>
              <a:custGeom>
                <a:avLst/>
                <a:gdLst>
                  <a:gd name="connsiteX0" fmla="*/ 84425 w 1671925"/>
                  <a:gd name="connsiteY0" fmla="*/ 1375240 h 1845374"/>
                  <a:gd name="connsiteX1" fmla="*/ 1201791 w 1671925"/>
                  <a:gd name="connsiteY1" fmla="*/ 1760817 h 1845374"/>
                  <a:gd name="connsiteX2" fmla="*/ 1587369 w 1671925"/>
                  <a:gd name="connsiteY2" fmla="*/ 643437 h 1845374"/>
                  <a:gd name="connsiteX3" fmla="*/ 642330 w 1671925"/>
                  <a:gd name="connsiteY3" fmla="*/ 196244 h 1845374"/>
                  <a:gd name="connsiteX4" fmla="*/ 355074 w 1671925"/>
                  <a:gd name="connsiteY4" fmla="*/ 1626 h 1845374"/>
                  <a:gd name="connsiteX5" fmla="*/ 341904 w 1671925"/>
                  <a:gd name="connsiteY5" fmla="*/ 4105 h 1845374"/>
                  <a:gd name="connsiteX6" fmla="*/ 340283 w 1671925"/>
                  <a:gd name="connsiteY6" fmla="*/ 8762 h 1845374"/>
                  <a:gd name="connsiteX7" fmla="*/ 315890 w 1671925"/>
                  <a:gd name="connsiteY7" fmla="*/ 354663 h 1845374"/>
                  <a:gd name="connsiteX8" fmla="*/ 84425 w 1671925"/>
                  <a:gd name="connsiteY8" fmla="*/ 1375240 h 1845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71925" h="1845374">
                    <a:moveTo>
                      <a:pt x="84425" y="1375240"/>
                    </a:moveTo>
                    <a:cubicBezTo>
                      <a:pt x="286503" y="1790269"/>
                      <a:pt x="786775" y="1962895"/>
                      <a:pt x="1201791" y="1760817"/>
                    </a:cubicBezTo>
                    <a:cubicBezTo>
                      <a:pt x="1616821" y="1558738"/>
                      <a:pt x="1789447" y="1058467"/>
                      <a:pt x="1587369" y="643437"/>
                    </a:cubicBezTo>
                    <a:cubicBezTo>
                      <a:pt x="1415975" y="291438"/>
                      <a:pt x="1023197" y="105579"/>
                      <a:pt x="642330" y="196244"/>
                    </a:cubicBezTo>
                    <a:lnTo>
                      <a:pt x="355074" y="1626"/>
                    </a:lnTo>
                    <a:cubicBezTo>
                      <a:pt x="350753" y="-1319"/>
                      <a:pt x="344863" y="-216"/>
                      <a:pt x="341904" y="4105"/>
                    </a:cubicBezTo>
                    <a:cubicBezTo>
                      <a:pt x="340970" y="5480"/>
                      <a:pt x="340399" y="7089"/>
                      <a:pt x="340283" y="8762"/>
                    </a:cubicBezTo>
                    <a:lnTo>
                      <a:pt x="315890" y="354663"/>
                    </a:lnTo>
                    <a:cubicBezTo>
                      <a:pt x="9043" y="598546"/>
                      <a:pt x="-87176" y="1022852"/>
                      <a:pt x="84425" y="1375240"/>
                    </a:cubicBezTo>
                    <a:close/>
                  </a:path>
                </a:pathLst>
              </a:custGeom>
              <a:solidFill>
                <a:srgbClr val="FFFFFF"/>
              </a:solidFill>
              <a:ln w="12972" cap="flat">
                <a:noFill/>
                <a:prstDash val="solid"/>
                <a:miter/>
              </a:ln>
            </p:spPr>
            <p:txBody>
              <a:bodyPr rtlCol="0" anchor="ctr"/>
              <a:lstStyle/>
              <a:p>
                <a:endParaRPr lang="en-IN"/>
              </a:p>
            </p:txBody>
          </p:sp>
          <p:sp>
            <p:nvSpPr>
              <p:cNvPr id="331" name="Freeform: Shape 330">
                <a:extLst>
                  <a:ext uri="{FF2B5EF4-FFF2-40B4-BE49-F238E27FC236}">
                    <a16:creationId xmlns:a16="http://schemas.microsoft.com/office/drawing/2014/main" id="{48DF14E3-395A-7236-5BF8-52CE8E2B21DD}"/>
                  </a:ext>
                </a:extLst>
              </p:cNvPr>
              <p:cNvSpPr/>
              <p:nvPr/>
            </p:nvSpPr>
            <p:spPr>
              <a:xfrm>
                <a:off x="3926735" y="4524217"/>
                <a:ext cx="1671731" cy="1845356"/>
              </a:xfrm>
              <a:custGeom>
                <a:avLst/>
                <a:gdLst>
                  <a:gd name="connsiteX0" fmla="*/ 84171 w 1671731"/>
                  <a:gd name="connsiteY0" fmla="*/ 1375110 h 1845356"/>
                  <a:gd name="connsiteX1" fmla="*/ 1201486 w 1671731"/>
                  <a:gd name="connsiteY1" fmla="*/ 1760856 h 1845356"/>
                  <a:gd name="connsiteX2" fmla="*/ 1587232 w 1671731"/>
                  <a:gd name="connsiteY2" fmla="*/ 643541 h 1845356"/>
                  <a:gd name="connsiteX3" fmla="*/ 642076 w 1671731"/>
                  <a:gd name="connsiteY3" fmla="*/ 196244 h 1845356"/>
                  <a:gd name="connsiteX4" fmla="*/ 354820 w 1671731"/>
                  <a:gd name="connsiteY4" fmla="*/ 1626 h 1845356"/>
                  <a:gd name="connsiteX5" fmla="*/ 341651 w 1671731"/>
                  <a:gd name="connsiteY5" fmla="*/ 4105 h 1845356"/>
                  <a:gd name="connsiteX6" fmla="*/ 340029 w 1671731"/>
                  <a:gd name="connsiteY6" fmla="*/ 8762 h 1845356"/>
                  <a:gd name="connsiteX7" fmla="*/ 315248 w 1671731"/>
                  <a:gd name="connsiteY7" fmla="*/ 355571 h 1845356"/>
                  <a:gd name="connsiteX8" fmla="*/ 84171 w 1671731"/>
                  <a:gd name="connsiteY8" fmla="*/ 1375110 h 1845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71731" h="1845356">
                    <a:moveTo>
                      <a:pt x="84171" y="1375110"/>
                    </a:moveTo>
                    <a:cubicBezTo>
                      <a:pt x="286185" y="1790165"/>
                      <a:pt x="786431" y="1962869"/>
                      <a:pt x="1201486" y="1760856"/>
                    </a:cubicBezTo>
                    <a:cubicBezTo>
                      <a:pt x="1616541" y="1558842"/>
                      <a:pt x="1789245" y="1058596"/>
                      <a:pt x="1587232" y="643541"/>
                    </a:cubicBezTo>
                    <a:cubicBezTo>
                      <a:pt x="1415864" y="291451"/>
                      <a:pt x="1023009" y="105526"/>
                      <a:pt x="642076" y="196244"/>
                    </a:cubicBezTo>
                    <a:lnTo>
                      <a:pt x="354820" y="1626"/>
                    </a:lnTo>
                    <a:cubicBezTo>
                      <a:pt x="350500" y="-1319"/>
                      <a:pt x="344609" y="-216"/>
                      <a:pt x="341651" y="4105"/>
                    </a:cubicBezTo>
                    <a:cubicBezTo>
                      <a:pt x="340717" y="5480"/>
                      <a:pt x="340146" y="7088"/>
                      <a:pt x="340029" y="8762"/>
                    </a:cubicBezTo>
                    <a:lnTo>
                      <a:pt x="315248" y="355571"/>
                    </a:lnTo>
                    <a:cubicBezTo>
                      <a:pt x="9062" y="599428"/>
                      <a:pt x="-86963" y="1023072"/>
                      <a:pt x="84171" y="1375110"/>
                    </a:cubicBezTo>
                    <a:close/>
                  </a:path>
                </a:pathLst>
              </a:custGeom>
              <a:solidFill>
                <a:schemeClr val="bg1"/>
              </a:solidFill>
              <a:ln w="12972" cap="flat">
                <a:noFill/>
                <a:prstDash val="solid"/>
                <a:miter/>
              </a:ln>
              <a:effectLst>
                <a:outerShdw blurRad="63500" sx="102000" sy="102000" algn="ctr" rotWithShape="0">
                  <a:prstClr val="black">
                    <a:alpha val="10000"/>
                  </a:prstClr>
                </a:outerShdw>
              </a:effectLst>
            </p:spPr>
            <p:txBody>
              <a:bodyPr rtlCol="0" anchor="ctr"/>
              <a:lstStyle/>
              <a:p>
                <a:endParaRPr lang="en-IN"/>
              </a:p>
            </p:txBody>
          </p:sp>
          <p:sp>
            <p:nvSpPr>
              <p:cNvPr id="332" name="Freeform: Shape 331">
                <a:extLst>
                  <a:ext uri="{FF2B5EF4-FFF2-40B4-BE49-F238E27FC236}">
                    <a16:creationId xmlns:a16="http://schemas.microsoft.com/office/drawing/2014/main" id="{62EEA73D-78C8-3A33-6316-31945305A490}"/>
                  </a:ext>
                </a:extLst>
              </p:cNvPr>
              <p:cNvSpPr/>
              <p:nvPr/>
            </p:nvSpPr>
            <p:spPr>
              <a:xfrm>
                <a:off x="4083531" y="4800147"/>
                <a:ext cx="1357266" cy="1412018"/>
              </a:xfrm>
              <a:custGeom>
                <a:avLst/>
                <a:gdLst>
                  <a:gd name="connsiteX0" fmla="*/ 679379 w 1357266"/>
                  <a:gd name="connsiteY0" fmla="*/ 1411995 h 1412018"/>
                  <a:gd name="connsiteX1" fmla="*/ 68798 w 1357266"/>
                  <a:gd name="connsiteY1" fmla="*/ 1030284 h 1412018"/>
                  <a:gd name="connsiteX2" fmla="*/ 18067 w 1357266"/>
                  <a:gd name="connsiteY2" fmla="*/ 579679 h 1412018"/>
                  <a:gd name="connsiteX3" fmla="*/ 256280 w 1357266"/>
                  <a:gd name="connsiteY3" fmla="*/ 202380 h 1412018"/>
                  <a:gd name="connsiteX4" fmla="*/ 310513 w 1357266"/>
                  <a:gd name="connsiteY4" fmla="*/ 159304 h 1412018"/>
                  <a:gd name="connsiteX5" fmla="*/ 321801 w 1357266"/>
                  <a:gd name="connsiteY5" fmla="*/ -23 h 1412018"/>
                  <a:gd name="connsiteX6" fmla="*/ 454141 w 1357266"/>
                  <a:gd name="connsiteY6" fmla="*/ 89501 h 1412018"/>
                  <a:gd name="connsiteX7" fmla="*/ 521479 w 1357266"/>
                  <a:gd name="connsiteY7" fmla="*/ 73283 h 1412018"/>
                  <a:gd name="connsiteX8" fmla="*/ 1338667 w 1357266"/>
                  <a:gd name="connsiteY8" fmla="*/ 576384 h 1412018"/>
                  <a:gd name="connsiteX9" fmla="*/ 835567 w 1357266"/>
                  <a:gd name="connsiteY9" fmla="*/ 1393571 h 1412018"/>
                  <a:gd name="connsiteX10" fmla="*/ 679509 w 1357266"/>
                  <a:gd name="connsiteY10" fmla="*/ 1411995 h 1412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57266" h="1412018">
                    <a:moveTo>
                      <a:pt x="679379" y="1411995"/>
                    </a:moveTo>
                    <a:cubicBezTo>
                      <a:pt x="419564" y="1412151"/>
                      <a:pt x="182468" y="1263917"/>
                      <a:pt x="68798" y="1030284"/>
                    </a:cubicBezTo>
                    <a:cubicBezTo>
                      <a:pt x="72" y="890536"/>
                      <a:pt x="-17859" y="731208"/>
                      <a:pt x="18067" y="579679"/>
                    </a:cubicBezTo>
                    <a:cubicBezTo>
                      <a:pt x="52852" y="430731"/>
                      <a:pt x="136758" y="297820"/>
                      <a:pt x="256280" y="202380"/>
                    </a:cubicBezTo>
                    <a:lnTo>
                      <a:pt x="310513" y="159304"/>
                    </a:lnTo>
                    <a:lnTo>
                      <a:pt x="321801" y="-23"/>
                    </a:lnTo>
                    <a:lnTo>
                      <a:pt x="454141" y="89501"/>
                    </a:lnTo>
                    <a:lnTo>
                      <a:pt x="521479" y="73283"/>
                    </a:lnTo>
                    <a:cubicBezTo>
                      <a:pt x="886063" y="-13451"/>
                      <a:pt x="1251932" y="211799"/>
                      <a:pt x="1338667" y="576384"/>
                    </a:cubicBezTo>
                    <a:cubicBezTo>
                      <a:pt x="1425402" y="940968"/>
                      <a:pt x="1200164" y="1306836"/>
                      <a:pt x="835567" y="1393571"/>
                    </a:cubicBezTo>
                    <a:cubicBezTo>
                      <a:pt x="784434" y="1405741"/>
                      <a:pt x="732069" y="1411917"/>
                      <a:pt x="679509" y="1411995"/>
                    </a:cubicBezTo>
                    <a:close/>
                  </a:path>
                </a:pathLst>
              </a:custGeom>
              <a:solidFill>
                <a:srgbClr val="FFFF00"/>
              </a:solidFill>
              <a:ln w="12972" cap="flat">
                <a:noFill/>
                <a:prstDash val="solid"/>
                <a:miter/>
              </a:ln>
            </p:spPr>
            <p:txBody>
              <a:bodyPr rtlCol="0" anchor="ctr"/>
              <a:lstStyle/>
              <a:p>
                <a:pPr algn="ctr"/>
                <a:r>
                  <a:rPr lang="en-IN" sz="2000" b="1" dirty="0">
                    <a:solidFill>
                      <a:schemeClr val="tx1"/>
                    </a:solidFill>
                  </a:rPr>
                  <a:t>Shared Values</a:t>
                </a:r>
                <a:endParaRPr lang="en-IN" sz="2000" b="1" dirty="0">
                  <a:solidFill>
                    <a:schemeClr val="tx1"/>
                  </a:solidFill>
                  <a:latin typeface="Montserrat" panose="00000500000000000000" pitchFamily="2" charset="0"/>
                </a:endParaRPr>
              </a:p>
            </p:txBody>
          </p:sp>
          <p:sp>
            <p:nvSpPr>
              <p:cNvPr id="333" name="Freeform: Shape 332">
                <a:extLst>
                  <a:ext uri="{FF2B5EF4-FFF2-40B4-BE49-F238E27FC236}">
                    <a16:creationId xmlns:a16="http://schemas.microsoft.com/office/drawing/2014/main" id="{108D49F2-5918-124F-7F53-9F60A0E9E482}"/>
                  </a:ext>
                </a:extLst>
              </p:cNvPr>
              <p:cNvSpPr/>
              <p:nvPr/>
            </p:nvSpPr>
            <p:spPr>
              <a:xfrm>
                <a:off x="2905758" y="3619076"/>
                <a:ext cx="341489" cy="341489"/>
              </a:xfrm>
              <a:custGeom>
                <a:avLst/>
                <a:gdLst>
                  <a:gd name="connsiteX0" fmla="*/ 170853 w 341489"/>
                  <a:gd name="connsiteY0" fmla="*/ 341467 h 341489"/>
                  <a:gd name="connsiteX1" fmla="*/ -22 w 341489"/>
                  <a:gd name="connsiteY1" fmla="*/ 170852 h 341489"/>
                  <a:gd name="connsiteX2" fmla="*/ 170593 w 341489"/>
                  <a:gd name="connsiteY2" fmla="*/ -23 h 341489"/>
                  <a:gd name="connsiteX3" fmla="*/ 341468 w 341489"/>
                  <a:gd name="connsiteY3" fmla="*/ 170592 h 341489"/>
                  <a:gd name="connsiteX4" fmla="*/ 341468 w 341489"/>
                  <a:gd name="connsiteY4" fmla="*/ 170852 h 341489"/>
                  <a:gd name="connsiteX5" fmla="*/ 170853 w 341489"/>
                  <a:gd name="connsiteY5" fmla="*/ 341467 h 341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1489" h="341489">
                    <a:moveTo>
                      <a:pt x="170853" y="341467"/>
                    </a:moveTo>
                    <a:cubicBezTo>
                      <a:pt x="76554" y="341545"/>
                      <a:pt x="56" y="265151"/>
                      <a:pt x="-22" y="170852"/>
                    </a:cubicBezTo>
                    <a:cubicBezTo>
                      <a:pt x="-100" y="76553"/>
                      <a:pt x="76294" y="55"/>
                      <a:pt x="170593" y="-23"/>
                    </a:cubicBezTo>
                    <a:cubicBezTo>
                      <a:pt x="264892" y="-101"/>
                      <a:pt x="341390" y="76293"/>
                      <a:pt x="341468" y="170592"/>
                    </a:cubicBezTo>
                    <a:cubicBezTo>
                      <a:pt x="341468" y="170683"/>
                      <a:pt x="341468" y="170761"/>
                      <a:pt x="341468" y="170852"/>
                    </a:cubicBezTo>
                    <a:cubicBezTo>
                      <a:pt x="341325" y="265021"/>
                      <a:pt x="265022" y="341324"/>
                      <a:pt x="170853" y="341467"/>
                    </a:cubicBezTo>
                    <a:close/>
                  </a:path>
                </a:pathLst>
              </a:custGeom>
              <a:solidFill>
                <a:schemeClr val="accent5"/>
              </a:solidFill>
              <a:ln w="12972" cap="flat">
                <a:noFill/>
                <a:prstDash val="solid"/>
                <a:miter/>
              </a:ln>
            </p:spPr>
            <p:txBody>
              <a:bodyPr rtlCol="0" anchor="ctr"/>
              <a:lstStyle/>
              <a:p>
                <a:endParaRPr lang="en-IN"/>
              </a:p>
            </p:txBody>
          </p:sp>
          <p:sp>
            <p:nvSpPr>
              <p:cNvPr id="334" name="TextBox 333">
                <a:extLst>
                  <a:ext uri="{FF2B5EF4-FFF2-40B4-BE49-F238E27FC236}">
                    <a16:creationId xmlns:a16="http://schemas.microsoft.com/office/drawing/2014/main" id="{C7536E76-4E86-63B0-8A2E-361AEECABA3B}"/>
                  </a:ext>
                </a:extLst>
              </p:cNvPr>
              <p:cNvSpPr txBox="1"/>
              <p:nvPr/>
            </p:nvSpPr>
            <p:spPr>
              <a:xfrm>
                <a:off x="2893323" y="3675535"/>
                <a:ext cx="346570" cy="238848"/>
              </a:xfrm>
              <a:prstGeom prst="rect">
                <a:avLst/>
              </a:prstGeom>
              <a:noFill/>
            </p:spPr>
            <p:txBody>
              <a:bodyPr wrap="none" rtlCol="0">
                <a:spAutoFit/>
              </a:bodyPr>
              <a:lstStyle/>
              <a:p>
                <a:pPr algn="ctr"/>
                <a:r>
                  <a:rPr lang="en-IN" sz="952" b="1" spc="0" baseline="0">
                    <a:ln/>
                    <a:solidFill>
                      <a:srgbClr val="FFFFFF"/>
                    </a:solidFill>
                    <a:latin typeface="Montserrat" panose="00000500000000000000" pitchFamily="2" charset="0"/>
                    <a:cs typeface="Arial"/>
                    <a:sym typeface="Arial"/>
                    <a:rtl val="0"/>
                  </a:rPr>
                  <a:t>06</a:t>
                </a:r>
              </a:p>
            </p:txBody>
          </p:sp>
          <p:sp>
            <p:nvSpPr>
              <p:cNvPr id="335" name="Freeform: Shape 334">
                <a:extLst>
                  <a:ext uri="{FF2B5EF4-FFF2-40B4-BE49-F238E27FC236}">
                    <a16:creationId xmlns:a16="http://schemas.microsoft.com/office/drawing/2014/main" id="{164C92BD-04CC-353D-F753-102F3E1D7FF4}"/>
                  </a:ext>
                </a:extLst>
              </p:cNvPr>
              <p:cNvSpPr/>
              <p:nvPr/>
            </p:nvSpPr>
            <p:spPr>
              <a:xfrm>
                <a:off x="891141" y="3152694"/>
                <a:ext cx="1946250" cy="1671491"/>
              </a:xfrm>
              <a:custGeom>
                <a:avLst/>
                <a:gdLst>
                  <a:gd name="connsiteX0" fmla="*/ 722462 w 1946250"/>
                  <a:gd name="connsiteY0" fmla="*/ 7710 h 1671491"/>
                  <a:gd name="connsiteX1" fmla="*/ 7795 w 1946250"/>
                  <a:gd name="connsiteY1" fmla="*/ 948986 h 1671491"/>
                  <a:gd name="connsiteX2" fmla="*/ 949074 w 1946250"/>
                  <a:gd name="connsiteY2" fmla="*/ 1663649 h 1671491"/>
                  <a:gd name="connsiteX3" fmla="*/ 1668564 w 1946250"/>
                  <a:gd name="connsiteY3" fmla="*/ 905158 h 1671491"/>
                  <a:gd name="connsiteX4" fmla="*/ 1942586 w 1946250"/>
                  <a:gd name="connsiteY4" fmla="*/ 692765 h 1671491"/>
                  <a:gd name="connsiteX5" fmla="*/ 1944221 w 1946250"/>
                  <a:gd name="connsiteY5" fmla="*/ 679466 h 1671491"/>
                  <a:gd name="connsiteX6" fmla="*/ 1940381 w 1946250"/>
                  <a:gd name="connsiteY6" fmla="*/ 676547 h 1671491"/>
                  <a:gd name="connsiteX7" fmla="*/ 1619391 w 1946250"/>
                  <a:gd name="connsiteY7" fmla="*/ 545504 h 1671491"/>
                  <a:gd name="connsiteX8" fmla="*/ 722462 w 1946250"/>
                  <a:gd name="connsiteY8" fmla="*/ 7710 h 1671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6250" h="1671491">
                    <a:moveTo>
                      <a:pt x="722462" y="7710"/>
                    </a:moveTo>
                    <a:cubicBezTo>
                      <a:pt x="265185" y="70286"/>
                      <a:pt x="-54781" y="491711"/>
                      <a:pt x="7795" y="948986"/>
                    </a:cubicBezTo>
                    <a:cubicBezTo>
                      <a:pt x="70372" y="1406260"/>
                      <a:pt x="491798" y="1726238"/>
                      <a:pt x="949074" y="1663649"/>
                    </a:cubicBezTo>
                    <a:cubicBezTo>
                      <a:pt x="1336974" y="1610570"/>
                      <a:pt x="1636011" y="1295315"/>
                      <a:pt x="1668564" y="905158"/>
                    </a:cubicBezTo>
                    <a:lnTo>
                      <a:pt x="1942586" y="692765"/>
                    </a:lnTo>
                    <a:cubicBezTo>
                      <a:pt x="1946712" y="689547"/>
                      <a:pt x="1947439" y="683592"/>
                      <a:pt x="1944221" y="679466"/>
                    </a:cubicBezTo>
                    <a:cubicBezTo>
                      <a:pt x="1943222" y="678181"/>
                      <a:pt x="1941899" y="677169"/>
                      <a:pt x="1940381" y="676547"/>
                    </a:cubicBezTo>
                    <a:lnTo>
                      <a:pt x="1619391" y="545504"/>
                    </a:lnTo>
                    <a:cubicBezTo>
                      <a:pt x="1483301" y="178273"/>
                      <a:pt x="1110504" y="-45265"/>
                      <a:pt x="722462" y="7710"/>
                    </a:cubicBezTo>
                    <a:close/>
                  </a:path>
                </a:pathLst>
              </a:custGeom>
              <a:solidFill>
                <a:srgbClr val="FFFFFF"/>
              </a:solidFill>
              <a:ln w="12972" cap="flat">
                <a:noFill/>
                <a:prstDash val="solid"/>
                <a:miter/>
              </a:ln>
            </p:spPr>
            <p:txBody>
              <a:bodyPr rtlCol="0" anchor="ctr"/>
              <a:lstStyle/>
              <a:p>
                <a:endParaRPr lang="en-IN"/>
              </a:p>
            </p:txBody>
          </p:sp>
          <p:sp>
            <p:nvSpPr>
              <p:cNvPr id="336" name="Freeform: Shape 335">
                <a:extLst>
                  <a:ext uri="{FF2B5EF4-FFF2-40B4-BE49-F238E27FC236}">
                    <a16:creationId xmlns:a16="http://schemas.microsoft.com/office/drawing/2014/main" id="{56A8652D-C9C8-73DF-CE5D-F0E89C809B2E}"/>
                  </a:ext>
                </a:extLst>
              </p:cNvPr>
              <p:cNvSpPr/>
              <p:nvPr/>
            </p:nvSpPr>
            <p:spPr>
              <a:xfrm>
                <a:off x="890868" y="3187308"/>
                <a:ext cx="1960092" cy="1671677"/>
              </a:xfrm>
              <a:custGeom>
                <a:avLst/>
                <a:gdLst>
                  <a:gd name="connsiteX0" fmla="*/ 722734 w 1960092"/>
                  <a:gd name="connsiteY0" fmla="*/ 7608 h 1671677"/>
                  <a:gd name="connsiteX1" fmla="*/ 7774 w 1960092"/>
                  <a:gd name="connsiteY1" fmla="*/ 948897 h 1671677"/>
                  <a:gd name="connsiteX2" fmla="*/ 949061 w 1960092"/>
                  <a:gd name="connsiteY2" fmla="*/ 1663859 h 1671677"/>
                  <a:gd name="connsiteX3" fmla="*/ 1668837 w 1960092"/>
                  <a:gd name="connsiteY3" fmla="*/ 905056 h 1671677"/>
                  <a:gd name="connsiteX4" fmla="*/ 1942859 w 1960092"/>
                  <a:gd name="connsiteY4" fmla="*/ 693442 h 1671677"/>
                  <a:gd name="connsiteX5" fmla="*/ 1943637 w 1960092"/>
                  <a:gd name="connsiteY5" fmla="*/ 648031 h 1671677"/>
                  <a:gd name="connsiteX6" fmla="*/ 1619274 w 1960092"/>
                  <a:gd name="connsiteY6" fmla="*/ 546181 h 1671677"/>
                  <a:gd name="connsiteX7" fmla="*/ 722734 w 1960092"/>
                  <a:gd name="connsiteY7" fmla="*/ 7608 h 1671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60092" h="1671677">
                    <a:moveTo>
                      <a:pt x="722734" y="7608"/>
                    </a:moveTo>
                    <a:cubicBezTo>
                      <a:pt x="265374" y="70106"/>
                      <a:pt x="-54724" y="491532"/>
                      <a:pt x="7774" y="948897"/>
                    </a:cubicBezTo>
                    <a:cubicBezTo>
                      <a:pt x="70274" y="1406249"/>
                      <a:pt x="491702" y="1726357"/>
                      <a:pt x="949061" y="1663859"/>
                    </a:cubicBezTo>
                    <a:cubicBezTo>
                      <a:pt x="1337143" y="1610819"/>
                      <a:pt x="1636349" y="1295395"/>
                      <a:pt x="1668837" y="905056"/>
                    </a:cubicBezTo>
                    <a:lnTo>
                      <a:pt x="1942859" y="693442"/>
                    </a:lnTo>
                    <a:cubicBezTo>
                      <a:pt x="1971533" y="672812"/>
                      <a:pt x="1959077" y="650496"/>
                      <a:pt x="1943637" y="648031"/>
                    </a:cubicBezTo>
                    <a:lnTo>
                      <a:pt x="1619274" y="546181"/>
                    </a:lnTo>
                    <a:cubicBezTo>
                      <a:pt x="1483457" y="178833"/>
                      <a:pt x="1110841" y="-45017"/>
                      <a:pt x="722734" y="7608"/>
                    </a:cubicBezTo>
                    <a:close/>
                  </a:path>
                </a:pathLst>
              </a:custGeom>
              <a:solidFill>
                <a:schemeClr val="bg1"/>
              </a:solidFill>
              <a:ln w="12972" cap="flat">
                <a:noFill/>
                <a:prstDash val="solid"/>
                <a:miter/>
              </a:ln>
              <a:effectLst>
                <a:outerShdw blurRad="63500" sx="102000" sy="102000" algn="ctr" rotWithShape="0">
                  <a:prstClr val="black">
                    <a:alpha val="10000"/>
                  </a:prstClr>
                </a:outerShdw>
              </a:effectLst>
            </p:spPr>
            <p:txBody>
              <a:bodyPr rtlCol="0" anchor="ctr"/>
              <a:lstStyle/>
              <a:p>
                <a:endParaRPr lang="en-IN"/>
              </a:p>
            </p:txBody>
          </p:sp>
          <p:sp>
            <p:nvSpPr>
              <p:cNvPr id="339" name="Freeform: Shape 338">
                <a:extLst>
                  <a:ext uri="{FF2B5EF4-FFF2-40B4-BE49-F238E27FC236}">
                    <a16:creationId xmlns:a16="http://schemas.microsoft.com/office/drawing/2014/main" id="{C80CF422-0D9E-3545-032E-FDF98D392DBE}"/>
                  </a:ext>
                </a:extLst>
              </p:cNvPr>
              <p:cNvSpPr/>
              <p:nvPr/>
            </p:nvSpPr>
            <p:spPr>
              <a:xfrm>
                <a:off x="1047599" y="3344405"/>
                <a:ext cx="1486698" cy="1357136"/>
              </a:xfrm>
              <a:custGeom>
                <a:avLst/>
                <a:gdLst>
                  <a:gd name="connsiteX0" fmla="*/ 679142 w 1486698"/>
                  <a:gd name="connsiteY0" fmla="*/ 1357113 h 1357136"/>
                  <a:gd name="connsiteX1" fmla="*/ -22 w 1486698"/>
                  <a:gd name="connsiteY1" fmla="*/ 679142 h 1357136"/>
                  <a:gd name="connsiteX2" fmla="*/ 677949 w 1486698"/>
                  <a:gd name="connsiteY2" fmla="*/ -23 h 1357136"/>
                  <a:gd name="connsiteX3" fmla="*/ 1314893 w 1486698"/>
                  <a:gd name="connsiteY3" fmla="*/ 442927 h 1357136"/>
                  <a:gd name="connsiteX4" fmla="*/ 1338767 w 1486698"/>
                  <a:gd name="connsiteY4" fmla="*/ 507800 h 1357136"/>
                  <a:gd name="connsiteX5" fmla="*/ 1486676 w 1486698"/>
                  <a:gd name="connsiteY5" fmla="*/ 568132 h 1357136"/>
                  <a:gd name="connsiteX6" fmla="*/ 1360564 w 1486698"/>
                  <a:gd name="connsiteY6" fmla="*/ 666089 h 1357136"/>
                  <a:gd name="connsiteX7" fmla="*/ 1354855 w 1486698"/>
                  <a:gd name="connsiteY7" fmla="*/ 735114 h 1357136"/>
                  <a:gd name="connsiteX8" fmla="*/ 1173212 w 1486698"/>
                  <a:gd name="connsiteY8" fmla="*/ 1142255 h 1357136"/>
                  <a:gd name="connsiteX9" fmla="*/ 771001 w 1486698"/>
                  <a:gd name="connsiteY9" fmla="*/ 1350626 h 1357136"/>
                  <a:gd name="connsiteX10" fmla="*/ 677714 w 1486698"/>
                  <a:gd name="connsiteY10" fmla="*/ 1357113 h 1357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86698" h="1357136">
                    <a:moveTo>
                      <a:pt x="679142" y="1357113"/>
                    </a:moveTo>
                    <a:cubicBezTo>
                      <a:pt x="304379" y="1357437"/>
                      <a:pt x="308" y="1053898"/>
                      <a:pt x="-22" y="679142"/>
                    </a:cubicBezTo>
                    <a:cubicBezTo>
                      <a:pt x="-351" y="304372"/>
                      <a:pt x="303188" y="301"/>
                      <a:pt x="677949" y="-23"/>
                    </a:cubicBezTo>
                    <a:cubicBezTo>
                      <a:pt x="962051" y="-269"/>
                      <a:pt x="1216248" y="176496"/>
                      <a:pt x="1314893" y="442927"/>
                    </a:cubicBezTo>
                    <a:lnTo>
                      <a:pt x="1338767" y="507800"/>
                    </a:lnTo>
                    <a:lnTo>
                      <a:pt x="1486676" y="568132"/>
                    </a:lnTo>
                    <a:lnTo>
                      <a:pt x="1360564" y="666089"/>
                    </a:lnTo>
                    <a:lnTo>
                      <a:pt x="1354855" y="735114"/>
                    </a:lnTo>
                    <a:cubicBezTo>
                      <a:pt x="1341751" y="887370"/>
                      <a:pt x="1277760" y="1030791"/>
                      <a:pt x="1173212" y="1142255"/>
                    </a:cubicBezTo>
                    <a:cubicBezTo>
                      <a:pt x="1067391" y="1256288"/>
                      <a:pt x="925191" y="1329944"/>
                      <a:pt x="771001" y="1350626"/>
                    </a:cubicBezTo>
                    <a:cubicBezTo>
                      <a:pt x="740091" y="1354920"/>
                      <a:pt x="708922" y="1357087"/>
                      <a:pt x="677714" y="1357113"/>
                    </a:cubicBezTo>
                    <a:close/>
                  </a:path>
                </a:pathLst>
              </a:custGeom>
              <a:solidFill>
                <a:schemeClr val="tx2">
                  <a:lumMod val="50000"/>
                </a:schemeClr>
              </a:solidFill>
              <a:ln w="12972" cap="flat">
                <a:noFill/>
                <a:prstDash val="solid"/>
                <a:miter/>
              </a:ln>
            </p:spPr>
            <p:txBody>
              <a:bodyPr rtlCol="0" anchor="ctr"/>
              <a:lstStyle/>
              <a:p>
                <a:pPr algn="ctr"/>
                <a:r>
                  <a:rPr lang="en-IN" sz="2000" b="1" dirty="0">
                    <a:solidFill>
                      <a:schemeClr val="bg1"/>
                    </a:solidFill>
                  </a:rPr>
                  <a:t>Staff</a:t>
                </a:r>
                <a:endParaRPr lang="en-IN" sz="2000" b="1" dirty="0">
                  <a:solidFill>
                    <a:schemeClr val="bg1"/>
                  </a:solidFill>
                  <a:latin typeface="Montserrat" panose="00000500000000000000" pitchFamily="2" charset="0"/>
                </a:endParaRPr>
              </a:p>
            </p:txBody>
          </p:sp>
          <p:sp>
            <p:nvSpPr>
              <p:cNvPr id="340" name="Freeform: Shape 339">
                <a:extLst>
                  <a:ext uri="{FF2B5EF4-FFF2-40B4-BE49-F238E27FC236}">
                    <a16:creationId xmlns:a16="http://schemas.microsoft.com/office/drawing/2014/main" id="{DCC4F058-2AD3-6D3E-A0D5-D1711828BBA0}"/>
                  </a:ext>
                </a:extLst>
              </p:cNvPr>
              <p:cNvSpPr/>
              <p:nvPr/>
            </p:nvSpPr>
            <p:spPr>
              <a:xfrm>
                <a:off x="3019155" y="2881474"/>
                <a:ext cx="341489" cy="341489"/>
              </a:xfrm>
              <a:custGeom>
                <a:avLst/>
                <a:gdLst>
                  <a:gd name="connsiteX0" fmla="*/ 170853 w 341489"/>
                  <a:gd name="connsiteY0" fmla="*/ 341467 h 341489"/>
                  <a:gd name="connsiteX1" fmla="*/ -22 w 341489"/>
                  <a:gd name="connsiteY1" fmla="*/ 170851 h 341489"/>
                  <a:gd name="connsiteX2" fmla="*/ 170593 w 341489"/>
                  <a:gd name="connsiteY2" fmla="*/ -23 h 341489"/>
                  <a:gd name="connsiteX3" fmla="*/ 341468 w 341489"/>
                  <a:gd name="connsiteY3" fmla="*/ 170592 h 341489"/>
                  <a:gd name="connsiteX4" fmla="*/ 341468 w 341489"/>
                  <a:gd name="connsiteY4" fmla="*/ 170851 h 341489"/>
                  <a:gd name="connsiteX5" fmla="*/ 170853 w 341489"/>
                  <a:gd name="connsiteY5" fmla="*/ 341467 h 341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1489" h="341489">
                    <a:moveTo>
                      <a:pt x="170853" y="341467"/>
                    </a:moveTo>
                    <a:cubicBezTo>
                      <a:pt x="76554" y="341544"/>
                      <a:pt x="56" y="265150"/>
                      <a:pt x="-22" y="170851"/>
                    </a:cubicBezTo>
                    <a:cubicBezTo>
                      <a:pt x="-100" y="76553"/>
                      <a:pt x="76294" y="55"/>
                      <a:pt x="170593" y="-23"/>
                    </a:cubicBezTo>
                    <a:cubicBezTo>
                      <a:pt x="264892" y="-101"/>
                      <a:pt x="341390" y="76293"/>
                      <a:pt x="341468" y="170592"/>
                    </a:cubicBezTo>
                    <a:cubicBezTo>
                      <a:pt x="341468" y="170683"/>
                      <a:pt x="341468" y="170761"/>
                      <a:pt x="341468" y="170851"/>
                    </a:cubicBezTo>
                    <a:cubicBezTo>
                      <a:pt x="341325" y="265021"/>
                      <a:pt x="265022" y="341324"/>
                      <a:pt x="170853" y="341467"/>
                    </a:cubicBezTo>
                    <a:close/>
                  </a:path>
                </a:pathLst>
              </a:custGeom>
              <a:solidFill>
                <a:schemeClr val="accent6"/>
              </a:solidFill>
              <a:ln w="12972" cap="flat">
                <a:noFill/>
                <a:prstDash val="solid"/>
                <a:miter/>
              </a:ln>
            </p:spPr>
            <p:txBody>
              <a:bodyPr rtlCol="0" anchor="ctr"/>
              <a:lstStyle/>
              <a:p>
                <a:endParaRPr lang="en-IN"/>
              </a:p>
            </p:txBody>
          </p:sp>
          <p:sp>
            <p:nvSpPr>
              <p:cNvPr id="343" name="TextBox 342">
                <a:extLst>
                  <a:ext uri="{FF2B5EF4-FFF2-40B4-BE49-F238E27FC236}">
                    <a16:creationId xmlns:a16="http://schemas.microsoft.com/office/drawing/2014/main" id="{58D60F3E-17CE-7100-3EAB-311AC018A769}"/>
                  </a:ext>
                </a:extLst>
              </p:cNvPr>
              <p:cNvSpPr txBox="1"/>
              <p:nvPr/>
            </p:nvSpPr>
            <p:spPr>
              <a:xfrm>
                <a:off x="3014940" y="2935987"/>
                <a:ext cx="343364" cy="238848"/>
              </a:xfrm>
              <a:prstGeom prst="rect">
                <a:avLst/>
              </a:prstGeom>
              <a:noFill/>
            </p:spPr>
            <p:txBody>
              <a:bodyPr wrap="none" rtlCol="0">
                <a:spAutoFit/>
              </a:bodyPr>
              <a:lstStyle/>
              <a:p>
                <a:pPr algn="ctr"/>
                <a:r>
                  <a:rPr lang="en-IN" sz="952" b="1" spc="0" baseline="0" dirty="0">
                    <a:ln/>
                    <a:solidFill>
                      <a:srgbClr val="FFFFFF"/>
                    </a:solidFill>
                    <a:latin typeface="Montserrat" panose="00000500000000000000" pitchFamily="2" charset="0"/>
                    <a:cs typeface="Arial"/>
                    <a:sym typeface="Arial"/>
                    <a:rtl val="0"/>
                  </a:rPr>
                  <a:t>07</a:t>
                </a:r>
              </a:p>
            </p:txBody>
          </p:sp>
          <p:sp>
            <p:nvSpPr>
              <p:cNvPr id="344" name="Freeform: Shape 343">
                <a:extLst>
                  <a:ext uri="{FF2B5EF4-FFF2-40B4-BE49-F238E27FC236}">
                    <a16:creationId xmlns:a16="http://schemas.microsoft.com/office/drawing/2014/main" id="{3D13739B-CF30-4935-6DCC-8C2FC769482E}"/>
                  </a:ext>
                </a:extLst>
              </p:cNvPr>
              <p:cNvSpPr/>
              <p:nvPr/>
            </p:nvSpPr>
            <p:spPr>
              <a:xfrm>
                <a:off x="1301803" y="1297985"/>
                <a:ext cx="1672965" cy="1671648"/>
              </a:xfrm>
              <a:custGeom>
                <a:avLst/>
                <a:gdLst>
                  <a:gd name="connsiteX0" fmla="*/ 1393616 w 1672965"/>
                  <a:gd name="connsiteY0" fmla="*/ 213356 h 1671648"/>
                  <a:gd name="connsiteX1" fmla="*/ 213358 w 1672965"/>
                  <a:gd name="connsiteY1" fmla="*/ 277995 h 1671648"/>
                  <a:gd name="connsiteX2" fmla="*/ 277994 w 1672965"/>
                  <a:gd name="connsiteY2" fmla="*/ 1458249 h 1671648"/>
                  <a:gd name="connsiteX3" fmla="*/ 1322256 w 1672965"/>
                  <a:gd name="connsiteY3" fmla="*/ 1515480 h 1671648"/>
                  <a:gd name="connsiteX4" fmla="*/ 1661540 w 1672965"/>
                  <a:gd name="connsiteY4" fmla="*/ 1586969 h 1671648"/>
                  <a:gd name="connsiteX5" fmla="*/ 1672750 w 1672965"/>
                  <a:gd name="connsiteY5" fmla="*/ 1579626 h 1671648"/>
                  <a:gd name="connsiteX6" fmla="*/ 1672438 w 1672965"/>
                  <a:gd name="connsiteY6" fmla="*/ 1574643 h 1671648"/>
                  <a:gd name="connsiteX7" fmla="*/ 1564490 w 1672965"/>
                  <a:gd name="connsiteY7" fmla="*/ 1245220 h 1671648"/>
                  <a:gd name="connsiteX8" fmla="*/ 1393616 w 1672965"/>
                  <a:gd name="connsiteY8" fmla="*/ 213356 h 1671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72965" h="1671648">
                    <a:moveTo>
                      <a:pt x="1393616" y="213356"/>
                    </a:moveTo>
                    <a:cubicBezTo>
                      <a:pt x="1049842" y="-94714"/>
                      <a:pt x="521428" y="-65776"/>
                      <a:pt x="213358" y="277995"/>
                    </a:cubicBezTo>
                    <a:cubicBezTo>
                      <a:pt x="-94713" y="621755"/>
                      <a:pt x="-65774" y="1150182"/>
                      <a:pt x="277994" y="1458249"/>
                    </a:cubicBezTo>
                    <a:cubicBezTo>
                      <a:pt x="569677" y="1719647"/>
                      <a:pt x="1003757" y="1743429"/>
                      <a:pt x="1322256" y="1515480"/>
                    </a:cubicBezTo>
                    <a:lnTo>
                      <a:pt x="1661540" y="1586969"/>
                    </a:lnTo>
                    <a:cubicBezTo>
                      <a:pt x="1666665" y="1588033"/>
                      <a:pt x="1671673" y="1584750"/>
                      <a:pt x="1672750" y="1579626"/>
                    </a:cubicBezTo>
                    <a:cubicBezTo>
                      <a:pt x="1673087" y="1577965"/>
                      <a:pt x="1672983" y="1576252"/>
                      <a:pt x="1672438" y="1574643"/>
                    </a:cubicBezTo>
                    <a:lnTo>
                      <a:pt x="1564490" y="1245220"/>
                    </a:lnTo>
                    <a:cubicBezTo>
                      <a:pt x="1756319" y="903704"/>
                      <a:pt x="1685283" y="474805"/>
                      <a:pt x="1393616" y="213356"/>
                    </a:cubicBezTo>
                    <a:close/>
                  </a:path>
                </a:pathLst>
              </a:custGeom>
              <a:solidFill>
                <a:schemeClr val="bg1"/>
              </a:solidFill>
              <a:ln w="12972" cap="flat">
                <a:noFill/>
                <a:prstDash val="solid"/>
                <a:miter/>
              </a:ln>
              <a:effectLst>
                <a:outerShdw blurRad="63500" sx="102000" sy="102000" algn="ctr" rotWithShape="0">
                  <a:prstClr val="black">
                    <a:alpha val="10000"/>
                  </a:prstClr>
                </a:outerShdw>
              </a:effectLst>
            </p:spPr>
            <p:txBody>
              <a:bodyPr rtlCol="0" anchor="ctr"/>
              <a:lstStyle/>
              <a:p>
                <a:endParaRPr lang="en-IN"/>
              </a:p>
            </p:txBody>
          </p:sp>
          <p:sp>
            <p:nvSpPr>
              <p:cNvPr id="345" name="Freeform: Shape 344">
                <a:extLst>
                  <a:ext uri="{FF2B5EF4-FFF2-40B4-BE49-F238E27FC236}">
                    <a16:creationId xmlns:a16="http://schemas.microsoft.com/office/drawing/2014/main" id="{0C999D21-2788-9F4B-72BF-2F294F3C00B6}"/>
                  </a:ext>
                </a:extLst>
              </p:cNvPr>
              <p:cNvSpPr/>
              <p:nvPr/>
            </p:nvSpPr>
            <p:spPr>
              <a:xfrm>
                <a:off x="1460264" y="1490864"/>
                <a:ext cx="1355840" cy="1355845"/>
              </a:xfrm>
              <a:custGeom>
                <a:avLst/>
                <a:gdLst>
                  <a:gd name="connsiteX0" fmla="*/ 676991 w 1355840"/>
                  <a:gd name="connsiteY0" fmla="*/ 1355816 h 1355845"/>
                  <a:gd name="connsiteX1" fmla="*/ -21 w 1355840"/>
                  <a:gd name="connsiteY1" fmla="*/ 676988 h 1355845"/>
                  <a:gd name="connsiteX2" fmla="*/ 678807 w 1355840"/>
                  <a:gd name="connsiteY2" fmla="*/ -23 h 1355845"/>
                  <a:gd name="connsiteX3" fmla="*/ 1355818 w 1355840"/>
                  <a:gd name="connsiteY3" fmla="*/ 678805 h 1355845"/>
                  <a:gd name="connsiteX4" fmla="*/ 1269019 w 1355840"/>
                  <a:gd name="connsiteY4" fmla="*/ 1009785 h 1355845"/>
                  <a:gd name="connsiteX5" fmla="*/ 1235025 w 1355840"/>
                  <a:gd name="connsiteY5" fmla="*/ 1070117 h 1355845"/>
                  <a:gd name="connsiteX6" fmla="*/ 1285237 w 1355840"/>
                  <a:gd name="connsiteY6" fmla="*/ 1222178 h 1355845"/>
                  <a:gd name="connsiteX7" fmla="*/ 1128894 w 1355840"/>
                  <a:gd name="connsiteY7" fmla="*/ 1189223 h 1355845"/>
                  <a:gd name="connsiteX8" fmla="*/ 1072584 w 1355840"/>
                  <a:gd name="connsiteY8" fmla="*/ 1229574 h 1355845"/>
                  <a:gd name="connsiteX9" fmla="*/ 676991 w 1355840"/>
                  <a:gd name="connsiteY9" fmla="*/ 1355816 h 1355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55840" h="1355845">
                    <a:moveTo>
                      <a:pt x="676991" y="1355816"/>
                    </a:moveTo>
                    <a:cubicBezTo>
                      <a:pt x="302587" y="1355310"/>
                      <a:pt x="-522" y="1051394"/>
                      <a:pt x="-21" y="676988"/>
                    </a:cubicBezTo>
                    <a:cubicBezTo>
                      <a:pt x="479" y="302582"/>
                      <a:pt x="304399" y="-516"/>
                      <a:pt x="678807" y="-23"/>
                    </a:cubicBezTo>
                    <a:cubicBezTo>
                      <a:pt x="1053213" y="483"/>
                      <a:pt x="1356311" y="304399"/>
                      <a:pt x="1355818" y="678805"/>
                    </a:cubicBezTo>
                    <a:cubicBezTo>
                      <a:pt x="1355662" y="794732"/>
                      <a:pt x="1325782" y="908700"/>
                      <a:pt x="1269019" y="1009785"/>
                    </a:cubicBezTo>
                    <a:lnTo>
                      <a:pt x="1235025" y="1070117"/>
                    </a:lnTo>
                    <a:lnTo>
                      <a:pt x="1285237" y="1222178"/>
                    </a:lnTo>
                    <a:lnTo>
                      <a:pt x="1128894" y="1189223"/>
                    </a:lnTo>
                    <a:lnTo>
                      <a:pt x="1072584" y="1229574"/>
                    </a:lnTo>
                    <a:cubicBezTo>
                      <a:pt x="957306" y="1312273"/>
                      <a:pt x="818867" y="1356464"/>
                      <a:pt x="676991" y="1355816"/>
                    </a:cubicBezTo>
                    <a:close/>
                  </a:path>
                </a:pathLst>
              </a:custGeom>
              <a:solidFill>
                <a:srgbClr val="0070C0"/>
              </a:solidFill>
              <a:ln w="12972" cap="flat">
                <a:noFill/>
                <a:prstDash val="solid"/>
                <a:miter/>
              </a:ln>
            </p:spPr>
            <p:txBody>
              <a:bodyPr rtlCol="0" anchor="ctr"/>
              <a:lstStyle/>
              <a:p>
                <a:pPr algn="ctr"/>
                <a:r>
                  <a:rPr lang="en-IN" sz="2000" b="1" dirty="0">
                    <a:solidFill>
                      <a:schemeClr val="bg1"/>
                    </a:solidFill>
                  </a:rPr>
                  <a:t>Skills</a:t>
                </a:r>
                <a:endParaRPr lang="en-IN" sz="2000" b="1" dirty="0">
                  <a:solidFill>
                    <a:schemeClr val="bg1"/>
                  </a:solidFill>
                  <a:latin typeface="Montserrat" panose="00000500000000000000" pitchFamily="2" charset="0"/>
                </a:endParaRPr>
              </a:p>
            </p:txBody>
          </p:sp>
          <p:sp>
            <p:nvSpPr>
              <p:cNvPr id="346" name="Freeform: Shape 345">
                <a:extLst>
                  <a:ext uri="{FF2B5EF4-FFF2-40B4-BE49-F238E27FC236}">
                    <a16:creationId xmlns:a16="http://schemas.microsoft.com/office/drawing/2014/main" id="{E64734CF-32CA-F93F-3384-8256DCEE079A}"/>
                  </a:ext>
                </a:extLst>
              </p:cNvPr>
              <p:cNvSpPr/>
              <p:nvPr/>
            </p:nvSpPr>
            <p:spPr>
              <a:xfrm rot="16750801">
                <a:off x="4352558" y="2880055"/>
                <a:ext cx="341230" cy="341230"/>
              </a:xfrm>
              <a:custGeom>
                <a:avLst/>
                <a:gdLst>
                  <a:gd name="connsiteX0" fmla="*/ 341208 w 341230"/>
                  <a:gd name="connsiteY0" fmla="*/ 170592 h 341230"/>
                  <a:gd name="connsiteX1" fmla="*/ 170593 w 341230"/>
                  <a:gd name="connsiteY1" fmla="*/ 341207 h 341230"/>
                  <a:gd name="connsiteX2" fmla="*/ -22 w 341230"/>
                  <a:gd name="connsiteY2" fmla="*/ 170592 h 341230"/>
                  <a:gd name="connsiteX3" fmla="*/ 170593 w 341230"/>
                  <a:gd name="connsiteY3" fmla="*/ -23 h 341230"/>
                  <a:gd name="connsiteX4" fmla="*/ 341208 w 341230"/>
                  <a:gd name="connsiteY4" fmla="*/ 170592 h 3412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230" h="341230">
                    <a:moveTo>
                      <a:pt x="341208" y="170592"/>
                    </a:moveTo>
                    <a:cubicBezTo>
                      <a:pt x="341208" y="264820"/>
                      <a:pt x="264821" y="341207"/>
                      <a:pt x="170593" y="341207"/>
                    </a:cubicBezTo>
                    <a:cubicBezTo>
                      <a:pt x="76365" y="341207"/>
                      <a:pt x="-22" y="264820"/>
                      <a:pt x="-22" y="170592"/>
                    </a:cubicBezTo>
                    <a:cubicBezTo>
                      <a:pt x="-22" y="76364"/>
                      <a:pt x="76365" y="-23"/>
                      <a:pt x="170593" y="-23"/>
                    </a:cubicBezTo>
                    <a:cubicBezTo>
                      <a:pt x="264821" y="-23"/>
                      <a:pt x="341208" y="76364"/>
                      <a:pt x="341208" y="170592"/>
                    </a:cubicBezTo>
                    <a:close/>
                  </a:path>
                </a:pathLst>
              </a:custGeom>
              <a:solidFill>
                <a:schemeClr val="accent1"/>
              </a:solidFill>
              <a:ln w="12972" cap="flat">
                <a:noFill/>
                <a:prstDash val="solid"/>
                <a:miter/>
              </a:ln>
            </p:spPr>
            <p:txBody>
              <a:bodyPr rtlCol="0" anchor="ctr"/>
              <a:lstStyle/>
              <a:p>
                <a:endParaRPr lang="en-IN"/>
              </a:p>
            </p:txBody>
          </p:sp>
          <p:sp>
            <p:nvSpPr>
              <p:cNvPr id="347" name="TextBox 346">
                <a:extLst>
                  <a:ext uri="{FF2B5EF4-FFF2-40B4-BE49-F238E27FC236}">
                    <a16:creationId xmlns:a16="http://schemas.microsoft.com/office/drawing/2014/main" id="{9507A557-5820-B9F9-9C92-07C449139F8B}"/>
                  </a:ext>
                </a:extLst>
              </p:cNvPr>
              <p:cNvSpPr txBox="1"/>
              <p:nvPr/>
            </p:nvSpPr>
            <p:spPr>
              <a:xfrm>
                <a:off x="4352920" y="2929500"/>
                <a:ext cx="340158" cy="238848"/>
              </a:xfrm>
              <a:prstGeom prst="rect">
                <a:avLst/>
              </a:prstGeom>
              <a:noFill/>
            </p:spPr>
            <p:txBody>
              <a:bodyPr wrap="none" rtlCol="0">
                <a:spAutoFit/>
              </a:bodyPr>
              <a:lstStyle/>
              <a:p>
                <a:pPr algn="ctr"/>
                <a:r>
                  <a:rPr lang="en-IN" sz="952" b="1" spc="0" baseline="0">
                    <a:ln/>
                    <a:solidFill>
                      <a:srgbClr val="FFFFFF"/>
                    </a:solidFill>
                    <a:latin typeface="Montserrat" panose="00000500000000000000" pitchFamily="2" charset="0"/>
                    <a:cs typeface="Arial"/>
                    <a:sym typeface="Arial"/>
                    <a:rtl val="0"/>
                  </a:rPr>
                  <a:t>02</a:t>
                </a:r>
              </a:p>
            </p:txBody>
          </p:sp>
          <p:sp>
            <p:nvSpPr>
              <p:cNvPr id="348" name="Freeform: Shape 347">
                <a:extLst>
                  <a:ext uri="{FF2B5EF4-FFF2-40B4-BE49-F238E27FC236}">
                    <a16:creationId xmlns:a16="http://schemas.microsoft.com/office/drawing/2014/main" id="{BBA286DA-1D1E-C223-5780-2570A3939E2A}"/>
                  </a:ext>
                </a:extLst>
              </p:cNvPr>
              <p:cNvSpPr/>
              <p:nvPr/>
            </p:nvSpPr>
            <p:spPr>
              <a:xfrm>
                <a:off x="4734397" y="1317972"/>
                <a:ext cx="1688509" cy="1671818"/>
              </a:xfrm>
              <a:custGeom>
                <a:avLst/>
                <a:gdLst>
                  <a:gd name="connsiteX0" fmla="*/ 1397455 w 1688509"/>
                  <a:gd name="connsiteY0" fmla="*/ 1469674 h 1671818"/>
                  <a:gd name="connsiteX1" fmla="*/ 1486512 w 1688509"/>
                  <a:gd name="connsiteY1" fmla="*/ 291003 h 1671818"/>
                  <a:gd name="connsiteX2" fmla="*/ 307841 w 1688509"/>
                  <a:gd name="connsiteY2" fmla="*/ 201945 h 1671818"/>
                  <a:gd name="connsiteX3" fmla="*/ 115572 w 1688509"/>
                  <a:gd name="connsiteY3" fmla="*/ 1229904 h 1671818"/>
                  <a:gd name="connsiteX4" fmla="*/ 747 w 1688509"/>
                  <a:gd name="connsiteY4" fmla="*/ 1556992 h 1671818"/>
                  <a:gd name="connsiteX5" fmla="*/ 5716 w 1688509"/>
                  <a:gd name="connsiteY5" fmla="*/ 1569435 h 1671818"/>
                  <a:gd name="connsiteX6" fmla="*/ 11516 w 1688509"/>
                  <a:gd name="connsiteY6" fmla="*/ 1569967 h 1671818"/>
                  <a:gd name="connsiteX7" fmla="*/ 352097 w 1688509"/>
                  <a:gd name="connsiteY7" fmla="*/ 1505743 h 1671818"/>
                  <a:gd name="connsiteX8" fmla="*/ 1397455 w 1688509"/>
                  <a:gd name="connsiteY8" fmla="*/ 1469674 h 167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88509" h="1671818">
                    <a:moveTo>
                      <a:pt x="1397455" y="1469674"/>
                    </a:moveTo>
                    <a:cubicBezTo>
                      <a:pt x="1747534" y="1168781"/>
                      <a:pt x="1787404" y="641081"/>
                      <a:pt x="1486512" y="291003"/>
                    </a:cubicBezTo>
                    <a:cubicBezTo>
                      <a:pt x="1185620" y="-59066"/>
                      <a:pt x="657920" y="-98938"/>
                      <a:pt x="307841" y="201945"/>
                    </a:cubicBezTo>
                    <a:cubicBezTo>
                      <a:pt x="10828" y="457232"/>
                      <a:pt x="-69095" y="884522"/>
                      <a:pt x="115572" y="1229904"/>
                    </a:cubicBezTo>
                    <a:lnTo>
                      <a:pt x="747" y="1556992"/>
                    </a:lnTo>
                    <a:cubicBezTo>
                      <a:pt x="-1316" y="1561806"/>
                      <a:pt x="916" y="1567372"/>
                      <a:pt x="5716" y="1569435"/>
                    </a:cubicBezTo>
                    <a:cubicBezTo>
                      <a:pt x="7545" y="1570213"/>
                      <a:pt x="9570" y="1570395"/>
                      <a:pt x="11516" y="1569967"/>
                    </a:cubicBezTo>
                    <a:lnTo>
                      <a:pt x="352097" y="1505743"/>
                    </a:lnTo>
                    <a:cubicBezTo>
                      <a:pt x="666003" y="1739985"/>
                      <a:pt x="1100442" y="1724999"/>
                      <a:pt x="1397455" y="1469674"/>
                    </a:cubicBezTo>
                    <a:close/>
                  </a:path>
                </a:pathLst>
              </a:custGeom>
              <a:solidFill>
                <a:schemeClr val="bg1"/>
              </a:solidFill>
              <a:ln w="12972" cap="flat">
                <a:noFill/>
                <a:prstDash val="solid"/>
                <a:miter/>
              </a:ln>
              <a:effectLst>
                <a:outerShdw blurRad="63500" sx="102000" sy="102000" algn="ctr" rotWithShape="0">
                  <a:prstClr val="black">
                    <a:alpha val="10000"/>
                  </a:prstClr>
                </a:outerShdw>
              </a:effectLst>
            </p:spPr>
            <p:txBody>
              <a:bodyPr rtlCol="0" anchor="ctr"/>
              <a:lstStyle/>
              <a:p>
                <a:endParaRPr lang="en-IN"/>
              </a:p>
            </p:txBody>
          </p:sp>
          <p:sp>
            <p:nvSpPr>
              <p:cNvPr id="349" name="Freeform: Shape 348">
                <a:extLst>
                  <a:ext uri="{FF2B5EF4-FFF2-40B4-BE49-F238E27FC236}">
                    <a16:creationId xmlns:a16="http://schemas.microsoft.com/office/drawing/2014/main" id="{2ABDEFDC-2981-A4BF-7208-60A1C238CFA7}"/>
                  </a:ext>
                </a:extLst>
              </p:cNvPr>
              <p:cNvSpPr/>
              <p:nvPr/>
            </p:nvSpPr>
            <p:spPr>
              <a:xfrm>
                <a:off x="4909154" y="1510642"/>
                <a:ext cx="1365721" cy="1356098"/>
              </a:xfrm>
              <a:custGeom>
                <a:avLst/>
                <a:gdLst>
                  <a:gd name="connsiteX0" fmla="*/ 678806 w 1365721"/>
                  <a:gd name="connsiteY0" fmla="*/ 1356018 h 1356098"/>
                  <a:gd name="connsiteX1" fmla="*/ 272055 w 1365721"/>
                  <a:gd name="connsiteY1" fmla="*/ 1221213 h 1356098"/>
                  <a:gd name="connsiteX2" fmla="*/ 216654 w 1365721"/>
                  <a:gd name="connsiteY2" fmla="*/ 1179565 h 1356098"/>
                  <a:gd name="connsiteX3" fmla="*/ 59662 w 1365721"/>
                  <a:gd name="connsiteY3" fmla="*/ 1209277 h 1356098"/>
                  <a:gd name="connsiteX4" fmla="*/ 112598 w 1365721"/>
                  <a:gd name="connsiteY4" fmla="*/ 1058513 h 1356098"/>
                  <a:gd name="connsiteX5" fmla="*/ 79902 w 1365721"/>
                  <a:gd name="connsiteY5" fmla="*/ 997532 h 1356098"/>
                  <a:gd name="connsiteX6" fmla="*/ 10618 w 1365721"/>
                  <a:gd name="connsiteY6" fmla="*/ 557306 h 1356098"/>
                  <a:gd name="connsiteX7" fmla="*/ 677768 w 1365721"/>
                  <a:gd name="connsiteY7" fmla="*/ 50 h 1356098"/>
                  <a:gd name="connsiteX8" fmla="*/ 1365626 w 1365721"/>
                  <a:gd name="connsiteY8" fmla="*/ 668148 h 1356098"/>
                  <a:gd name="connsiteX9" fmla="*/ 697541 w 1365721"/>
                  <a:gd name="connsiteY9" fmla="*/ 1356006 h 1356098"/>
                  <a:gd name="connsiteX10" fmla="*/ 678806 w 1365721"/>
                  <a:gd name="connsiteY10" fmla="*/ 1356018 h 1356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65721" h="1356098">
                    <a:moveTo>
                      <a:pt x="678806" y="1356018"/>
                    </a:moveTo>
                    <a:cubicBezTo>
                      <a:pt x="532272" y="1355876"/>
                      <a:pt x="389669" y="1308622"/>
                      <a:pt x="272055" y="1221213"/>
                    </a:cubicBezTo>
                    <a:lnTo>
                      <a:pt x="216654" y="1179565"/>
                    </a:lnTo>
                    <a:lnTo>
                      <a:pt x="59662" y="1209277"/>
                    </a:lnTo>
                    <a:lnTo>
                      <a:pt x="112598" y="1058513"/>
                    </a:lnTo>
                    <a:lnTo>
                      <a:pt x="79902" y="997532"/>
                    </a:lnTo>
                    <a:cubicBezTo>
                      <a:pt x="8140" y="862701"/>
                      <a:pt x="-16265" y="707668"/>
                      <a:pt x="10618" y="557306"/>
                    </a:cubicBezTo>
                    <a:cubicBezTo>
                      <a:pt x="68588" y="234435"/>
                      <a:pt x="349734" y="-391"/>
                      <a:pt x="677768" y="50"/>
                    </a:cubicBezTo>
                    <a:cubicBezTo>
                      <a:pt x="1052201" y="-5412"/>
                      <a:pt x="1360177" y="293703"/>
                      <a:pt x="1365626" y="668148"/>
                    </a:cubicBezTo>
                    <a:cubicBezTo>
                      <a:pt x="1371089" y="1042580"/>
                      <a:pt x="1071974" y="1350543"/>
                      <a:pt x="697541" y="1356006"/>
                    </a:cubicBezTo>
                    <a:cubicBezTo>
                      <a:pt x="691288" y="1356096"/>
                      <a:pt x="685047" y="1356096"/>
                      <a:pt x="678806" y="1356018"/>
                    </a:cubicBezTo>
                    <a:close/>
                  </a:path>
                </a:pathLst>
              </a:custGeom>
              <a:solidFill>
                <a:schemeClr val="bg2">
                  <a:lumMod val="60000"/>
                  <a:lumOff val="40000"/>
                </a:schemeClr>
              </a:solidFill>
              <a:ln w="12972" cap="flat">
                <a:noFill/>
                <a:prstDash val="solid"/>
                <a:miter/>
              </a:ln>
            </p:spPr>
            <p:txBody>
              <a:bodyPr rtlCol="0" anchor="ctr"/>
              <a:lstStyle/>
              <a:p>
                <a:pPr algn="ctr"/>
                <a:r>
                  <a:rPr lang="en-IN" sz="2000" b="1" dirty="0">
                    <a:solidFill>
                      <a:schemeClr val="bg1"/>
                    </a:solidFill>
                  </a:rPr>
                  <a:t>Structure</a:t>
                </a:r>
                <a:endParaRPr lang="en-IN" sz="2000" b="1" dirty="0">
                  <a:solidFill>
                    <a:schemeClr val="bg1"/>
                  </a:solidFill>
                  <a:latin typeface="Montserrat" panose="00000500000000000000" pitchFamily="2" charset="0"/>
                </a:endParaRPr>
              </a:p>
            </p:txBody>
          </p:sp>
          <p:sp>
            <p:nvSpPr>
              <p:cNvPr id="350" name="Freeform: Shape 349">
                <a:extLst>
                  <a:ext uri="{FF2B5EF4-FFF2-40B4-BE49-F238E27FC236}">
                    <a16:creationId xmlns:a16="http://schemas.microsoft.com/office/drawing/2014/main" id="{CFFD7A5A-332A-8118-E017-6286D933623D}"/>
                  </a:ext>
                </a:extLst>
              </p:cNvPr>
              <p:cNvSpPr/>
              <p:nvPr/>
            </p:nvSpPr>
            <p:spPr>
              <a:xfrm>
                <a:off x="3344816" y="4110422"/>
                <a:ext cx="341230" cy="341230"/>
              </a:xfrm>
              <a:custGeom>
                <a:avLst/>
                <a:gdLst>
                  <a:gd name="connsiteX0" fmla="*/ 170463 w 341230"/>
                  <a:gd name="connsiteY0" fmla="*/ 341207 h 341230"/>
                  <a:gd name="connsiteX1" fmla="*/ -22 w 341230"/>
                  <a:gd name="connsiteY1" fmla="*/ 170462 h 341230"/>
                  <a:gd name="connsiteX2" fmla="*/ 170723 w 341230"/>
                  <a:gd name="connsiteY2" fmla="*/ -23 h 341230"/>
                  <a:gd name="connsiteX3" fmla="*/ 341208 w 341230"/>
                  <a:gd name="connsiteY3" fmla="*/ 170592 h 341230"/>
                  <a:gd name="connsiteX4" fmla="*/ 170463 w 341230"/>
                  <a:gd name="connsiteY4" fmla="*/ 341207 h 3412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230" h="341230">
                    <a:moveTo>
                      <a:pt x="170463" y="341207"/>
                    </a:moveTo>
                    <a:cubicBezTo>
                      <a:pt x="76229" y="341129"/>
                      <a:pt x="-100" y="264696"/>
                      <a:pt x="-22" y="170462"/>
                    </a:cubicBezTo>
                    <a:cubicBezTo>
                      <a:pt x="56" y="76228"/>
                      <a:pt x="76489" y="-101"/>
                      <a:pt x="170723" y="-23"/>
                    </a:cubicBezTo>
                    <a:cubicBezTo>
                      <a:pt x="264905" y="54"/>
                      <a:pt x="341208" y="76410"/>
                      <a:pt x="341208" y="170592"/>
                    </a:cubicBezTo>
                    <a:cubicBezTo>
                      <a:pt x="341065" y="264813"/>
                      <a:pt x="264684" y="341142"/>
                      <a:pt x="170463" y="341207"/>
                    </a:cubicBezTo>
                    <a:close/>
                  </a:path>
                </a:pathLst>
              </a:custGeom>
              <a:solidFill>
                <a:schemeClr val="accent4"/>
              </a:solidFill>
              <a:ln w="12972" cap="flat">
                <a:noFill/>
                <a:prstDash val="solid"/>
                <a:miter/>
              </a:ln>
            </p:spPr>
            <p:txBody>
              <a:bodyPr rtlCol="0" anchor="ctr"/>
              <a:lstStyle/>
              <a:p>
                <a:endParaRPr lang="en-IN"/>
              </a:p>
            </p:txBody>
          </p:sp>
          <p:sp>
            <p:nvSpPr>
              <p:cNvPr id="351" name="TextBox 350">
                <a:extLst>
                  <a:ext uri="{FF2B5EF4-FFF2-40B4-BE49-F238E27FC236}">
                    <a16:creationId xmlns:a16="http://schemas.microsoft.com/office/drawing/2014/main" id="{320E2E79-51F5-175E-E1D9-A5AC2CA4EF06}"/>
                  </a:ext>
                </a:extLst>
              </p:cNvPr>
              <p:cNvSpPr txBox="1"/>
              <p:nvPr/>
            </p:nvSpPr>
            <p:spPr>
              <a:xfrm>
                <a:off x="3334419" y="4162080"/>
                <a:ext cx="340158" cy="238848"/>
              </a:xfrm>
              <a:prstGeom prst="rect">
                <a:avLst/>
              </a:prstGeom>
              <a:noFill/>
            </p:spPr>
            <p:txBody>
              <a:bodyPr wrap="none" rtlCol="0">
                <a:spAutoFit/>
              </a:bodyPr>
              <a:lstStyle/>
              <a:p>
                <a:pPr algn="ctr"/>
                <a:r>
                  <a:rPr lang="en-IN" sz="952" b="1" spc="0" baseline="0">
                    <a:ln/>
                    <a:solidFill>
                      <a:srgbClr val="FFFFFF"/>
                    </a:solidFill>
                    <a:latin typeface="Montserrat" panose="00000500000000000000" pitchFamily="2" charset="0"/>
                    <a:cs typeface="Arial"/>
                    <a:sym typeface="Arial"/>
                    <a:rtl val="0"/>
                  </a:rPr>
                  <a:t>05</a:t>
                </a:r>
              </a:p>
            </p:txBody>
          </p:sp>
          <p:sp>
            <p:nvSpPr>
              <p:cNvPr id="352" name="Freeform: Shape 351">
                <a:extLst>
                  <a:ext uri="{FF2B5EF4-FFF2-40B4-BE49-F238E27FC236}">
                    <a16:creationId xmlns:a16="http://schemas.microsoft.com/office/drawing/2014/main" id="{0C7531C7-C44F-6A18-E29E-A0A45FA645C9}"/>
                  </a:ext>
                </a:extLst>
              </p:cNvPr>
              <p:cNvSpPr/>
              <p:nvPr/>
            </p:nvSpPr>
            <p:spPr>
              <a:xfrm>
                <a:off x="2054370" y="4486771"/>
                <a:ext cx="1671589" cy="1827697"/>
              </a:xfrm>
              <a:custGeom>
                <a:avLst/>
                <a:gdLst>
                  <a:gd name="connsiteX0" fmla="*/ 97026 w 1671589"/>
                  <a:gd name="connsiteY0" fmla="*/ 601258 h 1827697"/>
                  <a:gd name="connsiteX1" fmla="*/ 445276 w 1671589"/>
                  <a:gd name="connsiteY1" fmla="*/ 1730626 h 1827697"/>
                  <a:gd name="connsiteX2" fmla="*/ 1574644 w 1671589"/>
                  <a:gd name="connsiteY2" fmla="*/ 1382389 h 1827697"/>
                  <a:gd name="connsiteX3" fmla="*/ 1377742 w 1671589"/>
                  <a:gd name="connsiteY3" fmla="*/ 355650 h 1827697"/>
                  <a:gd name="connsiteX4" fmla="*/ 1364768 w 1671589"/>
                  <a:gd name="connsiteY4" fmla="*/ 9230 h 1827697"/>
                  <a:gd name="connsiteX5" fmla="*/ 1355076 w 1671589"/>
                  <a:gd name="connsiteY5" fmla="*/ -21 h 1827697"/>
                  <a:gd name="connsiteX6" fmla="*/ 1350236 w 1671589"/>
                  <a:gd name="connsiteY6" fmla="*/ 1445 h 1827697"/>
                  <a:gd name="connsiteX7" fmla="*/ 1056882 w 1671589"/>
                  <a:gd name="connsiteY7" fmla="*/ 185424 h 1827697"/>
                  <a:gd name="connsiteX8" fmla="*/ 97026 w 1671589"/>
                  <a:gd name="connsiteY8" fmla="*/ 601258 h 1827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71589" h="1827697">
                    <a:moveTo>
                      <a:pt x="97026" y="601258"/>
                    </a:moveTo>
                    <a:cubicBezTo>
                      <a:pt x="-118675" y="1009294"/>
                      <a:pt x="37240" y="1514924"/>
                      <a:pt x="445276" y="1730626"/>
                    </a:cubicBezTo>
                    <a:cubicBezTo>
                      <a:pt x="853299" y="1946327"/>
                      <a:pt x="1358942" y="1790412"/>
                      <a:pt x="1574644" y="1382389"/>
                    </a:cubicBezTo>
                    <a:cubicBezTo>
                      <a:pt x="1757610" y="1036268"/>
                      <a:pt x="1675780" y="609523"/>
                      <a:pt x="1377742" y="355650"/>
                    </a:cubicBezTo>
                    <a:lnTo>
                      <a:pt x="1364768" y="9230"/>
                    </a:lnTo>
                    <a:cubicBezTo>
                      <a:pt x="1364651" y="4001"/>
                      <a:pt x="1360305" y="-138"/>
                      <a:pt x="1355076" y="-21"/>
                    </a:cubicBezTo>
                    <a:cubicBezTo>
                      <a:pt x="1353363" y="18"/>
                      <a:pt x="1351689" y="524"/>
                      <a:pt x="1350236" y="1445"/>
                    </a:cubicBezTo>
                    <a:lnTo>
                      <a:pt x="1056882" y="185424"/>
                    </a:lnTo>
                    <a:cubicBezTo>
                      <a:pt x="679012" y="81991"/>
                      <a:pt x="280006" y="254851"/>
                      <a:pt x="97026" y="601258"/>
                    </a:cubicBezTo>
                    <a:close/>
                  </a:path>
                </a:pathLst>
              </a:custGeom>
              <a:solidFill>
                <a:srgbClr val="FFFFFF"/>
              </a:solidFill>
              <a:ln w="12972" cap="flat">
                <a:noFill/>
                <a:prstDash val="solid"/>
                <a:miter/>
              </a:ln>
            </p:spPr>
            <p:txBody>
              <a:bodyPr rtlCol="0" anchor="ctr"/>
              <a:lstStyle/>
              <a:p>
                <a:endParaRPr lang="en-IN"/>
              </a:p>
            </p:txBody>
          </p:sp>
          <p:sp>
            <p:nvSpPr>
              <p:cNvPr id="353" name="Freeform: Shape 352">
                <a:extLst>
                  <a:ext uri="{FF2B5EF4-FFF2-40B4-BE49-F238E27FC236}">
                    <a16:creationId xmlns:a16="http://schemas.microsoft.com/office/drawing/2014/main" id="{44F55175-22C4-6A97-524E-A959C30DDDDA}"/>
                  </a:ext>
                </a:extLst>
              </p:cNvPr>
              <p:cNvSpPr/>
              <p:nvPr/>
            </p:nvSpPr>
            <p:spPr>
              <a:xfrm>
                <a:off x="2054278" y="4521409"/>
                <a:ext cx="1671850" cy="1827909"/>
              </a:xfrm>
              <a:custGeom>
                <a:avLst/>
                <a:gdLst>
                  <a:gd name="connsiteX0" fmla="*/ 97118 w 1671850"/>
                  <a:gd name="connsiteY0" fmla="*/ 601132 h 1827909"/>
                  <a:gd name="connsiteX1" fmla="*/ 445199 w 1671850"/>
                  <a:gd name="connsiteY1" fmla="*/ 1730746 h 1827909"/>
                  <a:gd name="connsiteX2" fmla="*/ 1574813 w 1671850"/>
                  <a:gd name="connsiteY2" fmla="*/ 1382666 h 1827909"/>
                  <a:gd name="connsiteX3" fmla="*/ 1377834 w 1671850"/>
                  <a:gd name="connsiteY3" fmla="*/ 355524 h 1827909"/>
                  <a:gd name="connsiteX4" fmla="*/ 1364859 w 1671850"/>
                  <a:gd name="connsiteY4" fmla="*/ 9104 h 1827909"/>
                  <a:gd name="connsiteX5" fmla="*/ 1355051 w 1671850"/>
                  <a:gd name="connsiteY5" fmla="*/ -16 h 1827909"/>
                  <a:gd name="connsiteX6" fmla="*/ 1350328 w 1671850"/>
                  <a:gd name="connsiteY6" fmla="*/ 1449 h 1827909"/>
                  <a:gd name="connsiteX7" fmla="*/ 1056974 w 1671850"/>
                  <a:gd name="connsiteY7" fmla="*/ 185818 h 1827909"/>
                  <a:gd name="connsiteX8" fmla="*/ 97118 w 1671850"/>
                  <a:gd name="connsiteY8" fmla="*/ 601132 h 1827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71850" h="1827909">
                    <a:moveTo>
                      <a:pt x="97118" y="601132"/>
                    </a:moveTo>
                    <a:cubicBezTo>
                      <a:pt x="-118700" y="1009181"/>
                      <a:pt x="37150" y="1514928"/>
                      <a:pt x="445199" y="1730746"/>
                    </a:cubicBezTo>
                    <a:cubicBezTo>
                      <a:pt x="853248" y="1946565"/>
                      <a:pt x="1358995" y="1790715"/>
                      <a:pt x="1574813" y="1382666"/>
                    </a:cubicBezTo>
                    <a:cubicBezTo>
                      <a:pt x="1757936" y="1036428"/>
                      <a:pt x="1676053" y="609462"/>
                      <a:pt x="1377834" y="355524"/>
                    </a:cubicBezTo>
                    <a:lnTo>
                      <a:pt x="1364859" y="9104"/>
                    </a:lnTo>
                    <a:cubicBezTo>
                      <a:pt x="1364665" y="3876"/>
                      <a:pt x="1360279" y="-211"/>
                      <a:pt x="1355051" y="-16"/>
                    </a:cubicBezTo>
                    <a:cubicBezTo>
                      <a:pt x="1353377" y="48"/>
                      <a:pt x="1351742" y="554"/>
                      <a:pt x="1350328" y="1449"/>
                    </a:cubicBezTo>
                    <a:lnTo>
                      <a:pt x="1056974" y="185818"/>
                    </a:lnTo>
                    <a:cubicBezTo>
                      <a:pt x="679233" y="82359"/>
                      <a:pt x="280305" y="254972"/>
                      <a:pt x="97118" y="601132"/>
                    </a:cubicBezTo>
                    <a:close/>
                  </a:path>
                </a:pathLst>
              </a:custGeom>
              <a:solidFill>
                <a:schemeClr val="bg1"/>
              </a:solidFill>
              <a:ln w="12972" cap="flat">
                <a:noFill/>
                <a:prstDash val="solid"/>
                <a:miter/>
              </a:ln>
              <a:effectLst>
                <a:outerShdw blurRad="63500" sx="102000" sy="102000" algn="ctr" rotWithShape="0">
                  <a:prstClr val="black">
                    <a:alpha val="10000"/>
                  </a:prstClr>
                </a:outerShdw>
              </a:effectLst>
            </p:spPr>
            <p:txBody>
              <a:bodyPr rtlCol="0" anchor="ctr"/>
              <a:lstStyle/>
              <a:p>
                <a:endParaRPr lang="en-IN"/>
              </a:p>
            </p:txBody>
          </p:sp>
          <p:sp>
            <p:nvSpPr>
              <p:cNvPr id="354" name="Freeform: Shape 353">
                <a:extLst>
                  <a:ext uri="{FF2B5EF4-FFF2-40B4-BE49-F238E27FC236}">
                    <a16:creationId xmlns:a16="http://schemas.microsoft.com/office/drawing/2014/main" id="{094001C6-BCA0-C02B-9EF5-B2AE01B96B6B}"/>
                  </a:ext>
                </a:extLst>
              </p:cNvPr>
              <p:cNvSpPr/>
              <p:nvPr/>
            </p:nvSpPr>
            <p:spPr>
              <a:xfrm>
                <a:off x="2211566" y="4792363"/>
                <a:ext cx="1357874" cy="1399178"/>
              </a:xfrm>
              <a:custGeom>
                <a:avLst/>
                <a:gdLst>
                  <a:gd name="connsiteX0" fmla="*/ 676654 w 1357874"/>
                  <a:gd name="connsiteY0" fmla="*/ 1399150 h 1399178"/>
                  <a:gd name="connsiteX1" fmla="*/ 374088 w 1357874"/>
                  <a:gd name="connsiteY1" fmla="*/ 1327141 h 1399178"/>
                  <a:gd name="connsiteX2" fmla="*/ 72288 w 1357874"/>
                  <a:gd name="connsiteY2" fmla="*/ 416394 h 1399178"/>
                  <a:gd name="connsiteX3" fmla="*/ 858298 w 1357874"/>
                  <a:gd name="connsiteY3" fmla="*/ 66666 h 1399178"/>
                  <a:gd name="connsiteX4" fmla="*/ 925117 w 1357874"/>
                  <a:gd name="connsiteY4" fmla="*/ 84960 h 1399178"/>
                  <a:gd name="connsiteX5" fmla="*/ 1060311 w 1357874"/>
                  <a:gd name="connsiteY5" fmla="*/ -23 h 1399178"/>
                  <a:gd name="connsiteX6" fmla="*/ 1066280 w 1357874"/>
                  <a:gd name="connsiteY6" fmla="*/ 159693 h 1399178"/>
                  <a:gd name="connsiteX7" fmla="*/ 1118956 w 1357874"/>
                  <a:gd name="connsiteY7" fmla="*/ 204455 h 1399178"/>
                  <a:gd name="connsiteX8" fmla="*/ 1344453 w 1357874"/>
                  <a:gd name="connsiteY8" fmla="*/ 588891 h 1399178"/>
                  <a:gd name="connsiteX9" fmla="*/ 1279581 w 1357874"/>
                  <a:gd name="connsiteY9" fmla="*/ 1036771 h 1399178"/>
                  <a:gd name="connsiteX10" fmla="*/ 676654 w 1357874"/>
                  <a:gd name="connsiteY10" fmla="*/ 1399150 h 1399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57874" h="1399178">
                    <a:moveTo>
                      <a:pt x="676654" y="1399150"/>
                    </a:moveTo>
                    <a:cubicBezTo>
                      <a:pt x="571535" y="1399319"/>
                      <a:pt x="467868" y="1374641"/>
                      <a:pt x="374088" y="1327141"/>
                    </a:cubicBezTo>
                    <a:cubicBezTo>
                      <a:pt x="39255" y="1158991"/>
                      <a:pt x="-95875" y="751228"/>
                      <a:pt x="72288" y="416394"/>
                    </a:cubicBezTo>
                    <a:cubicBezTo>
                      <a:pt x="217434" y="127361"/>
                      <a:pt x="546429" y="-19018"/>
                      <a:pt x="858298" y="66666"/>
                    </a:cubicBezTo>
                    <a:lnTo>
                      <a:pt x="925117" y="84960"/>
                    </a:lnTo>
                    <a:lnTo>
                      <a:pt x="1060311" y="-23"/>
                    </a:lnTo>
                    <a:lnTo>
                      <a:pt x="1066280" y="159693"/>
                    </a:lnTo>
                    <a:lnTo>
                      <a:pt x="1118956" y="204455"/>
                    </a:lnTo>
                    <a:cubicBezTo>
                      <a:pt x="1235130" y="303658"/>
                      <a:pt x="1314560" y="439074"/>
                      <a:pt x="1344453" y="588891"/>
                    </a:cubicBezTo>
                    <a:cubicBezTo>
                      <a:pt x="1375359" y="741186"/>
                      <a:pt x="1352420" y="899501"/>
                      <a:pt x="1279581" y="1036771"/>
                    </a:cubicBezTo>
                    <a:cubicBezTo>
                      <a:pt x="1161837" y="1260478"/>
                      <a:pt x="929450" y="1400149"/>
                      <a:pt x="676654" y="1399150"/>
                    </a:cubicBezTo>
                    <a:close/>
                  </a:path>
                </a:pathLst>
              </a:custGeom>
              <a:solidFill>
                <a:schemeClr val="accent6">
                  <a:lumMod val="60000"/>
                  <a:lumOff val="40000"/>
                </a:schemeClr>
              </a:solidFill>
              <a:ln w="12972" cap="flat">
                <a:noFill/>
                <a:prstDash val="solid"/>
                <a:miter/>
              </a:ln>
            </p:spPr>
            <p:txBody>
              <a:bodyPr rtlCol="0" anchor="ctr"/>
              <a:lstStyle/>
              <a:p>
                <a:pPr algn="ctr"/>
                <a:r>
                  <a:rPr lang="en-IN" sz="2000" b="1" dirty="0">
                    <a:solidFill>
                      <a:schemeClr val="tx1"/>
                    </a:solidFill>
                  </a:rPr>
                  <a:t>Style</a:t>
                </a:r>
                <a:endParaRPr lang="en-IN" sz="2000" b="1" dirty="0">
                  <a:solidFill>
                    <a:schemeClr val="tx1"/>
                  </a:solidFill>
                  <a:latin typeface="Montserrat" panose="00000500000000000000" pitchFamily="2" charset="0"/>
                </a:endParaRPr>
              </a:p>
            </p:txBody>
          </p:sp>
        </p:grpSp>
        <p:pic>
          <p:nvPicPr>
            <p:cNvPr id="52" name="Picture 51">
              <a:extLst>
                <a:ext uri="{FF2B5EF4-FFF2-40B4-BE49-F238E27FC236}">
                  <a16:creationId xmlns:a16="http://schemas.microsoft.com/office/drawing/2014/main" id="{17567436-4C9A-429C-DB88-697140A434EB}"/>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3499928" y="3165507"/>
              <a:ext cx="703064" cy="703064"/>
            </a:xfrm>
            <a:prstGeom prst="rect">
              <a:avLst/>
            </a:prstGeom>
          </p:spPr>
        </p:pic>
      </p:grpSp>
      <p:sp>
        <p:nvSpPr>
          <p:cNvPr id="355" name="TextBox 354">
            <a:extLst>
              <a:ext uri="{FF2B5EF4-FFF2-40B4-BE49-F238E27FC236}">
                <a16:creationId xmlns:a16="http://schemas.microsoft.com/office/drawing/2014/main" id="{00B1B77B-E529-0D6D-A335-B96E16C118C5}"/>
              </a:ext>
            </a:extLst>
          </p:cNvPr>
          <p:cNvSpPr txBox="1"/>
          <p:nvPr/>
        </p:nvSpPr>
        <p:spPr>
          <a:xfrm>
            <a:off x="10602935" y="1309406"/>
            <a:ext cx="5399324" cy="523220"/>
          </a:xfrm>
          <a:prstGeom prst="rect">
            <a:avLst/>
          </a:prstGeom>
          <a:noFill/>
        </p:spPr>
        <p:txBody>
          <a:bodyPr wrap="square" rtlCol="0">
            <a:spAutoFit/>
          </a:bodyPr>
          <a:lstStyle/>
          <a:p>
            <a:r>
              <a:rPr lang="en-IN" dirty="0"/>
              <a:t>Prioritize </a:t>
            </a:r>
            <a:r>
              <a:rPr lang="en-IN" b="1" dirty="0"/>
              <a:t>low cancellation &amp; fast delivery players (Swiggy, Zomato)</a:t>
            </a:r>
            <a:r>
              <a:rPr lang="en-IN" dirty="0"/>
              <a:t> to defend market share and improve customer trust.</a:t>
            </a:r>
          </a:p>
        </p:txBody>
      </p:sp>
      <p:sp>
        <p:nvSpPr>
          <p:cNvPr id="356" name="TextBox 355">
            <a:extLst>
              <a:ext uri="{FF2B5EF4-FFF2-40B4-BE49-F238E27FC236}">
                <a16:creationId xmlns:a16="http://schemas.microsoft.com/office/drawing/2014/main" id="{B0DC5F57-A7EE-96D6-5F3F-EE7306EA6789}"/>
              </a:ext>
            </a:extLst>
          </p:cNvPr>
          <p:cNvSpPr txBox="1"/>
          <p:nvPr/>
        </p:nvSpPr>
        <p:spPr>
          <a:xfrm>
            <a:off x="13503820" y="3068026"/>
            <a:ext cx="4784180" cy="523220"/>
          </a:xfrm>
          <a:prstGeom prst="rect">
            <a:avLst/>
          </a:prstGeom>
          <a:noFill/>
        </p:spPr>
        <p:txBody>
          <a:bodyPr wrap="square" rtlCol="0">
            <a:spAutoFit/>
          </a:bodyPr>
          <a:lstStyle/>
          <a:p>
            <a:r>
              <a:rPr lang="en-IN" dirty="0"/>
              <a:t>Create a </a:t>
            </a:r>
            <a:r>
              <a:rPr lang="en-IN" b="1" dirty="0"/>
              <a:t>dedicated performance governance cell</a:t>
            </a:r>
            <a:r>
              <a:rPr lang="en-IN" dirty="0"/>
              <a:t> for delivery partners (SLA, cancellation, ratings).</a:t>
            </a:r>
          </a:p>
        </p:txBody>
      </p:sp>
      <p:sp>
        <p:nvSpPr>
          <p:cNvPr id="357" name="TextBox 356">
            <a:extLst>
              <a:ext uri="{FF2B5EF4-FFF2-40B4-BE49-F238E27FC236}">
                <a16:creationId xmlns:a16="http://schemas.microsoft.com/office/drawing/2014/main" id="{045EF749-B2E4-3185-CCC0-A6A53576DEB4}"/>
              </a:ext>
            </a:extLst>
          </p:cNvPr>
          <p:cNvSpPr txBox="1"/>
          <p:nvPr/>
        </p:nvSpPr>
        <p:spPr>
          <a:xfrm>
            <a:off x="14143417" y="6301522"/>
            <a:ext cx="4144583" cy="738664"/>
          </a:xfrm>
          <a:prstGeom prst="rect">
            <a:avLst/>
          </a:prstGeom>
          <a:noFill/>
        </p:spPr>
        <p:txBody>
          <a:bodyPr wrap="square" rtlCol="0">
            <a:spAutoFit/>
          </a:bodyPr>
          <a:lstStyle/>
          <a:p>
            <a:r>
              <a:rPr lang="en-IN" dirty="0"/>
              <a:t>Implement </a:t>
            </a:r>
            <a:r>
              <a:rPr lang="en-IN" b="1" dirty="0"/>
              <a:t>real-time KPI dashboards</a:t>
            </a:r>
            <a:r>
              <a:rPr lang="en-IN" dirty="0"/>
              <a:t> (Cancellation %, </a:t>
            </a:r>
            <a:r>
              <a:rPr lang="en-IN" dirty="0" err="1"/>
              <a:t>Avg</a:t>
            </a:r>
            <a:r>
              <a:rPr lang="en-IN" dirty="0"/>
              <a:t> Delivery Time, Rating) for daily decision-making.</a:t>
            </a:r>
          </a:p>
        </p:txBody>
      </p:sp>
      <p:sp>
        <p:nvSpPr>
          <p:cNvPr id="358" name="TextBox 357">
            <a:extLst>
              <a:ext uri="{FF2B5EF4-FFF2-40B4-BE49-F238E27FC236}">
                <a16:creationId xmlns:a16="http://schemas.microsoft.com/office/drawing/2014/main" id="{BEA3B893-3E2B-A2CF-EC48-346A04A0BB45}"/>
              </a:ext>
            </a:extLst>
          </p:cNvPr>
          <p:cNvSpPr txBox="1"/>
          <p:nvPr/>
        </p:nvSpPr>
        <p:spPr>
          <a:xfrm>
            <a:off x="12247745" y="9001328"/>
            <a:ext cx="4144583" cy="523220"/>
          </a:xfrm>
          <a:prstGeom prst="rect">
            <a:avLst/>
          </a:prstGeom>
          <a:noFill/>
        </p:spPr>
        <p:txBody>
          <a:bodyPr wrap="square" rtlCol="0">
            <a:spAutoFit/>
          </a:bodyPr>
          <a:lstStyle/>
          <a:p>
            <a:r>
              <a:rPr lang="en-IN" dirty="0"/>
              <a:t>Reinforce “</a:t>
            </a:r>
            <a:r>
              <a:rPr lang="en-IN" b="1" dirty="0"/>
              <a:t>Speed + Reliability = Customer Trust</a:t>
            </a:r>
            <a:r>
              <a:rPr lang="en-IN" dirty="0"/>
              <a:t>” as the core operating principle.</a:t>
            </a:r>
          </a:p>
        </p:txBody>
      </p:sp>
      <p:sp>
        <p:nvSpPr>
          <p:cNvPr id="359" name="TextBox 358">
            <a:extLst>
              <a:ext uri="{FF2B5EF4-FFF2-40B4-BE49-F238E27FC236}">
                <a16:creationId xmlns:a16="http://schemas.microsoft.com/office/drawing/2014/main" id="{6E4A402F-C3BB-3DC8-FD62-D5CA8D2F4E76}"/>
              </a:ext>
            </a:extLst>
          </p:cNvPr>
          <p:cNvSpPr txBox="1"/>
          <p:nvPr/>
        </p:nvSpPr>
        <p:spPr>
          <a:xfrm>
            <a:off x="2733757" y="8550880"/>
            <a:ext cx="4144583" cy="523220"/>
          </a:xfrm>
          <a:prstGeom prst="rect">
            <a:avLst/>
          </a:prstGeom>
          <a:noFill/>
        </p:spPr>
        <p:txBody>
          <a:bodyPr wrap="square" rtlCol="0">
            <a:spAutoFit/>
          </a:bodyPr>
          <a:lstStyle/>
          <a:p>
            <a:r>
              <a:rPr lang="en-IN" dirty="0"/>
              <a:t>Shift leadership focus from volume-led growth to </a:t>
            </a:r>
            <a:r>
              <a:rPr lang="en-IN" b="1" dirty="0"/>
              <a:t>experience-led execution</a:t>
            </a:r>
            <a:r>
              <a:rPr lang="en-IN" dirty="0"/>
              <a:t>.</a:t>
            </a:r>
          </a:p>
        </p:txBody>
      </p:sp>
      <p:sp>
        <p:nvSpPr>
          <p:cNvPr id="360" name="TextBox 359">
            <a:extLst>
              <a:ext uri="{FF2B5EF4-FFF2-40B4-BE49-F238E27FC236}">
                <a16:creationId xmlns:a16="http://schemas.microsoft.com/office/drawing/2014/main" id="{0B1736F9-D4A7-49EA-83B0-1BD2F6D54CEF}"/>
              </a:ext>
            </a:extLst>
          </p:cNvPr>
          <p:cNvSpPr txBox="1"/>
          <p:nvPr/>
        </p:nvSpPr>
        <p:spPr>
          <a:xfrm>
            <a:off x="1240971" y="6113737"/>
            <a:ext cx="3568110" cy="738664"/>
          </a:xfrm>
          <a:prstGeom prst="rect">
            <a:avLst/>
          </a:prstGeom>
          <a:noFill/>
        </p:spPr>
        <p:txBody>
          <a:bodyPr wrap="square" rtlCol="0">
            <a:spAutoFit/>
          </a:bodyPr>
          <a:lstStyle/>
          <a:p>
            <a:r>
              <a:rPr lang="en-IN" dirty="0"/>
              <a:t>Upskill operations &amp; analytics teams on </a:t>
            </a:r>
            <a:r>
              <a:rPr lang="en-IN" b="1" dirty="0"/>
              <a:t>SQL + Power BI-based performance monitoring</a:t>
            </a:r>
            <a:r>
              <a:rPr lang="en-IN" dirty="0"/>
              <a:t>.</a:t>
            </a:r>
          </a:p>
        </p:txBody>
      </p:sp>
      <p:sp>
        <p:nvSpPr>
          <p:cNvPr id="361" name="TextBox 360">
            <a:extLst>
              <a:ext uri="{FF2B5EF4-FFF2-40B4-BE49-F238E27FC236}">
                <a16:creationId xmlns:a16="http://schemas.microsoft.com/office/drawing/2014/main" id="{8FC54CC8-BDF6-703F-2738-5D3C5E60D078}"/>
              </a:ext>
            </a:extLst>
          </p:cNvPr>
          <p:cNvSpPr txBox="1"/>
          <p:nvPr/>
        </p:nvSpPr>
        <p:spPr>
          <a:xfrm>
            <a:off x="1582971" y="2998375"/>
            <a:ext cx="3987815" cy="523220"/>
          </a:xfrm>
          <a:prstGeom prst="rect">
            <a:avLst/>
          </a:prstGeom>
          <a:noFill/>
        </p:spPr>
        <p:txBody>
          <a:bodyPr wrap="square" rtlCol="0">
            <a:spAutoFit/>
          </a:bodyPr>
          <a:lstStyle/>
          <a:p>
            <a:r>
              <a:rPr lang="en-IN" dirty="0"/>
              <a:t>Strengthen capabilities in </a:t>
            </a:r>
            <a:r>
              <a:rPr lang="en-IN" b="1" dirty="0"/>
              <a:t>predictive analytics</a:t>
            </a:r>
            <a:r>
              <a:rPr lang="en-IN" dirty="0"/>
              <a:t> (forecast delivery delays &amp; cancellations).</a:t>
            </a:r>
          </a:p>
        </p:txBody>
      </p:sp>
    </p:spTree>
    <p:extLst>
      <p:ext uri="{BB962C8B-B14F-4D97-AF65-F5344CB8AC3E}">
        <p14:creationId xmlns:p14="http://schemas.microsoft.com/office/powerpoint/2010/main" val="444615960"/>
      </p:ext>
    </p:extLst>
  </p:cSld>
  <p:clrMapOvr>
    <a:masterClrMapping/>
  </p:clrMapOvr>
  <mc:AlternateContent xmlns:mc="http://schemas.openxmlformats.org/markup-compatibility/2006" xmlns:p14="http://schemas.microsoft.com/office/powerpoint/2010/main">
    <mc:Choice Requires="p14">
      <p:transition spd="slow" p14:dur="1200" advTm="2047">
        <p:dissolve/>
      </p:transition>
    </mc:Choice>
    <mc:Fallback xmlns="">
      <p:transition spd="slow" advTm="2047">
        <p:dissolv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1EDF7"/>
        </a:solidFill>
        <a:effectLst/>
      </p:bgPr>
    </p:bg>
    <p:spTree>
      <p:nvGrpSpPr>
        <p:cNvPr id="1" name="Shape 271"/>
        <p:cNvGrpSpPr/>
        <p:nvPr/>
      </p:nvGrpSpPr>
      <p:grpSpPr>
        <a:xfrm>
          <a:off x="0" y="0"/>
          <a:ext cx="0" cy="0"/>
          <a:chOff x="0" y="0"/>
          <a:chExt cx="0" cy="0"/>
        </a:xfrm>
      </p:grpSpPr>
      <p:cxnSp>
        <p:nvCxnSpPr>
          <p:cNvPr id="272" name="Google Shape;272;p15"/>
          <p:cNvCxnSpPr/>
          <p:nvPr/>
        </p:nvCxnSpPr>
        <p:spPr>
          <a:xfrm>
            <a:off x="0" y="5094381"/>
            <a:ext cx="18288000" cy="0"/>
          </a:xfrm>
          <a:prstGeom prst="straightConnector1">
            <a:avLst/>
          </a:prstGeom>
          <a:noFill/>
          <a:ln w="76200" cap="flat" cmpd="sng">
            <a:solidFill>
              <a:srgbClr val="8C52FF"/>
            </a:solidFill>
            <a:prstDash val="dot"/>
            <a:round/>
            <a:headEnd type="none" w="sm" len="sm"/>
            <a:tailEnd type="none" w="sm" len="sm"/>
          </a:ln>
        </p:spPr>
      </p:cxnSp>
      <p:cxnSp>
        <p:nvCxnSpPr>
          <p:cNvPr id="273" name="Google Shape;273;p15"/>
          <p:cNvCxnSpPr/>
          <p:nvPr/>
        </p:nvCxnSpPr>
        <p:spPr>
          <a:xfrm rot="10800000">
            <a:off x="2621124" y="3267473"/>
            <a:ext cx="0" cy="1784045"/>
          </a:xfrm>
          <a:prstGeom prst="straightConnector1">
            <a:avLst/>
          </a:prstGeom>
          <a:noFill/>
          <a:ln w="76200" cap="flat" cmpd="sng">
            <a:solidFill>
              <a:srgbClr val="8C52FF"/>
            </a:solidFill>
            <a:prstDash val="dot"/>
            <a:round/>
            <a:headEnd type="none" w="sm" len="sm"/>
            <a:tailEnd type="none" w="sm" len="sm"/>
          </a:ln>
        </p:spPr>
      </p:cxnSp>
      <p:grpSp>
        <p:nvGrpSpPr>
          <p:cNvPr id="274" name="Google Shape;274;p15"/>
          <p:cNvGrpSpPr/>
          <p:nvPr/>
        </p:nvGrpSpPr>
        <p:grpSpPr>
          <a:xfrm>
            <a:off x="2395436" y="2816098"/>
            <a:ext cx="451375" cy="451375"/>
            <a:chOff x="0" y="0"/>
            <a:chExt cx="812800" cy="812800"/>
          </a:xfrm>
        </p:grpSpPr>
        <p:sp>
          <p:nvSpPr>
            <p:cNvPr id="275" name="Google Shape;275;p15"/>
            <p:cNvSpPr/>
            <p:nvPr/>
          </p:nvSpPr>
          <p:spPr>
            <a:xfrm>
              <a:off x="0" y="0"/>
              <a:ext cx="812800" cy="812800"/>
            </a:xfrm>
            <a:custGeom>
              <a:avLst/>
              <a:gdLst/>
              <a:ahLst/>
              <a:cxnLst/>
              <a:rect l="l" t="t" r="r" b="b"/>
              <a:pathLst>
                <a:path w="812800" h="812800" extrusionOk="0">
                  <a:moveTo>
                    <a:pt x="406400" y="0"/>
                  </a:moveTo>
                  <a:lnTo>
                    <a:pt x="812800" y="406400"/>
                  </a:lnTo>
                  <a:lnTo>
                    <a:pt x="406400" y="812800"/>
                  </a:lnTo>
                  <a:lnTo>
                    <a:pt x="0" y="406400"/>
                  </a:lnTo>
                  <a:lnTo>
                    <a:pt x="406400" y="0"/>
                  </a:lnTo>
                  <a:close/>
                </a:path>
              </a:pathLst>
            </a:custGeom>
            <a:solidFill>
              <a:srgbClr val="8C52FF"/>
            </a:solidFill>
            <a:ln>
              <a:noFill/>
            </a:ln>
          </p:spPr>
          <p:txBody>
            <a:bodyPr/>
            <a:lstStyle/>
            <a:p>
              <a:endParaRPr lang="en-IN"/>
            </a:p>
          </p:txBody>
        </p:sp>
        <p:sp>
          <p:nvSpPr>
            <p:cNvPr id="276" name="Google Shape;276;p15"/>
            <p:cNvSpPr txBox="1"/>
            <p:nvPr/>
          </p:nvSpPr>
          <p:spPr>
            <a:xfrm>
              <a:off x="139700" y="101600"/>
              <a:ext cx="533400" cy="5715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77" name="Google Shape;277;p15"/>
          <p:cNvSpPr txBox="1"/>
          <p:nvPr/>
        </p:nvSpPr>
        <p:spPr>
          <a:xfrm>
            <a:off x="1303269" y="1965001"/>
            <a:ext cx="5859871" cy="738664"/>
          </a:xfrm>
          <a:prstGeom prst="rect">
            <a:avLst/>
          </a:prstGeom>
          <a:noFill/>
          <a:ln>
            <a:noFill/>
          </a:ln>
        </p:spPr>
        <p:txBody>
          <a:bodyPr spcFirstLastPara="1" wrap="square" lIns="0" tIns="0" rIns="0" bIns="0" anchor="t" anchorCtr="0">
            <a:spAutoFit/>
          </a:bodyPr>
          <a:lstStyle/>
          <a:p>
            <a:pPr marL="0" marR="0" lvl="0" indent="0" algn="l" rtl="0">
              <a:lnSpc>
                <a:spcPct val="120002"/>
              </a:lnSpc>
              <a:spcBef>
                <a:spcPts val="0"/>
              </a:spcBef>
              <a:spcAft>
                <a:spcPts val="0"/>
              </a:spcAft>
              <a:buNone/>
            </a:pPr>
            <a:r>
              <a:rPr lang="en-US" sz="4000" dirty="0">
                <a:solidFill>
                  <a:srgbClr val="8C52FF"/>
                </a:solidFill>
                <a:latin typeface="Dosis ExtraBold"/>
                <a:ea typeface="Dosis ExtraBold"/>
                <a:cs typeface="Dosis ExtraBold"/>
                <a:sym typeface="Dosis ExtraBold"/>
              </a:rPr>
              <a:t>0-90 DAYS</a:t>
            </a:r>
            <a:endParaRPr sz="4000" dirty="0">
              <a:latin typeface="Dosis ExtraBold"/>
              <a:ea typeface="Dosis ExtraBold"/>
              <a:cs typeface="Dosis ExtraBold"/>
              <a:sym typeface="Dosis ExtraBold"/>
            </a:endParaRPr>
          </a:p>
        </p:txBody>
      </p:sp>
      <p:sp>
        <p:nvSpPr>
          <p:cNvPr id="278" name="Google Shape;278;p15"/>
          <p:cNvSpPr txBox="1"/>
          <p:nvPr/>
        </p:nvSpPr>
        <p:spPr>
          <a:xfrm>
            <a:off x="1028700" y="5594443"/>
            <a:ext cx="3717470" cy="2077492"/>
          </a:xfrm>
          <a:prstGeom prst="rect">
            <a:avLst/>
          </a:prstGeom>
          <a:noFill/>
          <a:ln>
            <a:noFill/>
          </a:ln>
        </p:spPr>
        <p:txBody>
          <a:bodyPr spcFirstLastPara="1" wrap="square" lIns="0" tIns="0" rIns="0" bIns="0" anchor="t" anchorCtr="0">
            <a:spAutoFit/>
          </a:bodyPr>
          <a:lstStyle/>
          <a:p>
            <a:pPr lvl="0" algn="ctr">
              <a:lnSpc>
                <a:spcPct val="135000"/>
              </a:lnSpc>
            </a:pPr>
            <a:r>
              <a:rPr lang="en-IN" sz="2000" b="1" dirty="0">
                <a:solidFill>
                  <a:srgbClr val="002060"/>
                </a:solidFill>
                <a:latin typeface="Calibri" panose="020F0502020204030204" pitchFamily="34" charset="0"/>
                <a:cs typeface="Calibri" panose="020F0502020204030204" pitchFamily="34" charset="0"/>
              </a:rPr>
              <a:t>Stabilize the Core</a:t>
            </a:r>
          </a:p>
          <a:p>
            <a:pPr lvl="0" algn="ctr">
              <a:lnSpc>
                <a:spcPct val="135000"/>
              </a:lnSpc>
            </a:pPr>
            <a:endParaRPr lang="en-IN" sz="2000" b="1" dirty="0">
              <a:solidFill>
                <a:srgbClr val="002060"/>
              </a:solidFill>
              <a:latin typeface="Calibri" panose="020F0502020204030204" pitchFamily="34" charset="0"/>
              <a:cs typeface="Calibri" panose="020F0502020204030204" pitchFamily="34" charset="0"/>
            </a:endParaRPr>
          </a:p>
          <a:p>
            <a:pPr marL="342900" lvl="0" indent="-342900" algn="just">
              <a:lnSpc>
                <a:spcPct val="135000"/>
              </a:lnSpc>
              <a:buFont typeface="Arial" panose="020B0604020202020204" pitchFamily="34" charset="0"/>
              <a:buChar char="•"/>
            </a:pPr>
            <a:r>
              <a:rPr lang="en-IN" sz="2000" dirty="0">
                <a:latin typeface="Calibri" panose="020F0502020204030204" pitchFamily="34" charset="0"/>
                <a:cs typeface="Calibri" panose="020F0502020204030204" pitchFamily="34" charset="0"/>
              </a:rPr>
              <a:t>Fix delivery delays</a:t>
            </a:r>
          </a:p>
          <a:p>
            <a:pPr marL="342900" lvl="0" indent="-342900" algn="just">
              <a:lnSpc>
                <a:spcPct val="135000"/>
              </a:lnSpc>
              <a:buFont typeface="Arial" panose="020B0604020202020204" pitchFamily="34" charset="0"/>
              <a:buChar char="•"/>
            </a:pPr>
            <a:r>
              <a:rPr lang="en-IN" sz="2000" dirty="0">
                <a:latin typeface="Calibri" panose="020F0502020204030204" pitchFamily="34" charset="0"/>
                <a:cs typeface="Calibri" panose="020F0502020204030204" pitchFamily="34" charset="0"/>
              </a:rPr>
              <a:t>Reduce cancellations</a:t>
            </a:r>
          </a:p>
          <a:p>
            <a:pPr marL="342900" lvl="0" indent="-342900" algn="just">
              <a:lnSpc>
                <a:spcPct val="135000"/>
              </a:lnSpc>
              <a:buFont typeface="Arial" panose="020B0604020202020204" pitchFamily="34" charset="0"/>
              <a:buChar char="•"/>
            </a:pPr>
            <a:r>
              <a:rPr lang="en-IN" sz="2000" dirty="0">
                <a:latin typeface="Calibri" panose="020F0502020204030204" pitchFamily="34" charset="0"/>
                <a:cs typeface="Calibri" panose="020F0502020204030204" pitchFamily="34" charset="0"/>
              </a:rPr>
              <a:t>Win back valuable customers</a:t>
            </a:r>
            <a:endParaRPr sz="2000" b="1" dirty="0">
              <a:solidFill>
                <a:srgbClr val="002060"/>
              </a:solidFill>
              <a:latin typeface="Calibri" panose="020F0502020204030204" pitchFamily="34" charset="0"/>
              <a:cs typeface="Calibri" panose="020F0502020204030204" pitchFamily="34" charset="0"/>
            </a:endParaRPr>
          </a:p>
        </p:txBody>
      </p:sp>
      <p:cxnSp>
        <p:nvCxnSpPr>
          <p:cNvPr id="279" name="Google Shape;279;p15"/>
          <p:cNvCxnSpPr/>
          <p:nvPr/>
        </p:nvCxnSpPr>
        <p:spPr>
          <a:xfrm rot="10800000">
            <a:off x="14802111" y="3067394"/>
            <a:ext cx="0" cy="1784045"/>
          </a:xfrm>
          <a:prstGeom prst="straightConnector1">
            <a:avLst/>
          </a:prstGeom>
          <a:noFill/>
          <a:ln w="76200" cap="flat" cmpd="sng">
            <a:solidFill>
              <a:srgbClr val="8C52FF"/>
            </a:solidFill>
            <a:prstDash val="dot"/>
            <a:round/>
            <a:headEnd type="none" w="sm" len="sm"/>
            <a:tailEnd type="none" w="sm" len="sm"/>
          </a:ln>
        </p:spPr>
      </p:cxnSp>
      <p:grpSp>
        <p:nvGrpSpPr>
          <p:cNvPr id="280" name="Google Shape;280;p15"/>
          <p:cNvGrpSpPr/>
          <p:nvPr/>
        </p:nvGrpSpPr>
        <p:grpSpPr>
          <a:xfrm>
            <a:off x="14576422" y="2720236"/>
            <a:ext cx="451375" cy="451375"/>
            <a:chOff x="0" y="0"/>
            <a:chExt cx="812800" cy="812800"/>
          </a:xfrm>
        </p:grpSpPr>
        <p:sp>
          <p:nvSpPr>
            <p:cNvPr id="281" name="Google Shape;281;p15"/>
            <p:cNvSpPr/>
            <p:nvPr/>
          </p:nvSpPr>
          <p:spPr>
            <a:xfrm>
              <a:off x="0" y="0"/>
              <a:ext cx="812800" cy="812800"/>
            </a:xfrm>
            <a:custGeom>
              <a:avLst/>
              <a:gdLst/>
              <a:ahLst/>
              <a:cxnLst/>
              <a:rect l="l" t="t" r="r" b="b"/>
              <a:pathLst>
                <a:path w="812800" h="812800" extrusionOk="0">
                  <a:moveTo>
                    <a:pt x="406400" y="0"/>
                  </a:moveTo>
                  <a:lnTo>
                    <a:pt x="812800" y="406400"/>
                  </a:lnTo>
                  <a:lnTo>
                    <a:pt x="406400" y="812800"/>
                  </a:lnTo>
                  <a:lnTo>
                    <a:pt x="0" y="406400"/>
                  </a:lnTo>
                  <a:lnTo>
                    <a:pt x="406400" y="0"/>
                  </a:lnTo>
                  <a:close/>
                </a:path>
              </a:pathLst>
            </a:custGeom>
            <a:solidFill>
              <a:srgbClr val="8C52FF"/>
            </a:solidFill>
            <a:ln>
              <a:noFill/>
            </a:ln>
          </p:spPr>
          <p:txBody>
            <a:bodyPr/>
            <a:lstStyle/>
            <a:p>
              <a:endParaRPr lang="en-IN"/>
            </a:p>
          </p:txBody>
        </p:sp>
        <p:sp>
          <p:nvSpPr>
            <p:cNvPr id="282" name="Google Shape;282;p15"/>
            <p:cNvSpPr txBox="1"/>
            <p:nvPr/>
          </p:nvSpPr>
          <p:spPr>
            <a:xfrm>
              <a:off x="139700" y="101600"/>
              <a:ext cx="533400" cy="5715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83" name="Google Shape;283;p15"/>
          <p:cNvSpPr txBox="1"/>
          <p:nvPr/>
        </p:nvSpPr>
        <p:spPr>
          <a:xfrm>
            <a:off x="13209687" y="1844591"/>
            <a:ext cx="7723287" cy="738664"/>
          </a:xfrm>
          <a:prstGeom prst="rect">
            <a:avLst/>
          </a:prstGeom>
          <a:noFill/>
          <a:ln>
            <a:noFill/>
          </a:ln>
        </p:spPr>
        <p:txBody>
          <a:bodyPr spcFirstLastPara="1" wrap="square" lIns="0" tIns="0" rIns="0" bIns="0" anchor="t" anchorCtr="0">
            <a:spAutoFit/>
          </a:bodyPr>
          <a:lstStyle/>
          <a:p>
            <a:pPr marL="0" marR="0" lvl="0" indent="0" algn="l" rtl="0">
              <a:lnSpc>
                <a:spcPct val="120002"/>
              </a:lnSpc>
              <a:spcBef>
                <a:spcPts val="0"/>
              </a:spcBef>
              <a:spcAft>
                <a:spcPts val="0"/>
              </a:spcAft>
              <a:buNone/>
            </a:pPr>
            <a:r>
              <a:rPr lang="en-US" sz="4000" dirty="0">
                <a:solidFill>
                  <a:srgbClr val="8C52FF"/>
                </a:solidFill>
                <a:latin typeface="Dosis ExtraBold"/>
                <a:ea typeface="Dosis ExtraBold"/>
                <a:cs typeface="Dosis ExtraBold"/>
                <a:sym typeface="Dosis ExtraBold"/>
              </a:rPr>
              <a:t>09-18 MONTHS</a:t>
            </a:r>
            <a:endParaRPr sz="4000" dirty="0">
              <a:latin typeface="Dosis ExtraBold"/>
              <a:ea typeface="Dosis ExtraBold"/>
              <a:cs typeface="Dosis ExtraBold"/>
              <a:sym typeface="Dosis ExtraBold"/>
            </a:endParaRPr>
          </a:p>
        </p:txBody>
      </p:sp>
      <p:sp>
        <p:nvSpPr>
          <p:cNvPr id="284" name="Google Shape;284;p15"/>
          <p:cNvSpPr txBox="1"/>
          <p:nvPr/>
        </p:nvSpPr>
        <p:spPr>
          <a:xfrm>
            <a:off x="13209687" y="5593629"/>
            <a:ext cx="3184847" cy="2077492"/>
          </a:xfrm>
          <a:prstGeom prst="rect">
            <a:avLst/>
          </a:prstGeom>
          <a:noFill/>
          <a:ln>
            <a:noFill/>
          </a:ln>
        </p:spPr>
        <p:txBody>
          <a:bodyPr spcFirstLastPara="1" wrap="square" lIns="0" tIns="0" rIns="0" bIns="0" anchor="t" anchorCtr="0">
            <a:spAutoFit/>
          </a:bodyPr>
          <a:lstStyle/>
          <a:p>
            <a:pPr lvl="0" algn="ctr">
              <a:lnSpc>
                <a:spcPct val="135000"/>
              </a:lnSpc>
            </a:pPr>
            <a:r>
              <a:rPr lang="en-IN" sz="2000" b="1" dirty="0">
                <a:solidFill>
                  <a:srgbClr val="002060"/>
                </a:solidFill>
              </a:rPr>
              <a:t>Redesign for Resilience</a:t>
            </a:r>
          </a:p>
          <a:p>
            <a:pPr lvl="0" algn="ctr">
              <a:lnSpc>
                <a:spcPct val="135000"/>
              </a:lnSpc>
            </a:pPr>
            <a:endParaRPr lang="en-IN" sz="2000" b="1" dirty="0">
              <a:solidFill>
                <a:srgbClr val="002060"/>
              </a:solidFill>
            </a:endParaRPr>
          </a:p>
          <a:p>
            <a:pPr marL="342900" lvl="0" indent="-342900" algn="just">
              <a:lnSpc>
                <a:spcPct val="135000"/>
              </a:lnSpc>
              <a:buFont typeface="Arial" panose="020B0604020202020204" pitchFamily="34" charset="0"/>
              <a:buChar char="•"/>
            </a:pPr>
            <a:r>
              <a:rPr lang="en-IN" sz="2000" dirty="0">
                <a:latin typeface="Calibri" panose="020F0502020204030204" pitchFamily="34" charset="0"/>
                <a:cs typeface="Calibri" panose="020F0502020204030204" pitchFamily="34" charset="0"/>
              </a:rPr>
              <a:t>Go hyperlocal</a:t>
            </a:r>
          </a:p>
          <a:p>
            <a:pPr marL="342900" lvl="0" indent="-342900" algn="just">
              <a:lnSpc>
                <a:spcPct val="135000"/>
              </a:lnSpc>
              <a:buFont typeface="Arial" panose="020B0604020202020204" pitchFamily="34" charset="0"/>
              <a:buChar char="•"/>
            </a:pPr>
            <a:r>
              <a:rPr lang="en-IN" sz="2000" dirty="0">
                <a:latin typeface="Calibri" panose="020F0502020204030204" pitchFamily="34" charset="0"/>
                <a:cs typeface="Calibri" panose="020F0502020204030204" pitchFamily="34" charset="0"/>
              </a:rPr>
              <a:t>Use data proactively</a:t>
            </a:r>
          </a:p>
          <a:p>
            <a:pPr marL="342900" lvl="0" indent="-342900" algn="just">
              <a:lnSpc>
                <a:spcPct val="135000"/>
              </a:lnSpc>
              <a:buFont typeface="Arial" panose="020B0604020202020204" pitchFamily="34" charset="0"/>
              <a:buChar char="•"/>
            </a:pPr>
            <a:r>
              <a:rPr lang="en-IN" sz="2000" dirty="0">
                <a:latin typeface="Calibri" panose="020F0502020204030204" pitchFamily="34" charset="0"/>
                <a:cs typeface="Calibri" panose="020F0502020204030204" pitchFamily="34" charset="0"/>
              </a:rPr>
              <a:t>Reduce ad dependence</a:t>
            </a:r>
            <a:endParaRPr sz="2000" b="1" dirty="0">
              <a:solidFill>
                <a:srgbClr val="002060"/>
              </a:solidFill>
              <a:latin typeface="Calibri" panose="020F0502020204030204" pitchFamily="34" charset="0"/>
              <a:cs typeface="Calibri" panose="020F0502020204030204" pitchFamily="34" charset="0"/>
            </a:endParaRPr>
          </a:p>
        </p:txBody>
      </p:sp>
      <p:cxnSp>
        <p:nvCxnSpPr>
          <p:cNvPr id="285" name="Google Shape;285;p15"/>
          <p:cNvCxnSpPr/>
          <p:nvPr/>
        </p:nvCxnSpPr>
        <p:spPr>
          <a:xfrm>
            <a:off x="8744274" y="5287785"/>
            <a:ext cx="0" cy="1784045"/>
          </a:xfrm>
          <a:prstGeom prst="straightConnector1">
            <a:avLst/>
          </a:prstGeom>
          <a:noFill/>
          <a:ln w="76200" cap="flat" cmpd="sng">
            <a:solidFill>
              <a:srgbClr val="8C52FF"/>
            </a:solidFill>
            <a:prstDash val="dot"/>
            <a:round/>
            <a:headEnd type="none" w="sm" len="sm"/>
            <a:tailEnd type="none" w="sm" len="sm"/>
          </a:ln>
        </p:spPr>
      </p:cxnSp>
      <p:grpSp>
        <p:nvGrpSpPr>
          <p:cNvPr id="286" name="Google Shape;286;p15"/>
          <p:cNvGrpSpPr/>
          <p:nvPr/>
        </p:nvGrpSpPr>
        <p:grpSpPr>
          <a:xfrm rot="10800000">
            <a:off x="8573212" y="7013268"/>
            <a:ext cx="451375" cy="451375"/>
            <a:chOff x="0" y="0"/>
            <a:chExt cx="812800" cy="812800"/>
          </a:xfrm>
        </p:grpSpPr>
        <p:sp>
          <p:nvSpPr>
            <p:cNvPr id="287" name="Google Shape;287;p15"/>
            <p:cNvSpPr/>
            <p:nvPr/>
          </p:nvSpPr>
          <p:spPr>
            <a:xfrm>
              <a:off x="0" y="0"/>
              <a:ext cx="812800" cy="812800"/>
            </a:xfrm>
            <a:custGeom>
              <a:avLst/>
              <a:gdLst/>
              <a:ahLst/>
              <a:cxnLst/>
              <a:rect l="l" t="t" r="r" b="b"/>
              <a:pathLst>
                <a:path w="812800" h="812800" extrusionOk="0">
                  <a:moveTo>
                    <a:pt x="406400" y="0"/>
                  </a:moveTo>
                  <a:lnTo>
                    <a:pt x="812800" y="406400"/>
                  </a:lnTo>
                  <a:lnTo>
                    <a:pt x="406400" y="812800"/>
                  </a:lnTo>
                  <a:lnTo>
                    <a:pt x="0" y="406400"/>
                  </a:lnTo>
                  <a:lnTo>
                    <a:pt x="406400" y="0"/>
                  </a:lnTo>
                  <a:close/>
                </a:path>
              </a:pathLst>
            </a:custGeom>
            <a:solidFill>
              <a:srgbClr val="8C52FF"/>
            </a:solidFill>
            <a:ln>
              <a:noFill/>
            </a:ln>
          </p:spPr>
          <p:txBody>
            <a:bodyPr/>
            <a:lstStyle/>
            <a:p>
              <a:endParaRPr lang="en-IN"/>
            </a:p>
          </p:txBody>
        </p:sp>
        <p:sp>
          <p:nvSpPr>
            <p:cNvPr id="288" name="Google Shape;288;p15"/>
            <p:cNvSpPr txBox="1"/>
            <p:nvPr/>
          </p:nvSpPr>
          <p:spPr>
            <a:xfrm>
              <a:off x="139700" y="101600"/>
              <a:ext cx="533400" cy="5715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89" name="Google Shape;289;p15"/>
          <p:cNvSpPr txBox="1"/>
          <p:nvPr/>
        </p:nvSpPr>
        <p:spPr>
          <a:xfrm>
            <a:off x="7115338" y="7577013"/>
            <a:ext cx="7723287" cy="738664"/>
          </a:xfrm>
          <a:prstGeom prst="rect">
            <a:avLst/>
          </a:prstGeom>
          <a:noFill/>
          <a:ln>
            <a:noFill/>
          </a:ln>
        </p:spPr>
        <p:txBody>
          <a:bodyPr spcFirstLastPara="1" wrap="square" lIns="0" tIns="0" rIns="0" bIns="0" anchor="t" anchorCtr="0">
            <a:spAutoFit/>
          </a:bodyPr>
          <a:lstStyle/>
          <a:p>
            <a:pPr marL="0" marR="0" lvl="0" indent="0" algn="l" rtl="0">
              <a:lnSpc>
                <a:spcPct val="120002"/>
              </a:lnSpc>
              <a:spcBef>
                <a:spcPts val="0"/>
              </a:spcBef>
              <a:spcAft>
                <a:spcPts val="0"/>
              </a:spcAft>
              <a:buNone/>
            </a:pPr>
            <a:r>
              <a:rPr lang="en-US" sz="4000" dirty="0">
                <a:solidFill>
                  <a:srgbClr val="8C52FF"/>
                </a:solidFill>
                <a:latin typeface="Dosis ExtraBold"/>
                <a:ea typeface="Dosis ExtraBold"/>
                <a:cs typeface="Dosis ExtraBold"/>
                <a:sym typeface="Dosis ExtraBold"/>
              </a:rPr>
              <a:t>03-09 MONTHS</a:t>
            </a:r>
            <a:endParaRPr sz="4000" dirty="0">
              <a:latin typeface="Dosis ExtraBold"/>
              <a:ea typeface="Dosis ExtraBold"/>
              <a:cs typeface="Dosis ExtraBold"/>
              <a:sym typeface="Dosis ExtraBold"/>
            </a:endParaRPr>
          </a:p>
        </p:txBody>
      </p:sp>
      <p:sp>
        <p:nvSpPr>
          <p:cNvPr id="290" name="Google Shape;290;p15"/>
          <p:cNvSpPr txBox="1"/>
          <p:nvPr/>
        </p:nvSpPr>
        <p:spPr>
          <a:xfrm>
            <a:off x="7267301" y="2407060"/>
            <a:ext cx="3596641" cy="2077492"/>
          </a:xfrm>
          <a:prstGeom prst="rect">
            <a:avLst/>
          </a:prstGeom>
          <a:noFill/>
          <a:ln>
            <a:noFill/>
          </a:ln>
        </p:spPr>
        <p:txBody>
          <a:bodyPr spcFirstLastPara="1" wrap="square" lIns="0" tIns="0" rIns="0" bIns="0" anchor="t" anchorCtr="0">
            <a:spAutoFit/>
          </a:bodyPr>
          <a:lstStyle/>
          <a:p>
            <a:pPr lvl="0" algn="ctr">
              <a:lnSpc>
                <a:spcPct val="135000"/>
              </a:lnSpc>
            </a:pPr>
            <a:r>
              <a:rPr lang="en-IN" sz="2000" b="1" dirty="0">
                <a:solidFill>
                  <a:srgbClr val="002060"/>
                </a:solidFill>
                <a:latin typeface="Calibri" panose="020F0502020204030204" pitchFamily="34" charset="0"/>
                <a:cs typeface="Calibri" panose="020F0502020204030204" pitchFamily="34" charset="0"/>
              </a:rPr>
              <a:t>Rebuild Trust &amp; Economics</a:t>
            </a:r>
          </a:p>
          <a:p>
            <a:pPr lvl="0" algn="ctr">
              <a:lnSpc>
                <a:spcPct val="135000"/>
              </a:lnSpc>
            </a:pPr>
            <a:endParaRPr lang="en-IN" sz="2000" b="1" dirty="0">
              <a:solidFill>
                <a:srgbClr val="002060"/>
              </a:solidFill>
              <a:latin typeface="Calibri" panose="020F0502020204030204" pitchFamily="34" charset="0"/>
              <a:cs typeface="Calibri" panose="020F0502020204030204" pitchFamily="34" charset="0"/>
            </a:endParaRPr>
          </a:p>
          <a:p>
            <a:pPr marL="342900" lvl="0" indent="-342900" algn="just">
              <a:lnSpc>
                <a:spcPct val="135000"/>
              </a:lnSpc>
              <a:buFont typeface="Arial" panose="020B0604020202020204" pitchFamily="34" charset="0"/>
              <a:buChar char="•"/>
            </a:pPr>
            <a:r>
              <a:rPr lang="en-IN" sz="2000" dirty="0">
                <a:latin typeface="Calibri" panose="020F0502020204030204" pitchFamily="34" charset="0"/>
                <a:cs typeface="Calibri" panose="020F0502020204030204" pitchFamily="34" charset="0"/>
              </a:rPr>
              <a:t>Smarter incentives</a:t>
            </a:r>
          </a:p>
          <a:p>
            <a:pPr marL="342900" lvl="0" indent="-342900" algn="just">
              <a:lnSpc>
                <a:spcPct val="135000"/>
              </a:lnSpc>
              <a:buFont typeface="Arial" panose="020B0604020202020204" pitchFamily="34" charset="0"/>
              <a:buChar char="•"/>
            </a:pPr>
            <a:r>
              <a:rPr lang="en-IN" sz="2000" dirty="0">
                <a:latin typeface="Calibri" panose="020F0502020204030204" pitchFamily="34" charset="0"/>
                <a:cs typeface="Calibri" panose="020F0502020204030204" pitchFamily="34" charset="0"/>
              </a:rPr>
              <a:t>Reward reliability</a:t>
            </a:r>
          </a:p>
          <a:p>
            <a:pPr marL="342900" lvl="0" indent="-342900" algn="just">
              <a:lnSpc>
                <a:spcPct val="135000"/>
              </a:lnSpc>
              <a:buFont typeface="Arial" panose="020B0604020202020204" pitchFamily="34" charset="0"/>
              <a:buChar char="•"/>
            </a:pPr>
            <a:r>
              <a:rPr lang="en-IN" sz="2000" dirty="0">
                <a:latin typeface="Calibri" panose="020F0502020204030204" pitchFamily="34" charset="0"/>
                <a:cs typeface="Calibri" panose="020F0502020204030204" pitchFamily="34" charset="0"/>
              </a:rPr>
              <a:t>Improve partner retention</a:t>
            </a:r>
            <a:endParaRPr sz="2000" b="1" dirty="0">
              <a:solidFill>
                <a:srgbClr val="002060"/>
              </a:solidFill>
              <a:latin typeface="Calibri" panose="020F0502020204030204" pitchFamily="34" charset="0"/>
              <a:cs typeface="Calibri" panose="020F0502020204030204" pitchFamily="34"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025">
        <p15:prstTrans prst="airplane"/>
      </p:transition>
    </mc:Choice>
    <mc:Fallback xmlns="">
      <p:transition spd="slow" advTm="3025">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1EDF7"/>
        </a:solidFill>
        <a:effectLst/>
      </p:bgPr>
    </p:bg>
    <p:spTree>
      <p:nvGrpSpPr>
        <p:cNvPr id="1" name="Shape 350">
          <a:extLst>
            <a:ext uri="{FF2B5EF4-FFF2-40B4-BE49-F238E27FC236}">
              <a16:creationId xmlns:a16="http://schemas.microsoft.com/office/drawing/2014/main" id="{60B91701-B39F-8CF8-2E66-CBA3C355927A}"/>
            </a:ext>
          </a:extLst>
        </p:cNvPr>
        <p:cNvGrpSpPr/>
        <p:nvPr/>
      </p:nvGrpSpPr>
      <p:grpSpPr>
        <a:xfrm>
          <a:off x="0" y="0"/>
          <a:ext cx="0" cy="0"/>
          <a:chOff x="0" y="0"/>
          <a:chExt cx="0" cy="0"/>
        </a:xfrm>
      </p:grpSpPr>
      <p:grpSp>
        <p:nvGrpSpPr>
          <p:cNvPr id="351" name="Google Shape;351;p18">
            <a:extLst>
              <a:ext uri="{FF2B5EF4-FFF2-40B4-BE49-F238E27FC236}">
                <a16:creationId xmlns:a16="http://schemas.microsoft.com/office/drawing/2014/main" id="{C7C6BFBD-0C09-5E8D-DB1C-4CDA70EF5535}"/>
              </a:ext>
            </a:extLst>
          </p:cNvPr>
          <p:cNvGrpSpPr/>
          <p:nvPr/>
        </p:nvGrpSpPr>
        <p:grpSpPr>
          <a:xfrm>
            <a:off x="5814497" y="6715282"/>
            <a:ext cx="6659006" cy="6659006"/>
            <a:chOff x="0" y="0"/>
            <a:chExt cx="812800" cy="812800"/>
          </a:xfrm>
        </p:grpSpPr>
        <p:sp>
          <p:nvSpPr>
            <p:cNvPr id="352" name="Google Shape;352;p18">
              <a:extLst>
                <a:ext uri="{FF2B5EF4-FFF2-40B4-BE49-F238E27FC236}">
                  <a16:creationId xmlns:a16="http://schemas.microsoft.com/office/drawing/2014/main" id="{5BA44F1B-8738-0572-7C43-8CBFD328F583}"/>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8">
              <a:extLst>
                <a:ext uri="{FF2B5EF4-FFF2-40B4-BE49-F238E27FC236}">
                  <a16:creationId xmlns:a16="http://schemas.microsoft.com/office/drawing/2014/main" id="{4040377F-9429-F258-ABFF-7DD65015530E}"/>
                </a:ext>
              </a:extLst>
            </p:cNvPr>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54" name="Google Shape;354;p18">
            <a:extLst>
              <a:ext uri="{FF2B5EF4-FFF2-40B4-BE49-F238E27FC236}">
                <a16:creationId xmlns:a16="http://schemas.microsoft.com/office/drawing/2014/main" id="{4E54D58B-23DC-F23A-1372-909E4A015AD5}"/>
              </a:ext>
            </a:extLst>
          </p:cNvPr>
          <p:cNvGrpSpPr/>
          <p:nvPr/>
        </p:nvGrpSpPr>
        <p:grpSpPr>
          <a:xfrm>
            <a:off x="4345059" y="5488059"/>
            <a:ext cx="9597883" cy="9597883"/>
            <a:chOff x="0" y="0"/>
            <a:chExt cx="812800" cy="812800"/>
          </a:xfrm>
        </p:grpSpPr>
        <p:sp>
          <p:nvSpPr>
            <p:cNvPr id="355" name="Google Shape;355;p18">
              <a:extLst>
                <a:ext uri="{FF2B5EF4-FFF2-40B4-BE49-F238E27FC236}">
                  <a16:creationId xmlns:a16="http://schemas.microsoft.com/office/drawing/2014/main" id="{01CA1C73-0457-AF34-3004-1A5EB29DC269}"/>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80975" cap="sq" cmpd="sng">
              <a:solidFill>
                <a:srgbClr val="8C52FF"/>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18">
              <a:extLst>
                <a:ext uri="{FF2B5EF4-FFF2-40B4-BE49-F238E27FC236}">
                  <a16:creationId xmlns:a16="http://schemas.microsoft.com/office/drawing/2014/main" id="{930D25F9-72B0-6182-A979-4F65AF4FBBCE}"/>
                </a:ext>
              </a:extLst>
            </p:cNvPr>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57" name="Google Shape;357;p18">
            <a:extLst>
              <a:ext uri="{FF2B5EF4-FFF2-40B4-BE49-F238E27FC236}">
                <a16:creationId xmlns:a16="http://schemas.microsoft.com/office/drawing/2014/main" id="{A60845D8-D956-A5FA-D1D3-000D307E8CE1}"/>
              </a:ext>
            </a:extLst>
          </p:cNvPr>
          <p:cNvGrpSpPr/>
          <p:nvPr/>
        </p:nvGrpSpPr>
        <p:grpSpPr>
          <a:xfrm>
            <a:off x="3504432" y="7577048"/>
            <a:ext cx="1681252" cy="1681252"/>
            <a:chOff x="0" y="0"/>
            <a:chExt cx="812800" cy="812800"/>
          </a:xfrm>
        </p:grpSpPr>
        <p:sp>
          <p:nvSpPr>
            <p:cNvPr id="358" name="Google Shape;358;p18">
              <a:extLst>
                <a:ext uri="{FF2B5EF4-FFF2-40B4-BE49-F238E27FC236}">
                  <a16:creationId xmlns:a16="http://schemas.microsoft.com/office/drawing/2014/main" id="{C97B9E12-B131-3570-4EC6-9DDDD0C6DB90}"/>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18">
              <a:extLst>
                <a:ext uri="{FF2B5EF4-FFF2-40B4-BE49-F238E27FC236}">
                  <a16:creationId xmlns:a16="http://schemas.microsoft.com/office/drawing/2014/main" id="{559CEAC1-583A-3ACF-BEC1-550ECA1E7B7B}"/>
                </a:ext>
              </a:extLst>
            </p:cNvPr>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60" name="Google Shape;360;p18">
            <a:extLst>
              <a:ext uri="{FF2B5EF4-FFF2-40B4-BE49-F238E27FC236}">
                <a16:creationId xmlns:a16="http://schemas.microsoft.com/office/drawing/2014/main" id="{9421976B-DB6E-8678-314B-154624DD51C5}"/>
              </a:ext>
            </a:extLst>
          </p:cNvPr>
          <p:cNvSpPr txBox="1"/>
          <p:nvPr/>
        </p:nvSpPr>
        <p:spPr>
          <a:xfrm>
            <a:off x="6842998" y="7424675"/>
            <a:ext cx="4602000" cy="24627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8000" i="0" u="none" strike="noStrike" cap="none">
                <a:solidFill>
                  <a:srgbClr val="FFFFFF"/>
                </a:solidFill>
                <a:latin typeface="Dosis ExtraBold"/>
                <a:ea typeface="Dosis ExtraBold"/>
                <a:cs typeface="Dosis ExtraBold"/>
                <a:sym typeface="Dosis ExtraBold"/>
              </a:rPr>
              <a:t>KEY POINTS</a:t>
            </a:r>
            <a:endParaRPr>
              <a:latin typeface="Dosis ExtraBold"/>
              <a:ea typeface="Dosis ExtraBold"/>
              <a:cs typeface="Dosis ExtraBold"/>
              <a:sym typeface="Dosis ExtraBold"/>
            </a:endParaRPr>
          </a:p>
        </p:txBody>
      </p:sp>
      <p:sp>
        <p:nvSpPr>
          <p:cNvPr id="361" name="Google Shape;361;p18">
            <a:extLst>
              <a:ext uri="{FF2B5EF4-FFF2-40B4-BE49-F238E27FC236}">
                <a16:creationId xmlns:a16="http://schemas.microsoft.com/office/drawing/2014/main" id="{A2B8D943-6285-B5D9-482A-44E2EB41CD74}"/>
              </a:ext>
            </a:extLst>
          </p:cNvPr>
          <p:cNvSpPr/>
          <p:nvPr/>
        </p:nvSpPr>
        <p:spPr>
          <a:xfrm>
            <a:off x="3862052" y="7986480"/>
            <a:ext cx="966014" cy="862387"/>
          </a:xfrm>
          <a:custGeom>
            <a:avLst/>
            <a:gdLst/>
            <a:ahLst/>
            <a:cxnLst/>
            <a:rect l="l" t="t" r="r" b="b"/>
            <a:pathLst>
              <a:path w="966014" h="862387" extrusionOk="0">
                <a:moveTo>
                  <a:pt x="0" y="0"/>
                </a:moveTo>
                <a:lnTo>
                  <a:pt x="966014" y="0"/>
                </a:lnTo>
                <a:lnTo>
                  <a:pt x="966014" y="862387"/>
                </a:lnTo>
                <a:lnTo>
                  <a:pt x="0" y="862387"/>
                </a:lnTo>
                <a:lnTo>
                  <a:pt x="0" y="0"/>
                </a:lnTo>
                <a:close/>
              </a:path>
            </a:pathLst>
          </a:custGeom>
          <a:blipFill rotWithShape="1">
            <a:blip r:embed="rId3">
              <a:alphaModFix/>
            </a:blip>
            <a:stretch>
              <a:fillRect/>
            </a:stretch>
          </a:blipFill>
          <a:ln>
            <a:noFill/>
          </a:ln>
        </p:spPr>
        <p:txBody>
          <a:bodyPr/>
          <a:lstStyle/>
          <a:p>
            <a:endParaRPr lang="en-IN"/>
          </a:p>
        </p:txBody>
      </p:sp>
      <p:grpSp>
        <p:nvGrpSpPr>
          <p:cNvPr id="362" name="Google Shape;362;p18">
            <a:extLst>
              <a:ext uri="{FF2B5EF4-FFF2-40B4-BE49-F238E27FC236}">
                <a16:creationId xmlns:a16="http://schemas.microsoft.com/office/drawing/2014/main" id="{1F113DD8-A6E9-715F-E0D3-54CE45603DF4}"/>
              </a:ext>
            </a:extLst>
          </p:cNvPr>
          <p:cNvGrpSpPr/>
          <p:nvPr/>
        </p:nvGrpSpPr>
        <p:grpSpPr>
          <a:xfrm>
            <a:off x="6126452" y="5190973"/>
            <a:ext cx="1681252" cy="1681252"/>
            <a:chOff x="0" y="0"/>
            <a:chExt cx="812800" cy="812800"/>
          </a:xfrm>
        </p:grpSpPr>
        <p:sp>
          <p:nvSpPr>
            <p:cNvPr id="363" name="Google Shape;363;p18">
              <a:extLst>
                <a:ext uri="{FF2B5EF4-FFF2-40B4-BE49-F238E27FC236}">
                  <a16:creationId xmlns:a16="http://schemas.microsoft.com/office/drawing/2014/main" id="{185747A9-3DEC-35E0-7694-E49E027C6A3D}"/>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18">
              <a:extLst>
                <a:ext uri="{FF2B5EF4-FFF2-40B4-BE49-F238E27FC236}">
                  <a16:creationId xmlns:a16="http://schemas.microsoft.com/office/drawing/2014/main" id="{C5BEBD6E-25E5-ADEB-4B19-F86EC2BC38F1}"/>
                </a:ext>
              </a:extLst>
            </p:cNvPr>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65" name="Google Shape;365;p18">
            <a:extLst>
              <a:ext uri="{FF2B5EF4-FFF2-40B4-BE49-F238E27FC236}">
                <a16:creationId xmlns:a16="http://schemas.microsoft.com/office/drawing/2014/main" id="{83723F0B-A843-C485-9A1E-CFD4D63DC870}"/>
              </a:ext>
            </a:extLst>
          </p:cNvPr>
          <p:cNvSpPr/>
          <p:nvPr/>
        </p:nvSpPr>
        <p:spPr>
          <a:xfrm>
            <a:off x="6587949" y="5599354"/>
            <a:ext cx="758256" cy="863439"/>
          </a:xfrm>
          <a:custGeom>
            <a:avLst/>
            <a:gdLst/>
            <a:ahLst/>
            <a:cxnLst/>
            <a:rect l="l" t="t" r="r" b="b"/>
            <a:pathLst>
              <a:path w="758256" h="863439" extrusionOk="0">
                <a:moveTo>
                  <a:pt x="0" y="0"/>
                </a:moveTo>
                <a:lnTo>
                  <a:pt x="758257" y="0"/>
                </a:lnTo>
                <a:lnTo>
                  <a:pt x="758257" y="863438"/>
                </a:lnTo>
                <a:lnTo>
                  <a:pt x="0" y="863438"/>
                </a:lnTo>
                <a:lnTo>
                  <a:pt x="0" y="0"/>
                </a:lnTo>
                <a:close/>
              </a:path>
            </a:pathLst>
          </a:custGeom>
          <a:blipFill rotWithShape="1">
            <a:blip r:embed="rId4">
              <a:alphaModFix/>
            </a:blip>
            <a:stretch>
              <a:fillRect/>
            </a:stretch>
          </a:blipFill>
          <a:ln>
            <a:noFill/>
          </a:ln>
        </p:spPr>
        <p:txBody>
          <a:bodyPr/>
          <a:lstStyle/>
          <a:p>
            <a:endParaRPr lang="en-IN"/>
          </a:p>
        </p:txBody>
      </p:sp>
      <p:grpSp>
        <p:nvGrpSpPr>
          <p:cNvPr id="366" name="Google Shape;366;p18">
            <a:extLst>
              <a:ext uri="{FF2B5EF4-FFF2-40B4-BE49-F238E27FC236}">
                <a16:creationId xmlns:a16="http://schemas.microsoft.com/office/drawing/2014/main" id="{9D082197-324F-BCCA-A95C-E77BC0B5D920}"/>
              </a:ext>
            </a:extLst>
          </p:cNvPr>
          <p:cNvGrpSpPr/>
          <p:nvPr/>
        </p:nvGrpSpPr>
        <p:grpSpPr>
          <a:xfrm>
            <a:off x="10461785" y="5190447"/>
            <a:ext cx="1681252" cy="1681252"/>
            <a:chOff x="0" y="0"/>
            <a:chExt cx="812800" cy="812800"/>
          </a:xfrm>
        </p:grpSpPr>
        <p:sp>
          <p:nvSpPr>
            <p:cNvPr id="367" name="Google Shape;367;p18">
              <a:extLst>
                <a:ext uri="{FF2B5EF4-FFF2-40B4-BE49-F238E27FC236}">
                  <a16:creationId xmlns:a16="http://schemas.microsoft.com/office/drawing/2014/main" id="{97AA3F6D-7F9B-13DF-23E7-7C58C81B96E9}"/>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18">
              <a:extLst>
                <a:ext uri="{FF2B5EF4-FFF2-40B4-BE49-F238E27FC236}">
                  <a16:creationId xmlns:a16="http://schemas.microsoft.com/office/drawing/2014/main" id="{240B1BFA-F6B7-6A6C-F304-60340FB68D1D}"/>
                </a:ext>
              </a:extLst>
            </p:cNvPr>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69" name="Google Shape;369;p18">
            <a:extLst>
              <a:ext uri="{FF2B5EF4-FFF2-40B4-BE49-F238E27FC236}">
                <a16:creationId xmlns:a16="http://schemas.microsoft.com/office/drawing/2014/main" id="{5F9DF3C6-4182-8402-5D2C-DFF4D49816A6}"/>
              </a:ext>
            </a:extLst>
          </p:cNvPr>
          <p:cNvSpPr/>
          <p:nvPr/>
        </p:nvSpPr>
        <p:spPr>
          <a:xfrm>
            <a:off x="10870691" y="5598828"/>
            <a:ext cx="863439" cy="863439"/>
          </a:xfrm>
          <a:custGeom>
            <a:avLst/>
            <a:gdLst/>
            <a:ahLst/>
            <a:cxnLst/>
            <a:rect l="l" t="t" r="r" b="b"/>
            <a:pathLst>
              <a:path w="863439" h="863439" extrusionOk="0">
                <a:moveTo>
                  <a:pt x="0" y="0"/>
                </a:moveTo>
                <a:lnTo>
                  <a:pt x="863439" y="0"/>
                </a:lnTo>
                <a:lnTo>
                  <a:pt x="863439" y="863438"/>
                </a:lnTo>
                <a:lnTo>
                  <a:pt x="0" y="863438"/>
                </a:lnTo>
                <a:lnTo>
                  <a:pt x="0" y="0"/>
                </a:lnTo>
                <a:close/>
              </a:path>
            </a:pathLst>
          </a:custGeom>
          <a:blipFill rotWithShape="1">
            <a:blip r:embed="rId5">
              <a:alphaModFix/>
            </a:blip>
            <a:stretch>
              <a:fillRect/>
            </a:stretch>
          </a:blipFill>
          <a:ln>
            <a:noFill/>
          </a:ln>
        </p:spPr>
        <p:txBody>
          <a:bodyPr/>
          <a:lstStyle/>
          <a:p>
            <a:endParaRPr lang="en-IN"/>
          </a:p>
        </p:txBody>
      </p:sp>
      <p:grpSp>
        <p:nvGrpSpPr>
          <p:cNvPr id="370" name="Google Shape;370;p18">
            <a:extLst>
              <a:ext uri="{FF2B5EF4-FFF2-40B4-BE49-F238E27FC236}">
                <a16:creationId xmlns:a16="http://schemas.microsoft.com/office/drawing/2014/main" id="{646F8FCF-7DBE-94AB-A8E5-50EDC100AA3D}"/>
              </a:ext>
            </a:extLst>
          </p:cNvPr>
          <p:cNvGrpSpPr/>
          <p:nvPr/>
        </p:nvGrpSpPr>
        <p:grpSpPr>
          <a:xfrm>
            <a:off x="13102153" y="7577048"/>
            <a:ext cx="1681252" cy="1681252"/>
            <a:chOff x="0" y="0"/>
            <a:chExt cx="812800" cy="812800"/>
          </a:xfrm>
        </p:grpSpPr>
        <p:sp>
          <p:nvSpPr>
            <p:cNvPr id="371" name="Google Shape;371;p18">
              <a:extLst>
                <a:ext uri="{FF2B5EF4-FFF2-40B4-BE49-F238E27FC236}">
                  <a16:creationId xmlns:a16="http://schemas.microsoft.com/office/drawing/2014/main" id="{0FB8DECA-3382-807B-81D2-2AE1B0599F2F}"/>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8">
              <a:extLst>
                <a:ext uri="{FF2B5EF4-FFF2-40B4-BE49-F238E27FC236}">
                  <a16:creationId xmlns:a16="http://schemas.microsoft.com/office/drawing/2014/main" id="{300CB48B-9992-9C58-4689-2739A0AD1BB6}"/>
                </a:ext>
              </a:extLst>
            </p:cNvPr>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73" name="Google Shape;373;p18">
            <a:extLst>
              <a:ext uri="{FF2B5EF4-FFF2-40B4-BE49-F238E27FC236}">
                <a16:creationId xmlns:a16="http://schemas.microsoft.com/office/drawing/2014/main" id="{8D54982E-C5AA-690B-4806-6F3425079712}"/>
              </a:ext>
            </a:extLst>
          </p:cNvPr>
          <p:cNvSpPr/>
          <p:nvPr/>
        </p:nvSpPr>
        <p:spPr>
          <a:xfrm>
            <a:off x="13318936" y="8106868"/>
            <a:ext cx="1248011" cy="741999"/>
          </a:xfrm>
          <a:custGeom>
            <a:avLst/>
            <a:gdLst/>
            <a:ahLst/>
            <a:cxnLst/>
            <a:rect l="l" t="t" r="r" b="b"/>
            <a:pathLst>
              <a:path w="1248011" h="741999" extrusionOk="0">
                <a:moveTo>
                  <a:pt x="0" y="0"/>
                </a:moveTo>
                <a:lnTo>
                  <a:pt x="1248011" y="0"/>
                </a:lnTo>
                <a:lnTo>
                  <a:pt x="1248011" y="741999"/>
                </a:lnTo>
                <a:lnTo>
                  <a:pt x="0" y="741999"/>
                </a:lnTo>
                <a:lnTo>
                  <a:pt x="0" y="0"/>
                </a:lnTo>
                <a:close/>
              </a:path>
            </a:pathLst>
          </a:custGeom>
          <a:blipFill rotWithShape="1">
            <a:blip r:embed="rId6">
              <a:alphaModFix/>
            </a:blip>
            <a:stretch>
              <a:fillRect/>
            </a:stretch>
          </a:blipFill>
          <a:ln>
            <a:noFill/>
          </a:ln>
        </p:spPr>
        <p:txBody>
          <a:bodyPr/>
          <a:lstStyle/>
          <a:p>
            <a:endParaRPr lang="en-IN"/>
          </a:p>
        </p:txBody>
      </p:sp>
      <p:cxnSp>
        <p:nvCxnSpPr>
          <p:cNvPr id="374" name="Google Shape;374;p18">
            <a:extLst>
              <a:ext uri="{FF2B5EF4-FFF2-40B4-BE49-F238E27FC236}">
                <a16:creationId xmlns:a16="http://schemas.microsoft.com/office/drawing/2014/main" id="{AB67EEE3-BB35-136E-82A8-E7ECE28B4375}"/>
              </a:ext>
            </a:extLst>
          </p:cNvPr>
          <p:cNvCxnSpPr/>
          <p:nvPr/>
        </p:nvCxnSpPr>
        <p:spPr>
          <a:xfrm>
            <a:off x="2615796" y="8398624"/>
            <a:ext cx="888637" cy="0"/>
          </a:xfrm>
          <a:prstGeom prst="straightConnector1">
            <a:avLst/>
          </a:prstGeom>
          <a:noFill/>
          <a:ln w="95250" cap="flat" cmpd="sng">
            <a:solidFill>
              <a:srgbClr val="8C52FF"/>
            </a:solidFill>
            <a:prstDash val="solid"/>
            <a:round/>
            <a:headEnd type="none" w="sm" len="sm"/>
            <a:tailEnd type="none" w="sm" len="sm"/>
          </a:ln>
        </p:spPr>
      </p:cxnSp>
      <p:cxnSp>
        <p:nvCxnSpPr>
          <p:cNvPr id="375" name="Google Shape;375;p18">
            <a:extLst>
              <a:ext uri="{FF2B5EF4-FFF2-40B4-BE49-F238E27FC236}">
                <a16:creationId xmlns:a16="http://schemas.microsoft.com/office/drawing/2014/main" id="{0468B522-6723-F2E5-8B39-FD6C6C42ED83}"/>
              </a:ext>
            </a:extLst>
          </p:cNvPr>
          <p:cNvCxnSpPr/>
          <p:nvPr/>
        </p:nvCxnSpPr>
        <p:spPr>
          <a:xfrm rot="10800000">
            <a:off x="2669562" y="3905098"/>
            <a:ext cx="0" cy="4493526"/>
          </a:xfrm>
          <a:prstGeom prst="straightConnector1">
            <a:avLst/>
          </a:prstGeom>
          <a:noFill/>
          <a:ln w="95250" cap="flat" cmpd="sng">
            <a:solidFill>
              <a:srgbClr val="8C52FF"/>
            </a:solidFill>
            <a:prstDash val="solid"/>
            <a:round/>
            <a:headEnd type="none" w="sm" len="sm"/>
            <a:tailEnd type="none" w="sm" len="sm"/>
          </a:ln>
        </p:spPr>
      </p:cxnSp>
      <p:cxnSp>
        <p:nvCxnSpPr>
          <p:cNvPr id="376" name="Google Shape;376;p18">
            <a:extLst>
              <a:ext uri="{FF2B5EF4-FFF2-40B4-BE49-F238E27FC236}">
                <a16:creationId xmlns:a16="http://schemas.microsoft.com/office/drawing/2014/main" id="{AAA5C90A-3B1A-DB11-7765-AA89614A4547}"/>
              </a:ext>
            </a:extLst>
          </p:cNvPr>
          <p:cNvCxnSpPr/>
          <p:nvPr/>
        </p:nvCxnSpPr>
        <p:spPr>
          <a:xfrm>
            <a:off x="1196054" y="3905098"/>
            <a:ext cx="3316359" cy="0"/>
          </a:xfrm>
          <a:prstGeom prst="straightConnector1">
            <a:avLst/>
          </a:prstGeom>
          <a:noFill/>
          <a:ln w="95250" cap="flat" cmpd="sng">
            <a:solidFill>
              <a:srgbClr val="8C52FF"/>
            </a:solidFill>
            <a:prstDash val="solid"/>
            <a:round/>
            <a:headEnd type="none" w="sm" len="sm"/>
            <a:tailEnd type="none" w="sm" len="sm"/>
          </a:ln>
        </p:spPr>
      </p:cxnSp>
      <p:cxnSp>
        <p:nvCxnSpPr>
          <p:cNvPr id="377" name="Google Shape;377;p18">
            <a:extLst>
              <a:ext uri="{FF2B5EF4-FFF2-40B4-BE49-F238E27FC236}">
                <a16:creationId xmlns:a16="http://schemas.microsoft.com/office/drawing/2014/main" id="{391754F3-78C4-D321-63B7-5B7166B6667D}"/>
              </a:ext>
            </a:extLst>
          </p:cNvPr>
          <p:cNvCxnSpPr/>
          <p:nvPr/>
        </p:nvCxnSpPr>
        <p:spPr>
          <a:xfrm>
            <a:off x="5389232" y="3905098"/>
            <a:ext cx="3316359" cy="0"/>
          </a:xfrm>
          <a:prstGeom prst="straightConnector1">
            <a:avLst/>
          </a:prstGeom>
          <a:noFill/>
          <a:ln w="95250" cap="flat" cmpd="sng">
            <a:solidFill>
              <a:srgbClr val="8C52FF"/>
            </a:solidFill>
            <a:prstDash val="solid"/>
            <a:round/>
            <a:headEnd type="none" w="sm" len="sm"/>
            <a:tailEnd type="none" w="sm" len="sm"/>
          </a:ln>
        </p:spPr>
      </p:cxnSp>
      <p:cxnSp>
        <p:nvCxnSpPr>
          <p:cNvPr id="378" name="Google Shape;378;p18">
            <a:extLst>
              <a:ext uri="{FF2B5EF4-FFF2-40B4-BE49-F238E27FC236}">
                <a16:creationId xmlns:a16="http://schemas.microsoft.com/office/drawing/2014/main" id="{F975FF51-4924-FE17-1A8A-72F2344AA213}"/>
              </a:ext>
            </a:extLst>
          </p:cNvPr>
          <p:cNvCxnSpPr/>
          <p:nvPr/>
        </p:nvCxnSpPr>
        <p:spPr>
          <a:xfrm>
            <a:off x="9582410" y="3905098"/>
            <a:ext cx="3316359" cy="0"/>
          </a:xfrm>
          <a:prstGeom prst="straightConnector1">
            <a:avLst/>
          </a:prstGeom>
          <a:noFill/>
          <a:ln w="95250" cap="flat" cmpd="sng">
            <a:solidFill>
              <a:srgbClr val="8C52FF"/>
            </a:solidFill>
            <a:prstDash val="solid"/>
            <a:round/>
            <a:headEnd type="none" w="sm" len="sm"/>
            <a:tailEnd type="none" w="sm" len="sm"/>
          </a:ln>
        </p:spPr>
      </p:cxnSp>
      <p:cxnSp>
        <p:nvCxnSpPr>
          <p:cNvPr id="379" name="Google Shape;379;p18">
            <a:extLst>
              <a:ext uri="{FF2B5EF4-FFF2-40B4-BE49-F238E27FC236}">
                <a16:creationId xmlns:a16="http://schemas.microsoft.com/office/drawing/2014/main" id="{5733B096-E4B7-C769-DD4D-0CA0B209CA82}"/>
              </a:ext>
            </a:extLst>
          </p:cNvPr>
          <p:cNvCxnSpPr/>
          <p:nvPr/>
        </p:nvCxnSpPr>
        <p:spPr>
          <a:xfrm>
            <a:off x="13775587" y="3905098"/>
            <a:ext cx="3316359" cy="0"/>
          </a:xfrm>
          <a:prstGeom prst="straightConnector1">
            <a:avLst/>
          </a:prstGeom>
          <a:noFill/>
          <a:ln w="95250" cap="flat" cmpd="sng">
            <a:solidFill>
              <a:srgbClr val="8C52FF"/>
            </a:solidFill>
            <a:prstDash val="solid"/>
            <a:round/>
            <a:headEnd type="none" w="sm" len="sm"/>
            <a:tailEnd type="none" w="sm" len="sm"/>
          </a:ln>
        </p:spPr>
      </p:cxnSp>
      <p:sp>
        <p:nvSpPr>
          <p:cNvPr id="380" name="Google Shape;380;p18">
            <a:extLst>
              <a:ext uri="{FF2B5EF4-FFF2-40B4-BE49-F238E27FC236}">
                <a16:creationId xmlns:a16="http://schemas.microsoft.com/office/drawing/2014/main" id="{CC3612AD-058A-C523-626E-944D86AE869C}"/>
              </a:ext>
            </a:extLst>
          </p:cNvPr>
          <p:cNvSpPr txBox="1"/>
          <p:nvPr/>
        </p:nvSpPr>
        <p:spPr>
          <a:xfrm>
            <a:off x="1153918" y="2544928"/>
            <a:ext cx="3255742" cy="747897"/>
          </a:xfrm>
          <a:prstGeom prst="rect">
            <a:avLst/>
          </a:prstGeom>
          <a:noFill/>
          <a:ln>
            <a:noFill/>
          </a:ln>
        </p:spPr>
        <p:txBody>
          <a:bodyPr spcFirstLastPara="1" wrap="square" lIns="0" tIns="0" rIns="0" bIns="0" anchor="t" anchorCtr="0">
            <a:spAutoFit/>
          </a:bodyPr>
          <a:lstStyle/>
          <a:p>
            <a:pPr lvl="0">
              <a:lnSpc>
                <a:spcPct val="135000"/>
              </a:lnSpc>
            </a:pPr>
            <a:r>
              <a:rPr lang="en-IN" sz="1800" b="1" i="1" dirty="0">
                <a:solidFill>
                  <a:srgbClr val="002060"/>
                </a:solidFill>
              </a:rPr>
              <a:t>Fix Delivery Speed Gap (Primary Driver)</a:t>
            </a:r>
            <a:endParaRPr sz="1800" b="1" i="1" dirty="0">
              <a:solidFill>
                <a:srgbClr val="002060"/>
              </a:solidFill>
            </a:endParaRPr>
          </a:p>
        </p:txBody>
      </p:sp>
      <p:sp>
        <p:nvSpPr>
          <p:cNvPr id="381" name="Google Shape;381;p18">
            <a:extLst>
              <a:ext uri="{FF2B5EF4-FFF2-40B4-BE49-F238E27FC236}">
                <a16:creationId xmlns:a16="http://schemas.microsoft.com/office/drawing/2014/main" id="{AEDD5DFF-0EEA-43BB-4F0E-02BA585FEFF1}"/>
              </a:ext>
            </a:extLst>
          </p:cNvPr>
          <p:cNvSpPr txBox="1"/>
          <p:nvPr/>
        </p:nvSpPr>
        <p:spPr>
          <a:xfrm>
            <a:off x="1153918" y="1874124"/>
            <a:ext cx="3255742" cy="539115"/>
          </a:xfrm>
          <a:prstGeom prst="rect">
            <a:avLst/>
          </a:prstGeom>
          <a:noFill/>
          <a:ln>
            <a:noFill/>
          </a:ln>
        </p:spPr>
        <p:txBody>
          <a:bodyPr spcFirstLastPara="1" wrap="square" lIns="0" tIns="0" rIns="0" bIns="0" anchor="t" anchorCtr="0">
            <a:spAutoFit/>
          </a:bodyPr>
          <a:lstStyle/>
          <a:p>
            <a:pPr marL="0" marR="0" lvl="0" indent="0" algn="l" rtl="0">
              <a:lnSpc>
                <a:spcPct val="135000"/>
              </a:lnSpc>
              <a:spcBef>
                <a:spcPts val="0"/>
              </a:spcBef>
              <a:spcAft>
                <a:spcPts val="0"/>
              </a:spcAft>
              <a:buNone/>
            </a:pPr>
            <a:r>
              <a:rPr lang="en-US" sz="3200" b="1" i="0" u="none" strike="noStrike" cap="none" dirty="0">
                <a:solidFill>
                  <a:srgbClr val="8C52FF"/>
                </a:solidFill>
                <a:latin typeface="Dosis"/>
                <a:ea typeface="Dosis"/>
                <a:cs typeface="Dosis"/>
                <a:sym typeface="Dosis"/>
              </a:rPr>
              <a:t>POINT 01</a:t>
            </a:r>
            <a:endParaRPr dirty="0"/>
          </a:p>
        </p:txBody>
      </p:sp>
      <p:sp>
        <p:nvSpPr>
          <p:cNvPr id="382" name="Google Shape;382;p18">
            <a:extLst>
              <a:ext uri="{FF2B5EF4-FFF2-40B4-BE49-F238E27FC236}">
                <a16:creationId xmlns:a16="http://schemas.microsoft.com/office/drawing/2014/main" id="{D37B9EC4-ABC0-4F9A-59D9-A16AE50AE3D9}"/>
              </a:ext>
            </a:extLst>
          </p:cNvPr>
          <p:cNvSpPr txBox="1"/>
          <p:nvPr/>
        </p:nvSpPr>
        <p:spPr>
          <a:xfrm>
            <a:off x="5453834" y="2544928"/>
            <a:ext cx="3255742" cy="747897"/>
          </a:xfrm>
          <a:prstGeom prst="rect">
            <a:avLst/>
          </a:prstGeom>
          <a:noFill/>
          <a:ln>
            <a:noFill/>
          </a:ln>
        </p:spPr>
        <p:txBody>
          <a:bodyPr spcFirstLastPara="1" wrap="square" lIns="0" tIns="0" rIns="0" bIns="0" anchor="t" anchorCtr="0">
            <a:spAutoFit/>
          </a:bodyPr>
          <a:lstStyle/>
          <a:p>
            <a:pPr lvl="0">
              <a:lnSpc>
                <a:spcPct val="135000"/>
              </a:lnSpc>
            </a:pPr>
            <a:r>
              <a:rPr lang="en-IN" sz="1800" b="1" i="1" dirty="0">
                <a:solidFill>
                  <a:srgbClr val="002060"/>
                </a:solidFill>
              </a:rPr>
              <a:t>Reduce Cancellation Rate Through Reliability</a:t>
            </a:r>
            <a:endParaRPr sz="1800" b="1" i="1" dirty="0">
              <a:solidFill>
                <a:srgbClr val="002060"/>
              </a:solidFill>
            </a:endParaRPr>
          </a:p>
        </p:txBody>
      </p:sp>
      <p:sp>
        <p:nvSpPr>
          <p:cNvPr id="383" name="Google Shape;383;p18">
            <a:extLst>
              <a:ext uri="{FF2B5EF4-FFF2-40B4-BE49-F238E27FC236}">
                <a16:creationId xmlns:a16="http://schemas.microsoft.com/office/drawing/2014/main" id="{47EBEF6C-5BC5-B5F1-2782-4AE78C3A7E3B}"/>
              </a:ext>
            </a:extLst>
          </p:cNvPr>
          <p:cNvSpPr txBox="1"/>
          <p:nvPr/>
        </p:nvSpPr>
        <p:spPr>
          <a:xfrm>
            <a:off x="5453834" y="1874124"/>
            <a:ext cx="3255742" cy="539115"/>
          </a:xfrm>
          <a:prstGeom prst="rect">
            <a:avLst/>
          </a:prstGeom>
          <a:noFill/>
          <a:ln>
            <a:noFill/>
          </a:ln>
        </p:spPr>
        <p:txBody>
          <a:bodyPr spcFirstLastPara="1" wrap="square" lIns="0" tIns="0" rIns="0" bIns="0" anchor="t" anchorCtr="0">
            <a:spAutoFit/>
          </a:bodyPr>
          <a:lstStyle/>
          <a:p>
            <a:pPr marL="0" marR="0" lvl="0" indent="0" algn="l" rtl="0">
              <a:lnSpc>
                <a:spcPct val="135000"/>
              </a:lnSpc>
              <a:spcBef>
                <a:spcPts val="0"/>
              </a:spcBef>
              <a:spcAft>
                <a:spcPts val="0"/>
              </a:spcAft>
              <a:buNone/>
            </a:pPr>
            <a:r>
              <a:rPr lang="en-US" sz="3200" b="1" i="0" u="none" strike="noStrike" cap="none">
                <a:solidFill>
                  <a:srgbClr val="8C52FF"/>
                </a:solidFill>
                <a:latin typeface="Dosis"/>
                <a:ea typeface="Dosis"/>
                <a:cs typeface="Dosis"/>
                <a:sym typeface="Dosis"/>
              </a:rPr>
              <a:t>POINT 02</a:t>
            </a:r>
            <a:endParaRPr/>
          </a:p>
        </p:txBody>
      </p:sp>
      <p:sp>
        <p:nvSpPr>
          <p:cNvPr id="384" name="Google Shape;384;p18">
            <a:extLst>
              <a:ext uri="{FF2B5EF4-FFF2-40B4-BE49-F238E27FC236}">
                <a16:creationId xmlns:a16="http://schemas.microsoft.com/office/drawing/2014/main" id="{83EA300D-78D0-1970-5196-D75CAD4F7B93}"/>
              </a:ext>
            </a:extLst>
          </p:cNvPr>
          <p:cNvSpPr txBox="1"/>
          <p:nvPr/>
        </p:nvSpPr>
        <p:spPr>
          <a:xfrm>
            <a:off x="9647011" y="2588470"/>
            <a:ext cx="3255742" cy="747897"/>
          </a:xfrm>
          <a:prstGeom prst="rect">
            <a:avLst/>
          </a:prstGeom>
          <a:noFill/>
          <a:ln>
            <a:noFill/>
          </a:ln>
        </p:spPr>
        <p:txBody>
          <a:bodyPr spcFirstLastPara="1" wrap="square" lIns="0" tIns="0" rIns="0" bIns="0" anchor="t" anchorCtr="0">
            <a:spAutoFit/>
          </a:bodyPr>
          <a:lstStyle/>
          <a:p>
            <a:pPr lvl="0">
              <a:lnSpc>
                <a:spcPct val="135000"/>
              </a:lnSpc>
            </a:pPr>
            <a:r>
              <a:rPr lang="en-IN" sz="1800" b="1" i="1" dirty="0">
                <a:solidFill>
                  <a:srgbClr val="002060"/>
                </a:solidFill>
              </a:rPr>
              <a:t>Strengthen Supply Side (Partner Density)</a:t>
            </a:r>
            <a:endParaRPr sz="1800" b="1" i="1" dirty="0">
              <a:solidFill>
                <a:srgbClr val="002060"/>
              </a:solidFill>
            </a:endParaRPr>
          </a:p>
        </p:txBody>
      </p:sp>
      <p:sp>
        <p:nvSpPr>
          <p:cNvPr id="385" name="Google Shape;385;p18">
            <a:extLst>
              <a:ext uri="{FF2B5EF4-FFF2-40B4-BE49-F238E27FC236}">
                <a16:creationId xmlns:a16="http://schemas.microsoft.com/office/drawing/2014/main" id="{0F5A0AB0-16BA-2DB9-C56B-439F22B87BEF}"/>
              </a:ext>
            </a:extLst>
          </p:cNvPr>
          <p:cNvSpPr txBox="1"/>
          <p:nvPr/>
        </p:nvSpPr>
        <p:spPr>
          <a:xfrm>
            <a:off x="9647011" y="1874124"/>
            <a:ext cx="3255742" cy="539115"/>
          </a:xfrm>
          <a:prstGeom prst="rect">
            <a:avLst/>
          </a:prstGeom>
          <a:noFill/>
          <a:ln>
            <a:noFill/>
          </a:ln>
        </p:spPr>
        <p:txBody>
          <a:bodyPr spcFirstLastPara="1" wrap="square" lIns="0" tIns="0" rIns="0" bIns="0" anchor="t" anchorCtr="0">
            <a:spAutoFit/>
          </a:bodyPr>
          <a:lstStyle/>
          <a:p>
            <a:pPr marL="0" marR="0" lvl="0" indent="0" algn="l" rtl="0">
              <a:lnSpc>
                <a:spcPct val="135000"/>
              </a:lnSpc>
              <a:spcBef>
                <a:spcPts val="0"/>
              </a:spcBef>
              <a:spcAft>
                <a:spcPts val="0"/>
              </a:spcAft>
              <a:buNone/>
            </a:pPr>
            <a:r>
              <a:rPr lang="en-US" sz="3200" b="1" i="0" u="none" strike="noStrike" cap="none">
                <a:solidFill>
                  <a:srgbClr val="8C52FF"/>
                </a:solidFill>
                <a:latin typeface="Dosis"/>
                <a:ea typeface="Dosis"/>
                <a:cs typeface="Dosis"/>
                <a:sym typeface="Dosis"/>
              </a:rPr>
              <a:t>POINT 03</a:t>
            </a:r>
            <a:endParaRPr/>
          </a:p>
        </p:txBody>
      </p:sp>
      <p:sp>
        <p:nvSpPr>
          <p:cNvPr id="386" name="Google Shape;386;p18">
            <a:extLst>
              <a:ext uri="{FF2B5EF4-FFF2-40B4-BE49-F238E27FC236}">
                <a16:creationId xmlns:a16="http://schemas.microsoft.com/office/drawing/2014/main" id="{DE4E2371-7CB3-D776-D7CA-7F446AE1E1ED}"/>
              </a:ext>
            </a:extLst>
          </p:cNvPr>
          <p:cNvSpPr txBox="1"/>
          <p:nvPr/>
        </p:nvSpPr>
        <p:spPr>
          <a:xfrm>
            <a:off x="13836204" y="2544928"/>
            <a:ext cx="3255742" cy="1184170"/>
          </a:xfrm>
          <a:prstGeom prst="rect">
            <a:avLst/>
          </a:prstGeom>
          <a:noFill/>
          <a:ln>
            <a:noFill/>
          </a:ln>
        </p:spPr>
        <p:txBody>
          <a:bodyPr spcFirstLastPara="1" wrap="square" lIns="0" tIns="0" rIns="0" bIns="0" anchor="t" anchorCtr="0">
            <a:spAutoFit/>
          </a:bodyPr>
          <a:lstStyle/>
          <a:p>
            <a:pPr lvl="0">
              <a:lnSpc>
                <a:spcPct val="135000"/>
              </a:lnSpc>
            </a:pPr>
            <a:r>
              <a:rPr lang="en-IN" sz="1800" b="1" i="1" dirty="0">
                <a:solidFill>
                  <a:srgbClr val="002060"/>
                </a:solidFill>
              </a:rPr>
              <a:t>Recover Demand via Experience-Led Retention (Not Discounts)</a:t>
            </a:r>
            <a:r>
              <a:rPr lang="en-US" sz="2100" b="0" i="0" u="none" strike="noStrike" cap="none" dirty="0">
                <a:solidFill>
                  <a:srgbClr val="1E1C1A"/>
                </a:solidFill>
                <a:latin typeface="Dosis"/>
                <a:ea typeface="Dosis"/>
                <a:cs typeface="Dosis"/>
                <a:sym typeface="Dosis"/>
              </a:rPr>
              <a:t>.</a:t>
            </a:r>
            <a:endParaRPr dirty="0"/>
          </a:p>
        </p:txBody>
      </p:sp>
      <p:sp>
        <p:nvSpPr>
          <p:cNvPr id="387" name="Google Shape;387;p18">
            <a:extLst>
              <a:ext uri="{FF2B5EF4-FFF2-40B4-BE49-F238E27FC236}">
                <a16:creationId xmlns:a16="http://schemas.microsoft.com/office/drawing/2014/main" id="{314DBA1A-EEE5-FB8F-0EEB-15CC9FE1BB7D}"/>
              </a:ext>
            </a:extLst>
          </p:cNvPr>
          <p:cNvSpPr txBox="1"/>
          <p:nvPr/>
        </p:nvSpPr>
        <p:spPr>
          <a:xfrm>
            <a:off x="13836204" y="1874124"/>
            <a:ext cx="3255742" cy="539115"/>
          </a:xfrm>
          <a:prstGeom prst="rect">
            <a:avLst/>
          </a:prstGeom>
          <a:noFill/>
          <a:ln>
            <a:noFill/>
          </a:ln>
        </p:spPr>
        <p:txBody>
          <a:bodyPr spcFirstLastPara="1" wrap="square" lIns="0" tIns="0" rIns="0" bIns="0" anchor="t" anchorCtr="0">
            <a:spAutoFit/>
          </a:bodyPr>
          <a:lstStyle/>
          <a:p>
            <a:pPr marL="0" marR="0" lvl="0" indent="0" algn="l" rtl="0">
              <a:lnSpc>
                <a:spcPct val="135000"/>
              </a:lnSpc>
              <a:spcBef>
                <a:spcPts val="0"/>
              </a:spcBef>
              <a:spcAft>
                <a:spcPts val="0"/>
              </a:spcAft>
              <a:buNone/>
            </a:pPr>
            <a:r>
              <a:rPr lang="en-US" sz="3200" b="1" i="0" u="none" strike="noStrike" cap="none">
                <a:solidFill>
                  <a:srgbClr val="8C52FF"/>
                </a:solidFill>
                <a:latin typeface="Dosis"/>
                <a:ea typeface="Dosis"/>
                <a:cs typeface="Dosis"/>
                <a:sym typeface="Dosis"/>
              </a:rPr>
              <a:t>POINT 04</a:t>
            </a:r>
            <a:endParaRPr/>
          </a:p>
        </p:txBody>
      </p:sp>
      <p:cxnSp>
        <p:nvCxnSpPr>
          <p:cNvPr id="388" name="Google Shape;388;p18">
            <a:extLst>
              <a:ext uri="{FF2B5EF4-FFF2-40B4-BE49-F238E27FC236}">
                <a16:creationId xmlns:a16="http://schemas.microsoft.com/office/drawing/2014/main" id="{C556BEE7-B49A-0246-7116-1B8267DD9537}"/>
              </a:ext>
            </a:extLst>
          </p:cNvPr>
          <p:cNvCxnSpPr/>
          <p:nvPr/>
        </p:nvCxnSpPr>
        <p:spPr>
          <a:xfrm rot="10800000">
            <a:off x="6919453" y="3905098"/>
            <a:ext cx="0" cy="1285875"/>
          </a:xfrm>
          <a:prstGeom prst="straightConnector1">
            <a:avLst/>
          </a:prstGeom>
          <a:noFill/>
          <a:ln w="95250" cap="flat" cmpd="sng">
            <a:solidFill>
              <a:srgbClr val="8C52FF"/>
            </a:solidFill>
            <a:prstDash val="solid"/>
            <a:round/>
            <a:headEnd type="none" w="sm" len="sm"/>
            <a:tailEnd type="none" w="sm" len="sm"/>
          </a:ln>
        </p:spPr>
      </p:cxnSp>
      <p:cxnSp>
        <p:nvCxnSpPr>
          <p:cNvPr id="389" name="Google Shape;389;p18">
            <a:extLst>
              <a:ext uri="{FF2B5EF4-FFF2-40B4-BE49-F238E27FC236}">
                <a16:creationId xmlns:a16="http://schemas.microsoft.com/office/drawing/2014/main" id="{2DD20C5C-2F3A-A0E3-FAE3-7567AC1454C8}"/>
              </a:ext>
            </a:extLst>
          </p:cNvPr>
          <p:cNvCxnSpPr/>
          <p:nvPr/>
        </p:nvCxnSpPr>
        <p:spPr>
          <a:xfrm rot="10800000">
            <a:off x="11302411" y="3857625"/>
            <a:ext cx="0" cy="1630434"/>
          </a:xfrm>
          <a:prstGeom prst="straightConnector1">
            <a:avLst/>
          </a:prstGeom>
          <a:noFill/>
          <a:ln w="95250" cap="flat" cmpd="sng">
            <a:solidFill>
              <a:srgbClr val="8C52FF"/>
            </a:solidFill>
            <a:prstDash val="solid"/>
            <a:round/>
            <a:headEnd type="none" w="sm" len="sm"/>
            <a:tailEnd type="none" w="sm" len="sm"/>
          </a:ln>
        </p:spPr>
      </p:cxnSp>
      <p:cxnSp>
        <p:nvCxnSpPr>
          <p:cNvPr id="390" name="Google Shape;390;p18">
            <a:extLst>
              <a:ext uri="{FF2B5EF4-FFF2-40B4-BE49-F238E27FC236}">
                <a16:creationId xmlns:a16="http://schemas.microsoft.com/office/drawing/2014/main" id="{A9F71383-9D50-0CA0-7E0B-459972DE7D43}"/>
              </a:ext>
            </a:extLst>
          </p:cNvPr>
          <p:cNvCxnSpPr/>
          <p:nvPr/>
        </p:nvCxnSpPr>
        <p:spPr>
          <a:xfrm>
            <a:off x="14783405" y="8430243"/>
            <a:ext cx="728294" cy="0"/>
          </a:xfrm>
          <a:prstGeom prst="straightConnector1">
            <a:avLst/>
          </a:prstGeom>
          <a:noFill/>
          <a:ln w="95250" cap="flat" cmpd="sng">
            <a:solidFill>
              <a:srgbClr val="8C52FF"/>
            </a:solidFill>
            <a:prstDash val="solid"/>
            <a:round/>
            <a:headEnd type="none" w="sm" len="sm"/>
            <a:tailEnd type="none" w="sm" len="sm"/>
          </a:ln>
        </p:spPr>
      </p:cxnSp>
      <p:cxnSp>
        <p:nvCxnSpPr>
          <p:cNvPr id="391" name="Google Shape;391;p18">
            <a:extLst>
              <a:ext uri="{FF2B5EF4-FFF2-40B4-BE49-F238E27FC236}">
                <a16:creationId xmlns:a16="http://schemas.microsoft.com/office/drawing/2014/main" id="{16FE93D1-812A-3161-BED4-9F229B579626}"/>
              </a:ext>
            </a:extLst>
          </p:cNvPr>
          <p:cNvCxnSpPr/>
          <p:nvPr/>
        </p:nvCxnSpPr>
        <p:spPr>
          <a:xfrm rot="10800000">
            <a:off x="15511700" y="3905098"/>
            <a:ext cx="0" cy="4556757"/>
          </a:xfrm>
          <a:prstGeom prst="straightConnector1">
            <a:avLst/>
          </a:prstGeom>
          <a:noFill/>
          <a:ln w="95250" cap="flat" cmpd="sng">
            <a:solidFill>
              <a:srgbClr val="8C52FF"/>
            </a:solidFill>
            <a:prstDash val="solid"/>
            <a:round/>
            <a:headEnd type="none" w="sm" len="sm"/>
            <a:tailEnd type="none" w="sm" len="sm"/>
          </a:ln>
        </p:spPr>
      </p:cxnSp>
    </p:spTree>
    <p:extLst>
      <p:ext uri="{BB962C8B-B14F-4D97-AF65-F5344CB8AC3E}">
        <p14:creationId xmlns:p14="http://schemas.microsoft.com/office/powerpoint/2010/main" val="650504904"/>
      </p:ext>
    </p:extLst>
  </p:cSld>
  <p:clrMapOvr>
    <a:masterClrMapping/>
  </p:clrMapOvr>
  <p:transition spd="slow" advTm="2173">
    <p:comb/>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1EDF7"/>
        </a:solidFill>
        <a:effectLst/>
      </p:bgPr>
    </p:bg>
    <p:spTree>
      <p:nvGrpSpPr>
        <p:cNvPr id="1" name="Shape 584"/>
        <p:cNvGrpSpPr/>
        <p:nvPr/>
      </p:nvGrpSpPr>
      <p:grpSpPr>
        <a:xfrm>
          <a:off x="0" y="0"/>
          <a:ext cx="0" cy="0"/>
          <a:chOff x="0" y="0"/>
          <a:chExt cx="0" cy="0"/>
        </a:xfrm>
      </p:grpSpPr>
      <p:pic>
        <p:nvPicPr>
          <p:cNvPr id="585" name="Google Shape;585;p24"/>
          <p:cNvPicPr preferRelativeResize="0"/>
          <p:nvPr/>
        </p:nvPicPr>
        <p:blipFill>
          <a:blip r:embed="rId3">
            <a:alphaModFix/>
          </a:blip>
          <a:stretch>
            <a:fillRect/>
          </a:stretch>
        </p:blipFill>
        <p:spPr>
          <a:xfrm>
            <a:off x="0" y="-42"/>
            <a:ext cx="18288000" cy="10287078"/>
          </a:xfrm>
          <a:prstGeom prst="rect">
            <a:avLst/>
          </a:prstGeom>
          <a:noFill/>
          <a:ln>
            <a:noFill/>
          </a:ln>
        </p:spPr>
      </p:pic>
      <p:sp>
        <p:nvSpPr>
          <p:cNvPr id="586" name="Google Shape;586;p24"/>
          <p:cNvSpPr/>
          <p:nvPr/>
        </p:nvSpPr>
        <p:spPr>
          <a:xfrm>
            <a:off x="-50" y="0"/>
            <a:ext cx="18291008" cy="10288692"/>
          </a:xfrm>
          <a:custGeom>
            <a:avLst/>
            <a:gdLst/>
            <a:ahLst/>
            <a:cxnLst/>
            <a:rect l="l" t="t" r="r" b="b"/>
            <a:pathLst>
              <a:path w="4816592" h="2709333" extrusionOk="0">
                <a:moveTo>
                  <a:pt x="0" y="0"/>
                </a:moveTo>
                <a:lnTo>
                  <a:pt x="4816592" y="0"/>
                </a:lnTo>
                <a:lnTo>
                  <a:pt x="4816592" y="2709333"/>
                </a:lnTo>
                <a:lnTo>
                  <a:pt x="0" y="2709333"/>
                </a:lnTo>
                <a:close/>
              </a:path>
            </a:pathLst>
          </a:custGeom>
          <a:gradFill>
            <a:gsLst>
              <a:gs pos="0">
                <a:srgbClr val="5C24CC">
                  <a:alpha val="60000"/>
                </a:srgbClr>
              </a:gs>
              <a:gs pos="50000">
                <a:srgbClr val="8C52FF">
                  <a:alpha val="60000"/>
                </a:srgbClr>
              </a:gs>
              <a:gs pos="100000">
                <a:srgbClr val="EDCDFF">
                  <a:alpha val="60000"/>
                </a:srgbClr>
              </a:gs>
            </a:gsLst>
            <a:lin ang="2700006" scaled="0"/>
          </a:gradFill>
          <a:ln>
            <a:noFill/>
          </a:ln>
        </p:spPr>
        <p:txBody>
          <a:bodyPr/>
          <a:lstStyle/>
          <a:p>
            <a:endParaRPr lang="en-IN"/>
          </a:p>
        </p:txBody>
      </p:sp>
      <p:sp>
        <p:nvSpPr>
          <p:cNvPr id="587" name="Google Shape;587;p24"/>
          <p:cNvSpPr/>
          <p:nvPr/>
        </p:nvSpPr>
        <p:spPr>
          <a:xfrm>
            <a:off x="24325" y="-25"/>
            <a:ext cx="18288000" cy="10287000"/>
          </a:xfrm>
          <a:prstGeom prst="rect">
            <a:avLst/>
          </a:prstGeom>
          <a:solidFill>
            <a:srgbClr val="000000">
              <a:alpha val="0"/>
            </a:srgbClr>
          </a:solidFill>
          <a:ln w="2286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588" name="Google Shape;588;p24"/>
          <p:cNvSpPr txBox="1"/>
          <p:nvPr/>
        </p:nvSpPr>
        <p:spPr>
          <a:xfrm>
            <a:off x="854528" y="2559984"/>
            <a:ext cx="13253357" cy="3447098"/>
          </a:xfrm>
          <a:prstGeom prst="rect">
            <a:avLst/>
          </a:prstGeom>
          <a:noFill/>
          <a:ln>
            <a:noFill/>
          </a:ln>
        </p:spPr>
        <p:txBody>
          <a:bodyPr spcFirstLastPara="1" wrap="square" lIns="0" tIns="0" rIns="0" bIns="0" anchor="t" anchorCtr="0">
            <a:spAutoFit/>
          </a:bodyPr>
          <a:lstStyle/>
          <a:p>
            <a:pPr marL="0" marR="0" lvl="0" indent="0" rtl="0">
              <a:lnSpc>
                <a:spcPct val="100000"/>
              </a:lnSpc>
              <a:spcBef>
                <a:spcPts val="0"/>
              </a:spcBef>
              <a:spcAft>
                <a:spcPts val="0"/>
              </a:spcAft>
              <a:buNone/>
            </a:pPr>
            <a:r>
              <a:rPr lang="en-US" sz="5600" i="0" u="none" strike="noStrike" cap="none" dirty="0">
                <a:solidFill>
                  <a:srgbClr val="FFFFFF"/>
                </a:solidFill>
                <a:latin typeface="Dosis ExtraBold"/>
                <a:ea typeface="Dosis ExtraBold"/>
                <a:cs typeface="Dosis ExtraBold"/>
                <a:sym typeface="Dosis ExtraBold"/>
              </a:rPr>
              <a:t>“DATA IS A COMPANY’S MOST STRATEGIC ASSET IN THE AGE OF AI , AND LEVERAGING IT EFFECTIVELY IS CRUCIAL FOR COMPETITIVE AND DECISION - MAKING"</a:t>
            </a:r>
            <a:endParaRPr dirty="0">
              <a:latin typeface="Dosis ExtraBold"/>
              <a:ea typeface="Dosis ExtraBold"/>
              <a:cs typeface="Dosis ExtraBold"/>
              <a:sym typeface="Dosis ExtraBold"/>
            </a:endParaRPr>
          </a:p>
        </p:txBody>
      </p:sp>
      <p:sp>
        <p:nvSpPr>
          <p:cNvPr id="589" name="Google Shape;589;p24"/>
          <p:cNvSpPr txBox="1"/>
          <p:nvPr/>
        </p:nvSpPr>
        <p:spPr>
          <a:xfrm>
            <a:off x="854529" y="8286427"/>
            <a:ext cx="12244863" cy="2000548"/>
          </a:xfrm>
          <a:prstGeom prst="rect">
            <a:avLst/>
          </a:prstGeom>
          <a:noFill/>
          <a:ln>
            <a:noFill/>
          </a:ln>
        </p:spPr>
        <p:txBody>
          <a:bodyPr spcFirstLastPara="1" wrap="square" lIns="0" tIns="0" rIns="0" bIns="0" anchor="t" anchorCtr="0">
            <a:spAutoFit/>
          </a:bodyPr>
          <a:lstStyle/>
          <a:p>
            <a:r>
              <a:rPr lang="en-US" sz="4200" dirty="0">
                <a:solidFill>
                  <a:srgbClr val="FFFFFF"/>
                </a:solidFill>
                <a:latin typeface="Dosis"/>
                <a:sym typeface="Dosis"/>
              </a:rPr>
              <a:t>SATYA NADELLA,</a:t>
            </a:r>
          </a:p>
          <a:p>
            <a:r>
              <a:rPr lang="en-US" sz="5400" dirty="0">
                <a:solidFill>
                  <a:schemeClr val="bg1"/>
                </a:solidFill>
                <a:latin typeface="Dosis"/>
                <a:sym typeface="Dosis"/>
              </a:rPr>
              <a:t> </a:t>
            </a:r>
            <a:r>
              <a:rPr lang="en-IN" sz="2000" dirty="0">
                <a:solidFill>
                  <a:schemeClr val="bg1"/>
                </a:solidFill>
              </a:rPr>
              <a:t>CEO of Microsoft</a:t>
            </a:r>
          </a:p>
          <a:p>
            <a:br>
              <a:rPr lang="en-IN" sz="2000" dirty="0">
                <a:solidFill>
                  <a:schemeClr val="bg1"/>
                </a:solidFill>
                <a:hlinkClick r:id="rId4">
                  <a:extLst>
                    <a:ext uri="{A12FA001-AC4F-418D-AE19-62706E023703}">
                      <ahyp:hlinkClr xmlns:ahyp="http://schemas.microsoft.com/office/drawing/2018/hyperlinkcolor" val="tx"/>
                    </a:ext>
                  </a:extLst>
                </a:hlinkClick>
              </a:rPr>
            </a:br>
            <a:endParaRPr lang="en-US"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2183"/>
    </mc:Choice>
    <mc:Fallback xmlns="">
      <p:transition spd="slow" advTm="2183"/>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1211</TotalTime>
  <Words>1153</Words>
  <Application>Microsoft Office PowerPoint</Application>
  <PresentationFormat>Custom</PresentationFormat>
  <Paragraphs>132</Paragraphs>
  <Slides>20</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Montserrat</vt:lpstr>
      <vt:lpstr>Dosis ExtraBold</vt:lpstr>
      <vt:lpstr>Calibri</vt:lpstr>
      <vt:lpstr>Segoe UI</vt:lpstr>
      <vt:lpstr>Arial</vt:lpstr>
      <vt:lpstr>Dosis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Deepak.b</dc:creator>
  <cp:lastModifiedBy>Deepak.b</cp:lastModifiedBy>
  <cp:revision>199</cp:revision>
  <dcterms:modified xsi:type="dcterms:W3CDTF">2025-12-29T10:11:58Z</dcterms:modified>
</cp:coreProperties>
</file>